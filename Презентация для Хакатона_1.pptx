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7"/>
  </p:notesMasterIdLst>
  <p:sldIdLst>
    <p:sldId id="256" r:id="rId2"/>
    <p:sldId id="289" r:id="rId3"/>
    <p:sldId id="294" r:id="rId4"/>
    <p:sldId id="295" r:id="rId5"/>
    <p:sldId id="292" r:id="rId6"/>
  </p:sldIdLst>
  <p:sldSz cx="10691813" cy="7559675"/>
  <p:notesSz cx="6797675" cy="9926638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TT Moscow Economy" panose="020B060402020202020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 userDrawn="1">
          <p15:clr>
            <a:srgbClr val="A4A3A4"/>
          </p15:clr>
        </p15:guide>
        <p15:guide id="2" pos="338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Гарба Алексей Дмитриевич" initials="ГАД" lastIdx="4" clrIdx="0"/>
  <p:cmAuthor id="2" name="Чекушкин Дмитрий Павлович" initials="ЧДП" lastIdx="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18" autoAdjust="0"/>
    <p:restoredTop sz="90058" autoAdjust="0"/>
  </p:normalViewPr>
  <p:slideViewPr>
    <p:cSldViewPr snapToGrid="0" showGuides="1">
      <p:cViewPr varScale="1">
        <p:scale>
          <a:sx n="130" d="100"/>
          <a:sy n="130" d="100"/>
        </p:scale>
        <p:origin x="2508" y="126"/>
      </p:cViewPr>
      <p:guideLst>
        <p:guide orient="horz" pos="2381"/>
        <p:guide pos="33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0D240-F065-441B-BFC6-379439262DEC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030288" y="1241425"/>
            <a:ext cx="47371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D1B4F2-11CA-4A0E-A059-93C8A6AA4DC5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D1B4F2-11CA-4A0E-A059-93C8A6AA4DC5}" type="slidenum">
              <a:rPr lang="ru-RU" smtClean="0"/>
              <a:t>4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691813" cy="2377147"/>
          </a:xfrm>
          <a:prstGeom prst="rect">
            <a:avLst/>
          </a:prstGeom>
        </p:spPr>
      </p:pic>
      <p:sp>
        <p:nvSpPr>
          <p:cNvPr id="12" name="Полилиния: фигура 11"/>
          <p:cNvSpPr/>
          <p:nvPr/>
        </p:nvSpPr>
        <p:spPr>
          <a:xfrm>
            <a:off x="925578" y="889098"/>
            <a:ext cx="3286198" cy="765348"/>
          </a:xfrm>
          <a:custGeom>
            <a:avLst/>
            <a:gdLst>
              <a:gd name="connsiteX0" fmla="*/ 1894426 w 3286198"/>
              <a:gd name="connsiteY0" fmla="*/ 132610 h 765348"/>
              <a:gd name="connsiteX1" fmla="*/ 1951259 w 3286198"/>
              <a:gd name="connsiteY1" fmla="*/ 155343 h 765348"/>
              <a:gd name="connsiteX2" fmla="*/ 1973992 w 3286198"/>
              <a:gd name="connsiteY2" fmla="*/ 208387 h 765348"/>
              <a:gd name="connsiteX3" fmla="*/ 1951259 w 3286198"/>
              <a:gd name="connsiteY3" fmla="*/ 261431 h 765348"/>
              <a:gd name="connsiteX4" fmla="*/ 1894426 w 3286198"/>
              <a:gd name="connsiteY4" fmla="*/ 284164 h 765348"/>
              <a:gd name="connsiteX5" fmla="*/ 1871693 w 3286198"/>
              <a:gd name="connsiteY5" fmla="*/ 281638 h 765348"/>
              <a:gd name="connsiteX6" fmla="*/ 1854012 w 3286198"/>
              <a:gd name="connsiteY6" fmla="*/ 274060 h 765348"/>
              <a:gd name="connsiteX7" fmla="*/ 1842645 w 3286198"/>
              <a:gd name="connsiteY7" fmla="*/ 265220 h 765348"/>
              <a:gd name="connsiteX8" fmla="*/ 1835068 w 3286198"/>
              <a:gd name="connsiteY8" fmla="*/ 257642 h 765348"/>
              <a:gd name="connsiteX9" fmla="*/ 1832542 w 3286198"/>
              <a:gd name="connsiteY9" fmla="*/ 255116 h 765348"/>
              <a:gd name="connsiteX10" fmla="*/ 1855275 w 3286198"/>
              <a:gd name="connsiteY10" fmla="*/ 231120 h 765348"/>
              <a:gd name="connsiteX11" fmla="*/ 1856538 w 3286198"/>
              <a:gd name="connsiteY11" fmla="*/ 233646 h 765348"/>
              <a:gd name="connsiteX12" fmla="*/ 1861590 w 3286198"/>
              <a:gd name="connsiteY12" fmla="*/ 238698 h 765348"/>
              <a:gd name="connsiteX13" fmla="*/ 1869167 w 3286198"/>
              <a:gd name="connsiteY13" fmla="*/ 243750 h 765348"/>
              <a:gd name="connsiteX14" fmla="*/ 1879271 w 3286198"/>
              <a:gd name="connsiteY14" fmla="*/ 247538 h 765348"/>
              <a:gd name="connsiteX15" fmla="*/ 1893163 w 3286198"/>
              <a:gd name="connsiteY15" fmla="*/ 250064 h 765348"/>
              <a:gd name="connsiteX16" fmla="*/ 1917160 w 3286198"/>
              <a:gd name="connsiteY16" fmla="*/ 242487 h 765348"/>
              <a:gd name="connsiteX17" fmla="*/ 1931052 w 3286198"/>
              <a:gd name="connsiteY17" fmla="*/ 224805 h 765348"/>
              <a:gd name="connsiteX18" fmla="*/ 1875482 w 3286198"/>
              <a:gd name="connsiteY18" fmla="*/ 224805 h 765348"/>
              <a:gd name="connsiteX19" fmla="*/ 1875482 w 3286198"/>
              <a:gd name="connsiteY19" fmla="*/ 191969 h 765348"/>
              <a:gd name="connsiteX20" fmla="*/ 1931052 w 3286198"/>
              <a:gd name="connsiteY20" fmla="*/ 191969 h 765348"/>
              <a:gd name="connsiteX21" fmla="*/ 1917160 w 3286198"/>
              <a:gd name="connsiteY21" fmla="*/ 174287 h 765348"/>
              <a:gd name="connsiteX22" fmla="*/ 1893163 w 3286198"/>
              <a:gd name="connsiteY22" fmla="*/ 166710 h 765348"/>
              <a:gd name="connsiteX23" fmla="*/ 1880534 w 3286198"/>
              <a:gd name="connsiteY23" fmla="*/ 169235 h 765348"/>
              <a:gd name="connsiteX24" fmla="*/ 1870430 w 3286198"/>
              <a:gd name="connsiteY24" fmla="*/ 174287 h 765348"/>
              <a:gd name="connsiteX25" fmla="*/ 1862853 w 3286198"/>
              <a:gd name="connsiteY25" fmla="*/ 179339 h 765348"/>
              <a:gd name="connsiteX26" fmla="*/ 1857801 w 3286198"/>
              <a:gd name="connsiteY26" fmla="*/ 184391 h 765348"/>
              <a:gd name="connsiteX27" fmla="*/ 1856538 w 3286198"/>
              <a:gd name="connsiteY27" fmla="*/ 186917 h 765348"/>
              <a:gd name="connsiteX28" fmla="*/ 1832542 w 3286198"/>
              <a:gd name="connsiteY28" fmla="*/ 162921 h 765348"/>
              <a:gd name="connsiteX29" fmla="*/ 1835068 w 3286198"/>
              <a:gd name="connsiteY29" fmla="*/ 160395 h 765348"/>
              <a:gd name="connsiteX30" fmla="*/ 1842645 w 3286198"/>
              <a:gd name="connsiteY30" fmla="*/ 154080 h 765348"/>
              <a:gd name="connsiteX31" fmla="*/ 1854012 w 3286198"/>
              <a:gd name="connsiteY31" fmla="*/ 145239 h 765348"/>
              <a:gd name="connsiteX32" fmla="*/ 1870430 w 3286198"/>
              <a:gd name="connsiteY32" fmla="*/ 138925 h 765348"/>
              <a:gd name="connsiteX33" fmla="*/ 1894426 w 3286198"/>
              <a:gd name="connsiteY33" fmla="*/ 132610 h 765348"/>
              <a:gd name="connsiteX34" fmla="*/ 2087658 w 3286198"/>
              <a:gd name="connsiteY34" fmla="*/ 279112 h 765348"/>
              <a:gd name="connsiteX35" fmla="*/ 2131861 w 3286198"/>
              <a:gd name="connsiteY35" fmla="*/ 279112 h 765348"/>
              <a:gd name="connsiteX36" fmla="*/ 2077554 w 3286198"/>
              <a:gd name="connsiteY36" fmla="*/ 195757 h 765348"/>
              <a:gd name="connsiteX37" fmla="*/ 2128072 w 3286198"/>
              <a:gd name="connsiteY37" fmla="*/ 136399 h 765348"/>
              <a:gd name="connsiteX38" fmla="*/ 2083869 w 3286198"/>
              <a:gd name="connsiteY38" fmla="*/ 136399 h 765348"/>
              <a:gd name="connsiteX39" fmla="*/ 2037140 w 3286198"/>
              <a:gd name="connsiteY39" fmla="*/ 190706 h 765348"/>
              <a:gd name="connsiteX40" fmla="*/ 2037140 w 3286198"/>
              <a:gd name="connsiteY40" fmla="*/ 136399 h 765348"/>
              <a:gd name="connsiteX41" fmla="*/ 1997988 w 3286198"/>
              <a:gd name="connsiteY41" fmla="*/ 136399 h 765348"/>
              <a:gd name="connsiteX42" fmla="*/ 1997988 w 3286198"/>
              <a:gd name="connsiteY42" fmla="*/ 279112 h 765348"/>
              <a:gd name="connsiteX43" fmla="*/ 2037140 w 3286198"/>
              <a:gd name="connsiteY43" fmla="*/ 279112 h 765348"/>
              <a:gd name="connsiteX44" fmla="*/ 2037140 w 3286198"/>
              <a:gd name="connsiteY44" fmla="*/ 242487 h 765348"/>
              <a:gd name="connsiteX45" fmla="*/ 2052295 w 3286198"/>
              <a:gd name="connsiteY45" fmla="*/ 224805 h 765348"/>
              <a:gd name="connsiteX46" fmla="*/ 2087658 w 3286198"/>
              <a:gd name="connsiteY46" fmla="*/ 279112 h 765348"/>
              <a:gd name="connsiteX47" fmla="*/ 2265734 w 3286198"/>
              <a:gd name="connsiteY47" fmla="*/ 155343 h 765348"/>
              <a:gd name="connsiteX48" fmla="*/ 2210164 w 3286198"/>
              <a:gd name="connsiteY48" fmla="*/ 132610 h 765348"/>
              <a:gd name="connsiteX49" fmla="*/ 2154594 w 3286198"/>
              <a:gd name="connsiteY49" fmla="*/ 155343 h 765348"/>
              <a:gd name="connsiteX50" fmla="*/ 2131861 w 3286198"/>
              <a:gd name="connsiteY50" fmla="*/ 208387 h 765348"/>
              <a:gd name="connsiteX51" fmla="*/ 2154594 w 3286198"/>
              <a:gd name="connsiteY51" fmla="*/ 261431 h 765348"/>
              <a:gd name="connsiteX52" fmla="*/ 2210164 w 3286198"/>
              <a:gd name="connsiteY52" fmla="*/ 284164 h 765348"/>
              <a:gd name="connsiteX53" fmla="*/ 2265734 w 3286198"/>
              <a:gd name="connsiteY53" fmla="*/ 261431 h 765348"/>
              <a:gd name="connsiteX54" fmla="*/ 2288467 w 3286198"/>
              <a:gd name="connsiteY54" fmla="*/ 208387 h 765348"/>
              <a:gd name="connsiteX55" fmla="*/ 2265734 w 3286198"/>
              <a:gd name="connsiteY55" fmla="*/ 155343 h 765348"/>
              <a:gd name="connsiteX56" fmla="*/ 2181116 w 3286198"/>
              <a:gd name="connsiteY56" fmla="*/ 179339 h 765348"/>
              <a:gd name="connsiteX57" fmla="*/ 2208901 w 3286198"/>
              <a:gd name="connsiteY57" fmla="*/ 167972 h 765348"/>
              <a:gd name="connsiteX58" fmla="*/ 2236686 w 3286198"/>
              <a:gd name="connsiteY58" fmla="*/ 179339 h 765348"/>
              <a:gd name="connsiteX59" fmla="*/ 2248053 w 3286198"/>
              <a:gd name="connsiteY59" fmla="*/ 208387 h 765348"/>
              <a:gd name="connsiteX60" fmla="*/ 2236686 w 3286198"/>
              <a:gd name="connsiteY60" fmla="*/ 237435 h 765348"/>
              <a:gd name="connsiteX61" fmla="*/ 2208901 w 3286198"/>
              <a:gd name="connsiteY61" fmla="*/ 248801 h 765348"/>
              <a:gd name="connsiteX62" fmla="*/ 2181116 w 3286198"/>
              <a:gd name="connsiteY62" fmla="*/ 237435 h 765348"/>
              <a:gd name="connsiteX63" fmla="*/ 2169750 w 3286198"/>
              <a:gd name="connsiteY63" fmla="*/ 208387 h 765348"/>
              <a:gd name="connsiteX64" fmla="*/ 2181116 w 3286198"/>
              <a:gd name="connsiteY64" fmla="*/ 179339 h 765348"/>
              <a:gd name="connsiteX65" fmla="*/ 2403396 w 3286198"/>
              <a:gd name="connsiteY65" fmla="*/ 136399 h 765348"/>
              <a:gd name="connsiteX66" fmla="*/ 2403396 w 3286198"/>
              <a:gd name="connsiteY66" fmla="*/ 189443 h 765348"/>
              <a:gd name="connsiteX67" fmla="*/ 2351615 w 3286198"/>
              <a:gd name="connsiteY67" fmla="*/ 189443 h 765348"/>
              <a:gd name="connsiteX68" fmla="*/ 2351615 w 3286198"/>
              <a:gd name="connsiteY68" fmla="*/ 136399 h 765348"/>
              <a:gd name="connsiteX69" fmla="*/ 2312463 w 3286198"/>
              <a:gd name="connsiteY69" fmla="*/ 136399 h 765348"/>
              <a:gd name="connsiteX70" fmla="*/ 2312463 w 3286198"/>
              <a:gd name="connsiteY70" fmla="*/ 279112 h 765348"/>
              <a:gd name="connsiteX71" fmla="*/ 2351615 w 3286198"/>
              <a:gd name="connsiteY71" fmla="*/ 279112 h 765348"/>
              <a:gd name="connsiteX72" fmla="*/ 2351615 w 3286198"/>
              <a:gd name="connsiteY72" fmla="*/ 224805 h 765348"/>
              <a:gd name="connsiteX73" fmla="*/ 2403396 w 3286198"/>
              <a:gd name="connsiteY73" fmla="*/ 224805 h 765348"/>
              <a:gd name="connsiteX74" fmla="*/ 2403396 w 3286198"/>
              <a:gd name="connsiteY74" fmla="*/ 279112 h 765348"/>
              <a:gd name="connsiteX75" fmla="*/ 2442547 w 3286198"/>
              <a:gd name="connsiteY75" fmla="*/ 279112 h 765348"/>
              <a:gd name="connsiteX76" fmla="*/ 2442547 w 3286198"/>
              <a:gd name="connsiteY76" fmla="*/ 136399 h 765348"/>
              <a:gd name="connsiteX77" fmla="*/ 2403396 w 3286198"/>
              <a:gd name="connsiteY77" fmla="*/ 136399 h 765348"/>
              <a:gd name="connsiteX78" fmla="*/ 2601679 w 3286198"/>
              <a:gd name="connsiteY78" fmla="*/ 155343 h 765348"/>
              <a:gd name="connsiteX79" fmla="*/ 2546109 w 3286198"/>
              <a:gd name="connsiteY79" fmla="*/ 132610 h 765348"/>
              <a:gd name="connsiteX80" fmla="*/ 2490539 w 3286198"/>
              <a:gd name="connsiteY80" fmla="*/ 155343 h 765348"/>
              <a:gd name="connsiteX81" fmla="*/ 2467806 w 3286198"/>
              <a:gd name="connsiteY81" fmla="*/ 208387 h 765348"/>
              <a:gd name="connsiteX82" fmla="*/ 2490539 w 3286198"/>
              <a:gd name="connsiteY82" fmla="*/ 261431 h 765348"/>
              <a:gd name="connsiteX83" fmla="*/ 2546109 w 3286198"/>
              <a:gd name="connsiteY83" fmla="*/ 284164 h 765348"/>
              <a:gd name="connsiteX84" fmla="*/ 2601679 w 3286198"/>
              <a:gd name="connsiteY84" fmla="*/ 261431 h 765348"/>
              <a:gd name="connsiteX85" fmla="*/ 2624412 w 3286198"/>
              <a:gd name="connsiteY85" fmla="*/ 208387 h 765348"/>
              <a:gd name="connsiteX86" fmla="*/ 2601679 w 3286198"/>
              <a:gd name="connsiteY86" fmla="*/ 155343 h 765348"/>
              <a:gd name="connsiteX87" fmla="*/ 2517061 w 3286198"/>
              <a:gd name="connsiteY87" fmla="*/ 179339 h 765348"/>
              <a:gd name="connsiteX88" fmla="*/ 2544846 w 3286198"/>
              <a:gd name="connsiteY88" fmla="*/ 167972 h 765348"/>
              <a:gd name="connsiteX89" fmla="*/ 2572631 w 3286198"/>
              <a:gd name="connsiteY89" fmla="*/ 179339 h 765348"/>
              <a:gd name="connsiteX90" fmla="*/ 2583998 w 3286198"/>
              <a:gd name="connsiteY90" fmla="*/ 208387 h 765348"/>
              <a:gd name="connsiteX91" fmla="*/ 2572631 w 3286198"/>
              <a:gd name="connsiteY91" fmla="*/ 237435 h 765348"/>
              <a:gd name="connsiteX92" fmla="*/ 2544846 w 3286198"/>
              <a:gd name="connsiteY92" fmla="*/ 248801 h 765348"/>
              <a:gd name="connsiteX93" fmla="*/ 2517061 w 3286198"/>
              <a:gd name="connsiteY93" fmla="*/ 237435 h 765348"/>
              <a:gd name="connsiteX94" fmla="*/ 2505695 w 3286198"/>
              <a:gd name="connsiteY94" fmla="*/ 208387 h 765348"/>
              <a:gd name="connsiteX95" fmla="*/ 2517061 w 3286198"/>
              <a:gd name="connsiteY95" fmla="*/ 179339 h 765348"/>
              <a:gd name="connsiteX96" fmla="*/ 2767126 w 3286198"/>
              <a:gd name="connsiteY96" fmla="*/ 194494 h 765348"/>
              <a:gd name="connsiteX97" fmla="*/ 2767126 w 3286198"/>
              <a:gd name="connsiteY97" fmla="*/ 279112 h 765348"/>
              <a:gd name="connsiteX98" fmla="*/ 2806277 w 3286198"/>
              <a:gd name="connsiteY98" fmla="*/ 279112 h 765348"/>
              <a:gd name="connsiteX99" fmla="*/ 2806277 w 3286198"/>
              <a:gd name="connsiteY99" fmla="*/ 136399 h 765348"/>
              <a:gd name="connsiteX100" fmla="*/ 2772177 w 3286198"/>
              <a:gd name="connsiteY100" fmla="*/ 136399 h 765348"/>
              <a:gd name="connsiteX101" fmla="*/ 2727974 w 3286198"/>
              <a:gd name="connsiteY101" fmla="*/ 191969 h 765348"/>
              <a:gd name="connsiteX102" fmla="*/ 2683771 w 3286198"/>
              <a:gd name="connsiteY102" fmla="*/ 136399 h 765348"/>
              <a:gd name="connsiteX103" fmla="*/ 2649671 w 3286198"/>
              <a:gd name="connsiteY103" fmla="*/ 136399 h 765348"/>
              <a:gd name="connsiteX104" fmla="*/ 2649671 w 3286198"/>
              <a:gd name="connsiteY104" fmla="*/ 279112 h 765348"/>
              <a:gd name="connsiteX105" fmla="*/ 2688822 w 3286198"/>
              <a:gd name="connsiteY105" fmla="*/ 279112 h 765348"/>
              <a:gd name="connsiteX106" fmla="*/ 2688822 w 3286198"/>
              <a:gd name="connsiteY106" fmla="*/ 194494 h 765348"/>
              <a:gd name="connsiteX107" fmla="*/ 2727974 w 3286198"/>
              <a:gd name="connsiteY107" fmla="*/ 243750 h 765348"/>
              <a:gd name="connsiteX108" fmla="*/ 2767126 w 3286198"/>
              <a:gd name="connsiteY108" fmla="*/ 194494 h 765348"/>
              <a:gd name="connsiteX109" fmla="*/ 2837851 w 3286198"/>
              <a:gd name="connsiteY109" fmla="*/ 279112 h 765348"/>
              <a:gd name="connsiteX110" fmla="*/ 2870687 w 3286198"/>
              <a:gd name="connsiteY110" fmla="*/ 279112 h 765348"/>
              <a:gd name="connsiteX111" fmla="*/ 2931309 w 3286198"/>
              <a:gd name="connsiteY111" fmla="*/ 199546 h 765348"/>
              <a:gd name="connsiteX112" fmla="*/ 2931309 w 3286198"/>
              <a:gd name="connsiteY112" fmla="*/ 279112 h 765348"/>
              <a:gd name="connsiteX113" fmla="*/ 2970461 w 3286198"/>
              <a:gd name="connsiteY113" fmla="*/ 279112 h 765348"/>
              <a:gd name="connsiteX114" fmla="*/ 2970461 w 3286198"/>
              <a:gd name="connsiteY114" fmla="*/ 136399 h 765348"/>
              <a:gd name="connsiteX115" fmla="*/ 2936361 w 3286198"/>
              <a:gd name="connsiteY115" fmla="*/ 136399 h 765348"/>
              <a:gd name="connsiteX116" fmla="*/ 2875739 w 3286198"/>
              <a:gd name="connsiteY116" fmla="*/ 215965 h 765348"/>
              <a:gd name="connsiteX117" fmla="*/ 2875739 w 3286198"/>
              <a:gd name="connsiteY117" fmla="*/ 136399 h 765348"/>
              <a:gd name="connsiteX118" fmla="*/ 2836588 w 3286198"/>
              <a:gd name="connsiteY118" fmla="*/ 136399 h 765348"/>
              <a:gd name="connsiteX119" fmla="*/ 2836588 w 3286198"/>
              <a:gd name="connsiteY119" fmla="*/ 279112 h 765348"/>
              <a:gd name="connsiteX120" fmla="*/ 3092967 w 3286198"/>
              <a:gd name="connsiteY120" fmla="*/ 279112 h 765348"/>
              <a:gd name="connsiteX121" fmla="*/ 3137170 w 3286198"/>
              <a:gd name="connsiteY121" fmla="*/ 279112 h 765348"/>
              <a:gd name="connsiteX122" fmla="*/ 3082863 w 3286198"/>
              <a:gd name="connsiteY122" fmla="*/ 195757 h 765348"/>
              <a:gd name="connsiteX123" fmla="*/ 3133381 w 3286198"/>
              <a:gd name="connsiteY123" fmla="*/ 136399 h 765348"/>
              <a:gd name="connsiteX124" fmla="*/ 3089178 w 3286198"/>
              <a:gd name="connsiteY124" fmla="*/ 136399 h 765348"/>
              <a:gd name="connsiteX125" fmla="*/ 3042449 w 3286198"/>
              <a:gd name="connsiteY125" fmla="*/ 190706 h 765348"/>
              <a:gd name="connsiteX126" fmla="*/ 3042449 w 3286198"/>
              <a:gd name="connsiteY126" fmla="*/ 136399 h 765348"/>
              <a:gd name="connsiteX127" fmla="*/ 3003297 w 3286198"/>
              <a:gd name="connsiteY127" fmla="*/ 136399 h 765348"/>
              <a:gd name="connsiteX128" fmla="*/ 3003297 w 3286198"/>
              <a:gd name="connsiteY128" fmla="*/ 279112 h 765348"/>
              <a:gd name="connsiteX129" fmla="*/ 3042449 w 3286198"/>
              <a:gd name="connsiteY129" fmla="*/ 279112 h 765348"/>
              <a:gd name="connsiteX130" fmla="*/ 3042449 w 3286198"/>
              <a:gd name="connsiteY130" fmla="*/ 242487 h 765348"/>
              <a:gd name="connsiteX131" fmla="*/ 3057604 w 3286198"/>
              <a:gd name="connsiteY131" fmla="*/ 224805 h 765348"/>
              <a:gd name="connsiteX132" fmla="*/ 3092967 w 3286198"/>
              <a:gd name="connsiteY132" fmla="*/ 279112 h 765348"/>
              <a:gd name="connsiteX133" fmla="*/ 3244521 w 3286198"/>
              <a:gd name="connsiteY133" fmla="*/ 279112 h 765348"/>
              <a:gd name="connsiteX134" fmla="*/ 3286198 w 3286198"/>
              <a:gd name="connsiteY134" fmla="*/ 279112 h 765348"/>
              <a:gd name="connsiteX135" fmla="*/ 3233154 w 3286198"/>
              <a:gd name="connsiteY135" fmla="*/ 136399 h 765348"/>
              <a:gd name="connsiteX136" fmla="*/ 3190214 w 3286198"/>
              <a:gd name="connsiteY136" fmla="*/ 136399 h 765348"/>
              <a:gd name="connsiteX137" fmla="*/ 3135907 w 3286198"/>
              <a:gd name="connsiteY137" fmla="*/ 279112 h 765348"/>
              <a:gd name="connsiteX138" fmla="*/ 3177585 w 3286198"/>
              <a:gd name="connsiteY138" fmla="*/ 279112 h 765348"/>
              <a:gd name="connsiteX139" fmla="*/ 3187688 w 3286198"/>
              <a:gd name="connsiteY139" fmla="*/ 248801 h 765348"/>
              <a:gd name="connsiteX140" fmla="*/ 3234417 w 3286198"/>
              <a:gd name="connsiteY140" fmla="*/ 248801 h 765348"/>
              <a:gd name="connsiteX141" fmla="*/ 3244521 w 3286198"/>
              <a:gd name="connsiteY141" fmla="*/ 279112 h 765348"/>
              <a:gd name="connsiteX142" fmla="*/ 3197792 w 3286198"/>
              <a:gd name="connsiteY142" fmla="*/ 218490 h 765348"/>
              <a:gd name="connsiteX143" fmla="*/ 3210421 w 3286198"/>
              <a:gd name="connsiteY143" fmla="*/ 176813 h 765348"/>
              <a:gd name="connsiteX144" fmla="*/ 3223051 w 3286198"/>
              <a:gd name="connsiteY144" fmla="*/ 218490 h 765348"/>
              <a:gd name="connsiteX145" fmla="*/ 3197792 w 3286198"/>
              <a:gd name="connsiteY145" fmla="*/ 218490 h 765348"/>
              <a:gd name="connsiteX146" fmla="*/ 1951259 w 3286198"/>
              <a:gd name="connsiteY146" fmla="*/ 430666 h 765348"/>
              <a:gd name="connsiteX147" fmla="*/ 1951259 w 3286198"/>
              <a:gd name="connsiteY147" fmla="*/ 515284 h 765348"/>
              <a:gd name="connsiteX148" fmla="*/ 1990411 w 3286198"/>
              <a:gd name="connsiteY148" fmla="*/ 515284 h 765348"/>
              <a:gd name="connsiteX149" fmla="*/ 1990411 w 3286198"/>
              <a:gd name="connsiteY149" fmla="*/ 372571 h 765348"/>
              <a:gd name="connsiteX150" fmla="*/ 1956311 w 3286198"/>
              <a:gd name="connsiteY150" fmla="*/ 372571 h 765348"/>
              <a:gd name="connsiteX151" fmla="*/ 1912108 w 3286198"/>
              <a:gd name="connsiteY151" fmla="*/ 428140 h 765348"/>
              <a:gd name="connsiteX152" fmla="*/ 1867904 w 3286198"/>
              <a:gd name="connsiteY152" fmla="*/ 372571 h 765348"/>
              <a:gd name="connsiteX153" fmla="*/ 1833805 w 3286198"/>
              <a:gd name="connsiteY153" fmla="*/ 372571 h 765348"/>
              <a:gd name="connsiteX154" fmla="*/ 1833805 w 3286198"/>
              <a:gd name="connsiteY154" fmla="*/ 515284 h 765348"/>
              <a:gd name="connsiteX155" fmla="*/ 1872956 w 3286198"/>
              <a:gd name="connsiteY155" fmla="*/ 515284 h 765348"/>
              <a:gd name="connsiteX156" fmla="*/ 1872956 w 3286198"/>
              <a:gd name="connsiteY156" fmla="*/ 430666 h 765348"/>
              <a:gd name="connsiteX157" fmla="*/ 1912108 w 3286198"/>
              <a:gd name="connsiteY157" fmla="*/ 479921 h 765348"/>
              <a:gd name="connsiteX158" fmla="*/ 1951259 w 3286198"/>
              <a:gd name="connsiteY158" fmla="*/ 430666 h 765348"/>
              <a:gd name="connsiteX159" fmla="*/ 2149542 w 3286198"/>
              <a:gd name="connsiteY159" fmla="*/ 390252 h 765348"/>
              <a:gd name="connsiteX160" fmla="*/ 2093973 w 3286198"/>
              <a:gd name="connsiteY160" fmla="*/ 367519 h 765348"/>
              <a:gd name="connsiteX161" fmla="*/ 2038403 w 3286198"/>
              <a:gd name="connsiteY161" fmla="*/ 390252 h 765348"/>
              <a:gd name="connsiteX162" fmla="*/ 2015670 w 3286198"/>
              <a:gd name="connsiteY162" fmla="*/ 443296 h 765348"/>
              <a:gd name="connsiteX163" fmla="*/ 2038403 w 3286198"/>
              <a:gd name="connsiteY163" fmla="*/ 496340 h 765348"/>
              <a:gd name="connsiteX164" fmla="*/ 2093973 w 3286198"/>
              <a:gd name="connsiteY164" fmla="*/ 519073 h 765348"/>
              <a:gd name="connsiteX165" fmla="*/ 2149542 w 3286198"/>
              <a:gd name="connsiteY165" fmla="*/ 496340 h 765348"/>
              <a:gd name="connsiteX166" fmla="*/ 2172276 w 3286198"/>
              <a:gd name="connsiteY166" fmla="*/ 443296 h 765348"/>
              <a:gd name="connsiteX167" fmla="*/ 2149542 w 3286198"/>
              <a:gd name="connsiteY167" fmla="*/ 390252 h 765348"/>
              <a:gd name="connsiteX168" fmla="*/ 2064925 w 3286198"/>
              <a:gd name="connsiteY168" fmla="*/ 414248 h 765348"/>
              <a:gd name="connsiteX169" fmla="*/ 2092710 w 3286198"/>
              <a:gd name="connsiteY169" fmla="*/ 402881 h 765348"/>
              <a:gd name="connsiteX170" fmla="*/ 2120495 w 3286198"/>
              <a:gd name="connsiteY170" fmla="*/ 414248 h 765348"/>
              <a:gd name="connsiteX171" fmla="*/ 2131861 w 3286198"/>
              <a:gd name="connsiteY171" fmla="*/ 443296 h 765348"/>
              <a:gd name="connsiteX172" fmla="*/ 2120495 w 3286198"/>
              <a:gd name="connsiteY172" fmla="*/ 472344 h 765348"/>
              <a:gd name="connsiteX173" fmla="*/ 2092710 w 3286198"/>
              <a:gd name="connsiteY173" fmla="*/ 483710 h 765348"/>
              <a:gd name="connsiteX174" fmla="*/ 2064925 w 3286198"/>
              <a:gd name="connsiteY174" fmla="*/ 472344 h 765348"/>
              <a:gd name="connsiteX175" fmla="*/ 2053558 w 3286198"/>
              <a:gd name="connsiteY175" fmla="*/ 443296 h 765348"/>
              <a:gd name="connsiteX176" fmla="*/ 2064925 w 3286198"/>
              <a:gd name="connsiteY176" fmla="*/ 414248 h 765348"/>
              <a:gd name="connsiteX177" fmla="*/ 2239212 w 3286198"/>
              <a:gd name="connsiteY177" fmla="*/ 414248 h 765348"/>
              <a:gd name="connsiteX178" fmla="*/ 2268260 w 3286198"/>
              <a:gd name="connsiteY178" fmla="*/ 402881 h 765348"/>
              <a:gd name="connsiteX179" fmla="*/ 2280889 w 3286198"/>
              <a:gd name="connsiteY179" fmla="*/ 405407 h 765348"/>
              <a:gd name="connsiteX180" fmla="*/ 2290993 w 3286198"/>
              <a:gd name="connsiteY180" fmla="*/ 409196 h 765348"/>
              <a:gd name="connsiteX181" fmla="*/ 2298571 w 3286198"/>
              <a:gd name="connsiteY181" fmla="*/ 414248 h 765348"/>
              <a:gd name="connsiteX182" fmla="*/ 2303622 w 3286198"/>
              <a:gd name="connsiteY182" fmla="*/ 418037 h 765348"/>
              <a:gd name="connsiteX183" fmla="*/ 2304885 w 3286198"/>
              <a:gd name="connsiteY183" fmla="*/ 420563 h 765348"/>
              <a:gd name="connsiteX184" fmla="*/ 2328881 w 3286198"/>
              <a:gd name="connsiteY184" fmla="*/ 396567 h 765348"/>
              <a:gd name="connsiteX185" fmla="*/ 2326356 w 3286198"/>
              <a:gd name="connsiteY185" fmla="*/ 394041 h 765348"/>
              <a:gd name="connsiteX186" fmla="*/ 2318778 w 3286198"/>
              <a:gd name="connsiteY186" fmla="*/ 386463 h 765348"/>
              <a:gd name="connsiteX187" fmla="*/ 2307411 w 3286198"/>
              <a:gd name="connsiteY187" fmla="*/ 377622 h 765348"/>
              <a:gd name="connsiteX188" fmla="*/ 2290993 w 3286198"/>
              <a:gd name="connsiteY188" fmla="*/ 370045 h 765348"/>
              <a:gd name="connsiteX189" fmla="*/ 2269523 w 3286198"/>
              <a:gd name="connsiteY189" fmla="*/ 367519 h 765348"/>
              <a:gd name="connsiteX190" fmla="*/ 2212690 w 3286198"/>
              <a:gd name="connsiteY190" fmla="*/ 390252 h 765348"/>
              <a:gd name="connsiteX191" fmla="*/ 2189957 w 3286198"/>
              <a:gd name="connsiteY191" fmla="*/ 443296 h 765348"/>
              <a:gd name="connsiteX192" fmla="*/ 2212690 w 3286198"/>
              <a:gd name="connsiteY192" fmla="*/ 496340 h 765348"/>
              <a:gd name="connsiteX193" fmla="*/ 2269523 w 3286198"/>
              <a:gd name="connsiteY193" fmla="*/ 519073 h 765348"/>
              <a:gd name="connsiteX194" fmla="*/ 2292256 w 3286198"/>
              <a:gd name="connsiteY194" fmla="*/ 516547 h 765348"/>
              <a:gd name="connsiteX195" fmla="*/ 2309937 w 3286198"/>
              <a:gd name="connsiteY195" fmla="*/ 510232 h 765348"/>
              <a:gd name="connsiteX196" fmla="*/ 2322567 w 3286198"/>
              <a:gd name="connsiteY196" fmla="*/ 501392 h 765348"/>
              <a:gd name="connsiteX197" fmla="*/ 2330144 w 3286198"/>
              <a:gd name="connsiteY197" fmla="*/ 495077 h 765348"/>
              <a:gd name="connsiteX198" fmla="*/ 2332670 w 3286198"/>
              <a:gd name="connsiteY198" fmla="*/ 492551 h 765348"/>
              <a:gd name="connsiteX199" fmla="*/ 2309937 w 3286198"/>
              <a:gd name="connsiteY199" fmla="*/ 468555 h 765348"/>
              <a:gd name="connsiteX200" fmla="*/ 2306148 w 3286198"/>
              <a:gd name="connsiteY200" fmla="*/ 473607 h 765348"/>
              <a:gd name="connsiteX201" fmla="*/ 2292256 w 3286198"/>
              <a:gd name="connsiteY201" fmla="*/ 482447 h 765348"/>
              <a:gd name="connsiteX202" fmla="*/ 2272049 w 3286198"/>
              <a:gd name="connsiteY202" fmla="*/ 487499 h 765348"/>
              <a:gd name="connsiteX203" fmla="*/ 2243001 w 3286198"/>
              <a:gd name="connsiteY203" fmla="*/ 476132 h 765348"/>
              <a:gd name="connsiteX204" fmla="*/ 2231634 w 3286198"/>
              <a:gd name="connsiteY204" fmla="*/ 447085 h 765348"/>
              <a:gd name="connsiteX205" fmla="*/ 2239212 w 3286198"/>
              <a:gd name="connsiteY205" fmla="*/ 414248 h 765348"/>
              <a:gd name="connsiteX206" fmla="*/ 2438758 w 3286198"/>
              <a:gd name="connsiteY206" fmla="*/ 515284 h 765348"/>
              <a:gd name="connsiteX207" fmla="*/ 2482962 w 3286198"/>
              <a:gd name="connsiteY207" fmla="*/ 515284 h 765348"/>
              <a:gd name="connsiteX208" fmla="*/ 2428655 w 3286198"/>
              <a:gd name="connsiteY208" fmla="*/ 431929 h 765348"/>
              <a:gd name="connsiteX209" fmla="*/ 2479173 w 3286198"/>
              <a:gd name="connsiteY209" fmla="*/ 372571 h 765348"/>
              <a:gd name="connsiteX210" fmla="*/ 2434969 w 3286198"/>
              <a:gd name="connsiteY210" fmla="*/ 372571 h 765348"/>
              <a:gd name="connsiteX211" fmla="*/ 2388240 w 3286198"/>
              <a:gd name="connsiteY211" fmla="*/ 426877 h 765348"/>
              <a:gd name="connsiteX212" fmla="*/ 2388240 w 3286198"/>
              <a:gd name="connsiteY212" fmla="*/ 372571 h 765348"/>
              <a:gd name="connsiteX213" fmla="*/ 2349089 w 3286198"/>
              <a:gd name="connsiteY213" fmla="*/ 372571 h 765348"/>
              <a:gd name="connsiteX214" fmla="*/ 2349089 w 3286198"/>
              <a:gd name="connsiteY214" fmla="*/ 515284 h 765348"/>
              <a:gd name="connsiteX215" fmla="*/ 2388240 w 3286198"/>
              <a:gd name="connsiteY215" fmla="*/ 515284 h 765348"/>
              <a:gd name="connsiteX216" fmla="*/ 2388240 w 3286198"/>
              <a:gd name="connsiteY216" fmla="*/ 478658 h 765348"/>
              <a:gd name="connsiteX217" fmla="*/ 2403396 w 3286198"/>
              <a:gd name="connsiteY217" fmla="*/ 460977 h 765348"/>
              <a:gd name="connsiteX218" fmla="*/ 2438758 w 3286198"/>
              <a:gd name="connsiteY218" fmla="*/ 515284 h 765348"/>
              <a:gd name="connsiteX219" fmla="*/ 2566316 w 3286198"/>
              <a:gd name="connsiteY219" fmla="*/ 515284 h 765348"/>
              <a:gd name="connsiteX220" fmla="*/ 2604205 w 3286198"/>
              <a:gd name="connsiteY220" fmla="*/ 502654 h 765348"/>
              <a:gd name="connsiteX221" fmla="*/ 2619360 w 3286198"/>
              <a:gd name="connsiteY221" fmla="*/ 473607 h 765348"/>
              <a:gd name="connsiteX222" fmla="*/ 2616834 w 3286198"/>
              <a:gd name="connsiteY222" fmla="*/ 460977 h 765348"/>
              <a:gd name="connsiteX223" fmla="*/ 2610520 w 3286198"/>
              <a:gd name="connsiteY223" fmla="*/ 450873 h 765348"/>
              <a:gd name="connsiteX224" fmla="*/ 2602942 w 3286198"/>
              <a:gd name="connsiteY224" fmla="*/ 444559 h 765348"/>
              <a:gd name="connsiteX225" fmla="*/ 2596627 w 3286198"/>
              <a:gd name="connsiteY225" fmla="*/ 440770 h 765348"/>
              <a:gd name="connsiteX226" fmla="*/ 2594101 w 3286198"/>
              <a:gd name="connsiteY226" fmla="*/ 439507 h 765348"/>
              <a:gd name="connsiteX227" fmla="*/ 2595364 w 3286198"/>
              <a:gd name="connsiteY227" fmla="*/ 438244 h 765348"/>
              <a:gd name="connsiteX228" fmla="*/ 2600416 w 3286198"/>
              <a:gd name="connsiteY228" fmla="*/ 434455 h 765348"/>
              <a:gd name="connsiteX229" fmla="*/ 2605468 w 3286198"/>
              <a:gd name="connsiteY229" fmla="*/ 429403 h 765348"/>
              <a:gd name="connsiteX230" fmla="*/ 2610520 w 3286198"/>
              <a:gd name="connsiteY230" fmla="*/ 420563 h 765348"/>
              <a:gd name="connsiteX231" fmla="*/ 2611783 w 3286198"/>
              <a:gd name="connsiteY231" fmla="*/ 409196 h 765348"/>
              <a:gd name="connsiteX232" fmla="*/ 2597890 w 3286198"/>
              <a:gd name="connsiteY232" fmla="*/ 382674 h 765348"/>
              <a:gd name="connsiteX233" fmla="*/ 2562527 w 3286198"/>
              <a:gd name="connsiteY233" fmla="*/ 371308 h 765348"/>
              <a:gd name="connsiteX234" fmla="*/ 2498117 w 3286198"/>
              <a:gd name="connsiteY234" fmla="*/ 371308 h 765348"/>
              <a:gd name="connsiteX235" fmla="*/ 2498117 w 3286198"/>
              <a:gd name="connsiteY235" fmla="*/ 514021 h 765348"/>
              <a:gd name="connsiteX236" fmla="*/ 2566316 w 3286198"/>
              <a:gd name="connsiteY236" fmla="*/ 514021 h 765348"/>
              <a:gd name="connsiteX237" fmla="*/ 2557476 w 3286198"/>
              <a:gd name="connsiteY237" fmla="*/ 402881 h 765348"/>
              <a:gd name="connsiteX238" fmla="*/ 2567579 w 3286198"/>
              <a:gd name="connsiteY238" fmla="*/ 406670 h 765348"/>
              <a:gd name="connsiteX239" fmla="*/ 2571368 w 3286198"/>
              <a:gd name="connsiteY239" fmla="*/ 415511 h 765348"/>
              <a:gd name="connsiteX240" fmla="*/ 2567579 w 3286198"/>
              <a:gd name="connsiteY240" fmla="*/ 424351 h 765348"/>
              <a:gd name="connsiteX241" fmla="*/ 2557476 w 3286198"/>
              <a:gd name="connsiteY241" fmla="*/ 428140 h 765348"/>
              <a:gd name="connsiteX242" fmla="*/ 2536005 w 3286198"/>
              <a:gd name="connsiteY242" fmla="*/ 428140 h 765348"/>
              <a:gd name="connsiteX243" fmla="*/ 2536005 w 3286198"/>
              <a:gd name="connsiteY243" fmla="*/ 404144 h 765348"/>
              <a:gd name="connsiteX244" fmla="*/ 2557476 w 3286198"/>
              <a:gd name="connsiteY244" fmla="*/ 404144 h 765348"/>
              <a:gd name="connsiteX245" fmla="*/ 2536005 w 3286198"/>
              <a:gd name="connsiteY245" fmla="*/ 455925 h 765348"/>
              <a:gd name="connsiteX246" fmla="*/ 2562527 w 3286198"/>
              <a:gd name="connsiteY246" fmla="*/ 455925 h 765348"/>
              <a:gd name="connsiteX247" fmla="*/ 2573894 w 3286198"/>
              <a:gd name="connsiteY247" fmla="*/ 459714 h 765348"/>
              <a:gd name="connsiteX248" fmla="*/ 2577683 w 3286198"/>
              <a:gd name="connsiteY248" fmla="*/ 469818 h 765348"/>
              <a:gd name="connsiteX249" fmla="*/ 2573894 w 3286198"/>
              <a:gd name="connsiteY249" fmla="*/ 479921 h 765348"/>
              <a:gd name="connsiteX250" fmla="*/ 2562527 w 3286198"/>
              <a:gd name="connsiteY250" fmla="*/ 483710 h 765348"/>
              <a:gd name="connsiteX251" fmla="*/ 2536005 w 3286198"/>
              <a:gd name="connsiteY251" fmla="*/ 483710 h 765348"/>
              <a:gd name="connsiteX252" fmla="*/ 2536005 w 3286198"/>
              <a:gd name="connsiteY252" fmla="*/ 455925 h 765348"/>
              <a:gd name="connsiteX253" fmla="*/ 2703978 w 3286198"/>
              <a:gd name="connsiteY253" fmla="*/ 515284 h 765348"/>
              <a:gd name="connsiteX254" fmla="*/ 2741867 w 3286198"/>
              <a:gd name="connsiteY254" fmla="*/ 501392 h 765348"/>
              <a:gd name="connsiteX255" fmla="*/ 2757022 w 3286198"/>
              <a:gd name="connsiteY255" fmla="*/ 466029 h 765348"/>
              <a:gd name="connsiteX256" fmla="*/ 2741867 w 3286198"/>
              <a:gd name="connsiteY256" fmla="*/ 430666 h 765348"/>
              <a:gd name="connsiteX257" fmla="*/ 2703978 w 3286198"/>
              <a:gd name="connsiteY257" fmla="*/ 416774 h 765348"/>
              <a:gd name="connsiteX258" fmla="*/ 2681245 w 3286198"/>
              <a:gd name="connsiteY258" fmla="*/ 416774 h 765348"/>
              <a:gd name="connsiteX259" fmla="*/ 2681245 w 3286198"/>
              <a:gd name="connsiteY259" fmla="*/ 373833 h 765348"/>
              <a:gd name="connsiteX260" fmla="*/ 2642093 w 3286198"/>
              <a:gd name="connsiteY260" fmla="*/ 373833 h 765348"/>
              <a:gd name="connsiteX261" fmla="*/ 2642093 w 3286198"/>
              <a:gd name="connsiteY261" fmla="*/ 516547 h 765348"/>
              <a:gd name="connsiteX262" fmla="*/ 2703978 w 3286198"/>
              <a:gd name="connsiteY262" fmla="*/ 516547 h 765348"/>
              <a:gd name="connsiteX263" fmla="*/ 2681245 w 3286198"/>
              <a:gd name="connsiteY263" fmla="*/ 449610 h 765348"/>
              <a:gd name="connsiteX264" fmla="*/ 2702715 w 3286198"/>
              <a:gd name="connsiteY264" fmla="*/ 449610 h 765348"/>
              <a:gd name="connsiteX265" fmla="*/ 2714081 w 3286198"/>
              <a:gd name="connsiteY265" fmla="*/ 454662 h 765348"/>
              <a:gd name="connsiteX266" fmla="*/ 2719133 w 3286198"/>
              <a:gd name="connsiteY266" fmla="*/ 464766 h 765348"/>
              <a:gd name="connsiteX267" fmla="*/ 2714081 w 3286198"/>
              <a:gd name="connsiteY267" fmla="*/ 474870 h 765348"/>
              <a:gd name="connsiteX268" fmla="*/ 2702715 w 3286198"/>
              <a:gd name="connsiteY268" fmla="*/ 479921 h 765348"/>
              <a:gd name="connsiteX269" fmla="*/ 2681245 w 3286198"/>
              <a:gd name="connsiteY269" fmla="*/ 479921 h 765348"/>
              <a:gd name="connsiteX270" fmla="*/ 2681245 w 3286198"/>
              <a:gd name="connsiteY270" fmla="*/ 449610 h 765348"/>
              <a:gd name="connsiteX271" fmla="*/ 2810066 w 3286198"/>
              <a:gd name="connsiteY271" fmla="*/ 372571 h 765348"/>
              <a:gd name="connsiteX272" fmla="*/ 2770914 w 3286198"/>
              <a:gd name="connsiteY272" fmla="*/ 372571 h 765348"/>
              <a:gd name="connsiteX273" fmla="*/ 2770914 w 3286198"/>
              <a:gd name="connsiteY273" fmla="*/ 515284 h 765348"/>
              <a:gd name="connsiteX274" fmla="*/ 2810066 w 3286198"/>
              <a:gd name="connsiteY274" fmla="*/ 515284 h 765348"/>
              <a:gd name="connsiteX275" fmla="*/ 2810066 w 3286198"/>
              <a:gd name="connsiteY275" fmla="*/ 372571 h 765348"/>
              <a:gd name="connsiteX276" fmla="*/ 1501649 w 3286198"/>
              <a:gd name="connsiteY276" fmla="*/ 587272 h 765348"/>
              <a:gd name="connsiteX277" fmla="*/ 1424609 w 3286198"/>
              <a:gd name="connsiteY277" fmla="*/ 655472 h 765348"/>
              <a:gd name="connsiteX278" fmla="*/ 1362724 w 3286198"/>
              <a:gd name="connsiteY278" fmla="*/ 655472 h 765348"/>
              <a:gd name="connsiteX279" fmla="*/ 1240218 w 3286198"/>
              <a:gd name="connsiteY279" fmla="*/ 690834 h 765348"/>
              <a:gd name="connsiteX280" fmla="*/ 1237692 w 3286198"/>
              <a:gd name="connsiteY280" fmla="*/ 692097 h 765348"/>
              <a:gd name="connsiteX281" fmla="*/ 1235166 w 3286198"/>
              <a:gd name="connsiteY281" fmla="*/ 690834 h 765348"/>
              <a:gd name="connsiteX282" fmla="*/ 1112660 w 3286198"/>
              <a:gd name="connsiteY282" fmla="*/ 655472 h 765348"/>
              <a:gd name="connsiteX283" fmla="*/ 1050775 w 3286198"/>
              <a:gd name="connsiteY283" fmla="*/ 655472 h 765348"/>
              <a:gd name="connsiteX284" fmla="*/ 973735 w 3286198"/>
              <a:gd name="connsiteY284" fmla="*/ 587272 h 765348"/>
              <a:gd name="connsiteX285" fmla="*/ 973735 w 3286198"/>
              <a:gd name="connsiteY285" fmla="*/ 56833 h 765348"/>
              <a:gd name="connsiteX286" fmla="*/ 1381668 w 3286198"/>
              <a:gd name="connsiteY286" fmla="*/ 56833 h 765348"/>
              <a:gd name="connsiteX287" fmla="*/ 1381668 w 3286198"/>
              <a:gd name="connsiteY287" fmla="*/ 0 h 765348"/>
              <a:gd name="connsiteX288" fmla="*/ 919428 w 3286198"/>
              <a:gd name="connsiteY288" fmla="*/ 0 h 765348"/>
              <a:gd name="connsiteX289" fmla="*/ 919428 w 3286198"/>
              <a:gd name="connsiteY289" fmla="*/ 587272 h 765348"/>
              <a:gd name="connsiteX290" fmla="*/ 1052038 w 3286198"/>
              <a:gd name="connsiteY290" fmla="*/ 712304 h 765348"/>
              <a:gd name="connsiteX291" fmla="*/ 1113923 w 3286198"/>
              <a:gd name="connsiteY291" fmla="*/ 712304 h 765348"/>
              <a:gd name="connsiteX292" fmla="*/ 1237692 w 3286198"/>
              <a:gd name="connsiteY292" fmla="*/ 765348 h 765348"/>
              <a:gd name="connsiteX293" fmla="*/ 1361461 w 3286198"/>
              <a:gd name="connsiteY293" fmla="*/ 712304 h 765348"/>
              <a:gd name="connsiteX294" fmla="*/ 1423346 w 3286198"/>
              <a:gd name="connsiteY294" fmla="*/ 712304 h 765348"/>
              <a:gd name="connsiteX295" fmla="*/ 1555955 w 3286198"/>
              <a:gd name="connsiteY295" fmla="*/ 587272 h 765348"/>
              <a:gd name="connsiteX296" fmla="*/ 1555955 w 3286198"/>
              <a:gd name="connsiteY296" fmla="*/ 173024 h 765348"/>
              <a:gd name="connsiteX297" fmla="*/ 1499123 w 3286198"/>
              <a:gd name="connsiteY297" fmla="*/ 173024 h 765348"/>
              <a:gd name="connsiteX298" fmla="*/ 1499123 w 3286198"/>
              <a:gd name="connsiteY298" fmla="*/ 587272 h 765348"/>
              <a:gd name="connsiteX299" fmla="*/ 1266740 w 3286198"/>
              <a:gd name="connsiteY299" fmla="*/ 361204 h 765348"/>
              <a:gd name="connsiteX300" fmla="*/ 1209907 w 3286198"/>
              <a:gd name="connsiteY300" fmla="*/ 361204 h 765348"/>
              <a:gd name="connsiteX301" fmla="*/ 1209907 w 3286198"/>
              <a:gd name="connsiteY301" fmla="*/ 616320 h 765348"/>
              <a:gd name="connsiteX302" fmla="*/ 1266740 w 3286198"/>
              <a:gd name="connsiteY302" fmla="*/ 616320 h 765348"/>
              <a:gd name="connsiteX303" fmla="*/ 1266740 w 3286198"/>
              <a:gd name="connsiteY303" fmla="*/ 361204 h 765348"/>
              <a:gd name="connsiteX304" fmla="*/ 1121500 w 3286198"/>
              <a:gd name="connsiteY304" fmla="*/ 303108 h 765348"/>
              <a:gd name="connsiteX305" fmla="*/ 1064668 w 3286198"/>
              <a:gd name="connsiteY305" fmla="*/ 303108 h 765348"/>
              <a:gd name="connsiteX306" fmla="*/ 1064668 w 3286198"/>
              <a:gd name="connsiteY306" fmla="*/ 558224 h 765348"/>
              <a:gd name="connsiteX307" fmla="*/ 1121500 w 3286198"/>
              <a:gd name="connsiteY307" fmla="*/ 558224 h 765348"/>
              <a:gd name="connsiteX308" fmla="*/ 1121500 w 3286198"/>
              <a:gd name="connsiteY308" fmla="*/ 303108 h 765348"/>
              <a:gd name="connsiteX309" fmla="*/ 1411979 w 3286198"/>
              <a:gd name="connsiteY309" fmla="*/ 303108 h 765348"/>
              <a:gd name="connsiteX310" fmla="*/ 1355146 w 3286198"/>
              <a:gd name="connsiteY310" fmla="*/ 303108 h 765348"/>
              <a:gd name="connsiteX311" fmla="*/ 1355146 w 3286198"/>
              <a:gd name="connsiteY311" fmla="*/ 558224 h 765348"/>
              <a:gd name="connsiteX312" fmla="*/ 1411979 w 3286198"/>
              <a:gd name="connsiteY312" fmla="*/ 558224 h 765348"/>
              <a:gd name="connsiteX313" fmla="*/ 1411979 w 3286198"/>
              <a:gd name="connsiteY313" fmla="*/ 303108 h 765348"/>
              <a:gd name="connsiteX314" fmla="*/ 1411979 w 3286198"/>
              <a:gd name="connsiteY314" fmla="*/ 0 h 765348"/>
              <a:gd name="connsiteX315" fmla="*/ 1411979 w 3286198"/>
              <a:gd name="connsiteY315" fmla="*/ 0 h 765348"/>
              <a:gd name="connsiteX316" fmla="*/ 1411979 w 3286198"/>
              <a:gd name="connsiteY316" fmla="*/ 56833 h 765348"/>
              <a:gd name="connsiteX317" fmla="*/ 1461234 w 3286198"/>
              <a:gd name="connsiteY317" fmla="*/ 56833 h 765348"/>
              <a:gd name="connsiteX318" fmla="*/ 1238955 w 3286198"/>
              <a:gd name="connsiteY318" fmla="*/ 231120 h 765348"/>
              <a:gd name="connsiteX319" fmla="*/ 1093715 w 3286198"/>
              <a:gd name="connsiteY319" fmla="*/ 117454 h 765348"/>
              <a:gd name="connsiteX320" fmla="*/ 1004046 w 3286198"/>
              <a:gd name="connsiteY320" fmla="*/ 186917 h 765348"/>
              <a:gd name="connsiteX321" fmla="*/ 1004046 w 3286198"/>
              <a:gd name="connsiteY321" fmla="*/ 258905 h 765348"/>
              <a:gd name="connsiteX322" fmla="*/ 1093715 w 3286198"/>
              <a:gd name="connsiteY322" fmla="*/ 189443 h 765348"/>
              <a:gd name="connsiteX323" fmla="*/ 1238955 w 3286198"/>
              <a:gd name="connsiteY323" fmla="*/ 303108 h 765348"/>
              <a:gd name="connsiteX324" fmla="*/ 1501649 w 3286198"/>
              <a:gd name="connsiteY324" fmla="*/ 97247 h 765348"/>
              <a:gd name="connsiteX325" fmla="*/ 1501649 w 3286198"/>
              <a:gd name="connsiteY325" fmla="*/ 146502 h 765348"/>
              <a:gd name="connsiteX326" fmla="*/ 1558481 w 3286198"/>
              <a:gd name="connsiteY326" fmla="*/ 146502 h 765348"/>
              <a:gd name="connsiteX327" fmla="*/ 1558481 w 3286198"/>
              <a:gd name="connsiteY327" fmla="*/ 0 h 765348"/>
              <a:gd name="connsiteX328" fmla="*/ 1411979 w 3286198"/>
              <a:gd name="connsiteY328" fmla="*/ 0 h 765348"/>
              <a:gd name="connsiteX329" fmla="*/ 20207 w 3286198"/>
              <a:gd name="connsiteY329" fmla="*/ 20207 h 765348"/>
              <a:gd name="connsiteX330" fmla="*/ 20207 w 3286198"/>
              <a:gd name="connsiteY330" fmla="*/ 599902 h 765348"/>
              <a:gd name="connsiteX331" fmla="*/ 130084 w 3286198"/>
              <a:gd name="connsiteY331" fmla="*/ 697149 h 765348"/>
              <a:gd name="connsiteX332" fmla="*/ 203335 w 3286198"/>
              <a:gd name="connsiteY332" fmla="*/ 697149 h 765348"/>
              <a:gd name="connsiteX333" fmla="*/ 323315 w 3286198"/>
              <a:gd name="connsiteY333" fmla="*/ 738826 h 765348"/>
              <a:gd name="connsiteX334" fmla="*/ 443296 w 3286198"/>
              <a:gd name="connsiteY334" fmla="*/ 697149 h 765348"/>
              <a:gd name="connsiteX335" fmla="*/ 516547 w 3286198"/>
              <a:gd name="connsiteY335" fmla="*/ 697149 h 765348"/>
              <a:gd name="connsiteX336" fmla="*/ 625161 w 3286198"/>
              <a:gd name="connsiteY336" fmla="*/ 599902 h 765348"/>
              <a:gd name="connsiteX337" fmla="*/ 625161 w 3286198"/>
              <a:gd name="connsiteY337" fmla="*/ 20207 h 765348"/>
              <a:gd name="connsiteX338" fmla="*/ 20207 w 3286198"/>
              <a:gd name="connsiteY338" fmla="*/ 20207 h 765348"/>
              <a:gd name="connsiteX339" fmla="*/ 645368 w 3286198"/>
              <a:gd name="connsiteY339" fmla="*/ 20207 h 765348"/>
              <a:gd name="connsiteX340" fmla="*/ 645368 w 3286198"/>
              <a:gd name="connsiteY340" fmla="*/ 599902 h 765348"/>
              <a:gd name="connsiteX341" fmla="*/ 610005 w 3286198"/>
              <a:gd name="connsiteY341" fmla="*/ 687045 h 765348"/>
              <a:gd name="connsiteX342" fmla="*/ 516547 w 3286198"/>
              <a:gd name="connsiteY342" fmla="*/ 717356 h 765348"/>
              <a:gd name="connsiteX343" fmla="*/ 442033 w 3286198"/>
              <a:gd name="connsiteY343" fmla="*/ 717356 h 765348"/>
              <a:gd name="connsiteX344" fmla="*/ 334682 w 3286198"/>
              <a:gd name="connsiteY344" fmla="*/ 753982 h 765348"/>
              <a:gd name="connsiteX345" fmla="*/ 322052 w 3286198"/>
              <a:gd name="connsiteY345" fmla="*/ 765348 h 765348"/>
              <a:gd name="connsiteX346" fmla="*/ 309423 w 3286198"/>
              <a:gd name="connsiteY346" fmla="*/ 753982 h 765348"/>
              <a:gd name="connsiteX347" fmla="*/ 202072 w 3286198"/>
              <a:gd name="connsiteY347" fmla="*/ 717356 h 765348"/>
              <a:gd name="connsiteX348" fmla="*/ 128821 w 3286198"/>
              <a:gd name="connsiteY348" fmla="*/ 717356 h 765348"/>
              <a:gd name="connsiteX349" fmla="*/ 0 w 3286198"/>
              <a:gd name="connsiteY349" fmla="*/ 599902 h 765348"/>
              <a:gd name="connsiteX350" fmla="*/ 0 w 3286198"/>
              <a:gd name="connsiteY350" fmla="*/ 20207 h 765348"/>
              <a:gd name="connsiteX351" fmla="*/ 0 w 3286198"/>
              <a:gd name="connsiteY351" fmla="*/ 0 h 765348"/>
              <a:gd name="connsiteX352" fmla="*/ 20207 w 3286198"/>
              <a:gd name="connsiteY352" fmla="*/ 0 h 765348"/>
              <a:gd name="connsiteX353" fmla="*/ 626424 w 3286198"/>
              <a:gd name="connsiteY353" fmla="*/ 0 h 765348"/>
              <a:gd name="connsiteX354" fmla="*/ 646631 w 3286198"/>
              <a:gd name="connsiteY354" fmla="*/ 0 h 765348"/>
              <a:gd name="connsiteX355" fmla="*/ 646631 w 3286198"/>
              <a:gd name="connsiteY355" fmla="*/ 20207 h 765348"/>
              <a:gd name="connsiteX356" fmla="*/ 601165 w 3286198"/>
              <a:gd name="connsiteY356" fmla="*/ 415511 h 765348"/>
              <a:gd name="connsiteX357" fmla="*/ 601165 w 3286198"/>
              <a:gd name="connsiteY357" fmla="*/ 436981 h 765348"/>
              <a:gd name="connsiteX358" fmla="*/ 598639 w 3286198"/>
              <a:gd name="connsiteY358" fmla="*/ 438244 h 765348"/>
              <a:gd name="connsiteX359" fmla="*/ 579694 w 3286198"/>
              <a:gd name="connsiteY359" fmla="*/ 419300 h 765348"/>
              <a:gd name="connsiteX360" fmla="*/ 587272 w 3286198"/>
              <a:gd name="connsiteY360" fmla="*/ 407933 h 765348"/>
              <a:gd name="connsiteX361" fmla="*/ 584746 w 3286198"/>
              <a:gd name="connsiteY361" fmla="*/ 388989 h 765348"/>
              <a:gd name="connsiteX362" fmla="*/ 577169 w 3286198"/>
              <a:gd name="connsiteY362" fmla="*/ 373833 h 765348"/>
              <a:gd name="connsiteX363" fmla="*/ 558224 w 3286198"/>
              <a:gd name="connsiteY363" fmla="*/ 354889 h 765348"/>
              <a:gd name="connsiteX364" fmla="*/ 546858 w 3286198"/>
              <a:gd name="connsiteY364" fmla="*/ 353626 h 765348"/>
              <a:gd name="connsiteX365" fmla="*/ 514021 w 3286198"/>
              <a:gd name="connsiteY365" fmla="*/ 385200 h 765348"/>
              <a:gd name="connsiteX366" fmla="*/ 514021 w 3286198"/>
              <a:gd name="connsiteY366" fmla="*/ 388989 h 765348"/>
              <a:gd name="connsiteX367" fmla="*/ 530439 w 3286198"/>
              <a:gd name="connsiteY367" fmla="*/ 387726 h 765348"/>
              <a:gd name="connsiteX368" fmla="*/ 548121 w 3286198"/>
              <a:gd name="connsiteY368" fmla="*/ 405407 h 765348"/>
              <a:gd name="connsiteX369" fmla="*/ 553172 w 3286198"/>
              <a:gd name="connsiteY369" fmla="*/ 414248 h 765348"/>
              <a:gd name="connsiteX370" fmla="*/ 569591 w 3286198"/>
              <a:gd name="connsiteY370" fmla="*/ 435718 h 765348"/>
              <a:gd name="connsiteX371" fmla="*/ 577169 w 3286198"/>
              <a:gd name="connsiteY371" fmla="*/ 460977 h 765348"/>
              <a:gd name="connsiteX372" fmla="*/ 583483 w 3286198"/>
              <a:gd name="connsiteY372" fmla="*/ 481184 h 765348"/>
              <a:gd name="connsiteX373" fmla="*/ 588535 w 3286198"/>
              <a:gd name="connsiteY373" fmla="*/ 497603 h 765348"/>
              <a:gd name="connsiteX374" fmla="*/ 577169 w 3286198"/>
              <a:gd name="connsiteY374" fmla="*/ 503917 h 765348"/>
              <a:gd name="connsiteX375" fmla="*/ 565802 w 3286198"/>
              <a:gd name="connsiteY375" fmla="*/ 495077 h 765348"/>
              <a:gd name="connsiteX376" fmla="*/ 564539 w 3286198"/>
              <a:gd name="connsiteY376" fmla="*/ 482447 h 765348"/>
              <a:gd name="connsiteX377" fmla="*/ 563276 w 3286198"/>
              <a:gd name="connsiteY377" fmla="*/ 458451 h 765348"/>
              <a:gd name="connsiteX378" fmla="*/ 554435 w 3286198"/>
              <a:gd name="connsiteY378" fmla="*/ 444559 h 765348"/>
              <a:gd name="connsiteX379" fmla="*/ 553172 w 3286198"/>
              <a:gd name="connsiteY379" fmla="*/ 434455 h 765348"/>
              <a:gd name="connsiteX380" fmla="*/ 536754 w 3286198"/>
              <a:gd name="connsiteY380" fmla="*/ 416774 h 765348"/>
              <a:gd name="connsiteX381" fmla="*/ 522862 w 3286198"/>
              <a:gd name="connsiteY381" fmla="*/ 412985 h 765348"/>
              <a:gd name="connsiteX382" fmla="*/ 506443 w 3286198"/>
              <a:gd name="connsiteY382" fmla="*/ 418037 h 765348"/>
              <a:gd name="connsiteX383" fmla="*/ 436981 w 3286198"/>
              <a:gd name="connsiteY383" fmla="*/ 439507 h 765348"/>
              <a:gd name="connsiteX384" fmla="*/ 429403 w 3286198"/>
              <a:gd name="connsiteY384" fmla="*/ 442033 h 765348"/>
              <a:gd name="connsiteX385" fmla="*/ 448348 w 3286198"/>
              <a:gd name="connsiteY385" fmla="*/ 468555 h 765348"/>
              <a:gd name="connsiteX386" fmla="*/ 450873 w 3286198"/>
              <a:gd name="connsiteY386" fmla="*/ 463503 h 765348"/>
              <a:gd name="connsiteX387" fmla="*/ 452136 w 3286198"/>
              <a:gd name="connsiteY387" fmla="*/ 472344 h 765348"/>
              <a:gd name="connsiteX388" fmla="*/ 469818 w 3286198"/>
              <a:gd name="connsiteY388" fmla="*/ 473607 h 765348"/>
              <a:gd name="connsiteX389" fmla="*/ 482447 w 3286198"/>
              <a:gd name="connsiteY389" fmla="*/ 497603 h 765348"/>
              <a:gd name="connsiteX390" fmla="*/ 484973 w 3286198"/>
              <a:gd name="connsiteY390" fmla="*/ 498866 h 765348"/>
              <a:gd name="connsiteX391" fmla="*/ 503917 w 3286198"/>
              <a:gd name="connsiteY391" fmla="*/ 517810 h 765348"/>
              <a:gd name="connsiteX392" fmla="*/ 511495 w 3286198"/>
              <a:gd name="connsiteY392" fmla="*/ 529176 h 765348"/>
              <a:gd name="connsiteX393" fmla="*/ 519073 w 3286198"/>
              <a:gd name="connsiteY393" fmla="*/ 541806 h 765348"/>
              <a:gd name="connsiteX394" fmla="*/ 524125 w 3286198"/>
              <a:gd name="connsiteY394" fmla="*/ 545595 h 765348"/>
              <a:gd name="connsiteX395" fmla="*/ 520336 w 3286198"/>
              <a:gd name="connsiteY395" fmla="*/ 549384 h 765348"/>
              <a:gd name="connsiteX396" fmla="*/ 512758 w 3286198"/>
              <a:gd name="connsiteY396" fmla="*/ 549384 h 765348"/>
              <a:gd name="connsiteX397" fmla="*/ 516547 w 3286198"/>
              <a:gd name="connsiteY397" fmla="*/ 556961 h 765348"/>
              <a:gd name="connsiteX398" fmla="*/ 507706 w 3286198"/>
              <a:gd name="connsiteY398" fmla="*/ 559487 h 765348"/>
              <a:gd name="connsiteX399" fmla="*/ 498866 w 3286198"/>
              <a:gd name="connsiteY399" fmla="*/ 589798 h 765348"/>
              <a:gd name="connsiteX400" fmla="*/ 477395 w 3286198"/>
              <a:gd name="connsiteY400" fmla="*/ 611268 h 765348"/>
              <a:gd name="connsiteX401" fmla="*/ 472344 w 3286198"/>
              <a:gd name="connsiteY401" fmla="*/ 620109 h 765348"/>
              <a:gd name="connsiteX402" fmla="*/ 464766 w 3286198"/>
              <a:gd name="connsiteY402" fmla="*/ 628950 h 765348"/>
              <a:gd name="connsiteX403" fmla="*/ 462240 w 3286198"/>
              <a:gd name="connsiteY403" fmla="*/ 636527 h 765348"/>
              <a:gd name="connsiteX404" fmla="*/ 478658 w 3286198"/>
              <a:gd name="connsiteY404" fmla="*/ 637790 h 765348"/>
              <a:gd name="connsiteX405" fmla="*/ 495077 w 3286198"/>
              <a:gd name="connsiteY405" fmla="*/ 639053 h 765348"/>
              <a:gd name="connsiteX406" fmla="*/ 507706 w 3286198"/>
              <a:gd name="connsiteY406" fmla="*/ 644105 h 765348"/>
              <a:gd name="connsiteX407" fmla="*/ 507706 w 3286198"/>
              <a:gd name="connsiteY407" fmla="*/ 656734 h 765348"/>
              <a:gd name="connsiteX408" fmla="*/ 495077 w 3286198"/>
              <a:gd name="connsiteY408" fmla="*/ 651683 h 765348"/>
              <a:gd name="connsiteX409" fmla="*/ 491288 w 3286198"/>
              <a:gd name="connsiteY409" fmla="*/ 669364 h 765348"/>
              <a:gd name="connsiteX410" fmla="*/ 476132 w 3286198"/>
              <a:gd name="connsiteY410" fmla="*/ 663049 h 765348"/>
              <a:gd name="connsiteX411" fmla="*/ 477395 w 3286198"/>
              <a:gd name="connsiteY411" fmla="*/ 674416 h 765348"/>
              <a:gd name="connsiteX412" fmla="*/ 442033 w 3286198"/>
              <a:gd name="connsiteY412" fmla="*/ 665575 h 765348"/>
              <a:gd name="connsiteX413" fmla="*/ 431929 w 3286198"/>
              <a:gd name="connsiteY413" fmla="*/ 666838 h 765348"/>
              <a:gd name="connsiteX414" fmla="*/ 419300 w 3286198"/>
              <a:gd name="connsiteY414" fmla="*/ 661786 h 765348"/>
              <a:gd name="connsiteX415" fmla="*/ 410459 w 3286198"/>
              <a:gd name="connsiteY415" fmla="*/ 663049 h 765348"/>
              <a:gd name="connsiteX416" fmla="*/ 387726 w 3286198"/>
              <a:gd name="connsiteY416" fmla="*/ 673153 h 765348"/>
              <a:gd name="connsiteX417" fmla="*/ 391515 w 3286198"/>
              <a:gd name="connsiteY417" fmla="*/ 657997 h 765348"/>
              <a:gd name="connsiteX418" fmla="*/ 406670 w 3286198"/>
              <a:gd name="connsiteY418" fmla="*/ 650420 h 765348"/>
              <a:gd name="connsiteX419" fmla="*/ 404144 w 3286198"/>
              <a:gd name="connsiteY419" fmla="*/ 642842 h 765348"/>
              <a:gd name="connsiteX420" fmla="*/ 400355 w 3286198"/>
              <a:gd name="connsiteY420" fmla="*/ 634001 h 765348"/>
              <a:gd name="connsiteX421" fmla="*/ 378885 w 3286198"/>
              <a:gd name="connsiteY421" fmla="*/ 636527 h 765348"/>
              <a:gd name="connsiteX422" fmla="*/ 368782 w 3286198"/>
              <a:gd name="connsiteY422" fmla="*/ 635264 h 765348"/>
              <a:gd name="connsiteX423" fmla="*/ 361204 w 3286198"/>
              <a:gd name="connsiteY423" fmla="*/ 634001 h 765348"/>
              <a:gd name="connsiteX424" fmla="*/ 356152 w 3286198"/>
              <a:gd name="connsiteY424" fmla="*/ 632738 h 765348"/>
              <a:gd name="connsiteX425" fmla="*/ 340997 w 3286198"/>
              <a:gd name="connsiteY425" fmla="*/ 628950 h 765348"/>
              <a:gd name="connsiteX426" fmla="*/ 329630 w 3286198"/>
              <a:gd name="connsiteY426" fmla="*/ 627687 h 765348"/>
              <a:gd name="connsiteX427" fmla="*/ 314475 w 3286198"/>
              <a:gd name="connsiteY427" fmla="*/ 620109 h 765348"/>
              <a:gd name="connsiteX428" fmla="*/ 327104 w 3286198"/>
              <a:gd name="connsiteY428" fmla="*/ 642842 h 765348"/>
              <a:gd name="connsiteX429" fmla="*/ 338471 w 3286198"/>
              <a:gd name="connsiteY429" fmla="*/ 642842 h 765348"/>
              <a:gd name="connsiteX430" fmla="*/ 348574 w 3286198"/>
              <a:gd name="connsiteY430" fmla="*/ 654209 h 765348"/>
              <a:gd name="connsiteX431" fmla="*/ 337208 w 3286198"/>
              <a:gd name="connsiteY431" fmla="*/ 650420 h 765348"/>
              <a:gd name="connsiteX432" fmla="*/ 329630 w 3286198"/>
              <a:gd name="connsiteY432" fmla="*/ 655472 h 765348"/>
              <a:gd name="connsiteX433" fmla="*/ 339734 w 3286198"/>
              <a:gd name="connsiteY433" fmla="*/ 674416 h 765348"/>
              <a:gd name="connsiteX434" fmla="*/ 330893 w 3286198"/>
              <a:gd name="connsiteY434" fmla="*/ 668101 h 765348"/>
              <a:gd name="connsiteX435" fmla="*/ 310686 w 3286198"/>
              <a:gd name="connsiteY435" fmla="*/ 664312 h 765348"/>
              <a:gd name="connsiteX436" fmla="*/ 294268 w 3286198"/>
              <a:gd name="connsiteY436" fmla="*/ 668101 h 765348"/>
              <a:gd name="connsiteX437" fmla="*/ 295531 w 3286198"/>
              <a:gd name="connsiteY437" fmla="*/ 674416 h 765348"/>
              <a:gd name="connsiteX438" fmla="*/ 296793 w 3286198"/>
              <a:gd name="connsiteY438" fmla="*/ 681993 h 765348"/>
              <a:gd name="connsiteX439" fmla="*/ 285427 w 3286198"/>
              <a:gd name="connsiteY439" fmla="*/ 675679 h 765348"/>
              <a:gd name="connsiteX440" fmla="*/ 263957 w 3286198"/>
              <a:gd name="connsiteY440" fmla="*/ 666838 h 765348"/>
              <a:gd name="connsiteX441" fmla="*/ 257642 w 3286198"/>
              <a:gd name="connsiteY441" fmla="*/ 663049 h 765348"/>
              <a:gd name="connsiteX442" fmla="*/ 242487 w 3286198"/>
              <a:gd name="connsiteY442" fmla="*/ 663049 h 765348"/>
              <a:gd name="connsiteX443" fmla="*/ 227331 w 3286198"/>
              <a:gd name="connsiteY443" fmla="*/ 664312 h 765348"/>
              <a:gd name="connsiteX444" fmla="*/ 215965 w 3286198"/>
              <a:gd name="connsiteY444" fmla="*/ 670627 h 765348"/>
              <a:gd name="connsiteX445" fmla="*/ 228594 w 3286198"/>
              <a:gd name="connsiteY445" fmla="*/ 654209 h 765348"/>
              <a:gd name="connsiteX446" fmla="*/ 248801 w 3286198"/>
              <a:gd name="connsiteY446" fmla="*/ 647894 h 765348"/>
              <a:gd name="connsiteX447" fmla="*/ 255116 w 3286198"/>
              <a:gd name="connsiteY447" fmla="*/ 636527 h 765348"/>
              <a:gd name="connsiteX448" fmla="*/ 258905 w 3286198"/>
              <a:gd name="connsiteY448" fmla="*/ 606216 h 765348"/>
              <a:gd name="connsiteX449" fmla="*/ 253853 w 3286198"/>
              <a:gd name="connsiteY449" fmla="*/ 586009 h 765348"/>
              <a:gd name="connsiteX450" fmla="*/ 236172 w 3286198"/>
              <a:gd name="connsiteY450" fmla="*/ 584746 h 765348"/>
              <a:gd name="connsiteX451" fmla="*/ 209650 w 3286198"/>
              <a:gd name="connsiteY451" fmla="*/ 634001 h 765348"/>
              <a:gd name="connsiteX452" fmla="*/ 173024 w 3286198"/>
              <a:gd name="connsiteY452" fmla="*/ 612531 h 765348"/>
              <a:gd name="connsiteX453" fmla="*/ 173024 w 3286198"/>
              <a:gd name="connsiteY453" fmla="*/ 579694 h 765348"/>
              <a:gd name="connsiteX454" fmla="*/ 135136 w 3286198"/>
              <a:gd name="connsiteY454" fmla="*/ 569591 h 765348"/>
              <a:gd name="connsiteX455" fmla="*/ 132610 w 3286198"/>
              <a:gd name="connsiteY455" fmla="*/ 573380 h 765348"/>
              <a:gd name="connsiteX456" fmla="*/ 145239 w 3286198"/>
              <a:gd name="connsiteY456" fmla="*/ 608742 h 765348"/>
              <a:gd name="connsiteX457" fmla="*/ 152817 w 3286198"/>
              <a:gd name="connsiteY457" fmla="*/ 627687 h 765348"/>
              <a:gd name="connsiteX458" fmla="*/ 151554 w 3286198"/>
              <a:gd name="connsiteY458" fmla="*/ 630213 h 765348"/>
              <a:gd name="connsiteX459" fmla="*/ 122506 w 3286198"/>
              <a:gd name="connsiteY459" fmla="*/ 622635 h 765348"/>
              <a:gd name="connsiteX460" fmla="*/ 123769 w 3286198"/>
              <a:gd name="connsiteY460" fmla="*/ 610005 h 765348"/>
              <a:gd name="connsiteX461" fmla="*/ 114929 w 3286198"/>
              <a:gd name="connsiteY461" fmla="*/ 583483 h 765348"/>
              <a:gd name="connsiteX462" fmla="*/ 108614 w 3286198"/>
              <a:gd name="connsiteY462" fmla="*/ 569591 h 765348"/>
              <a:gd name="connsiteX463" fmla="*/ 116191 w 3286198"/>
              <a:gd name="connsiteY463" fmla="*/ 559487 h 765348"/>
              <a:gd name="connsiteX464" fmla="*/ 114929 w 3286198"/>
              <a:gd name="connsiteY464" fmla="*/ 556961 h 765348"/>
              <a:gd name="connsiteX465" fmla="*/ 107351 w 3286198"/>
              <a:gd name="connsiteY465" fmla="*/ 481184 h 765348"/>
              <a:gd name="connsiteX466" fmla="*/ 109877 w 3286198"/>
              <a:gd name="connsiteY466" fmla="*/ 439507 h 765348"/>
              <a:gd name="connsiteX467" fmla="*/ 102299 w 3286198"/>
              <a:gd name="connsiteY467" fmla="*/ 438244 h 765348"/>
              <a:gd name="connsiteX468" fmla="*/ 92195 w 3286198"/>
              <a:gd name="connsiteY468" fmla="*/ 445822 h 765348"/>
              <a:gd name="connsiteX469" fmla="*/ 70725 w 3286198"/>
              <a:gd name="connsiteY469" fmla="*/ 500129 h 765348"/>
              <a:gd name="connsiteX470" fmla="*/ 69462 w 3286198"/>
              <a:gd name="connsiteY470" fmla="*/ 501392 h 765348"/>
              <a:gd name="connsiteX471" fmla="*/ 68199 w 3286198"/>
              <a:gd name="connsiteY471" fmla="*/ 424351 h 765348"/>
              <a:gd name="connsiteX472" fmla="*/ 64410 w 3286198"/>
              <a:gd name="connsiteY472" fmla="*/ 402881 h 765348"/>
              <a:gd name="connsiteX473" fmla="*/ 45466 w 3286198"/>
              <a:gd name="connsiteY473" fmla="*/ 373833 h 765348"/>
              <a:gd name="connsiteX474" fmla="*/ 70725 w 3286198"/>
              <a:gd name="connsiteY474" fmla="*/ 353626 h 765348"/>
              <a:gd name="connsiteX475" fmla="*/ 69462 w 3286198"/>
              <a:gd name="connsiteY475" fmla="*/ 338471 h 765348"/>
              <a:gd name="connsiteX476" fmla="*/ 71988 w 3286198"/>
              <a:gd name="connsiteY476" fmla="*/ 338471 h 765348"/>
              <a:gd name="connsiteX477" fmla="*/ 78303 w 3286198"/>
              <a:gd name="connsiteY477" fmla="*/ 376359 h 765348"/>
              <a:gd name="connsiteX478" fmla="*/ 64410 w 3286198"/>
              <a:gd name="connsiteY478" fmla="*/ 364993 h 765348"/>
              <a:gd name="connsiteX479" fmla="*/ 64410 w 3286198"/>
              <a:gd name="connsiteY479" fmla="*/ 363730 h 765348"/>
              <a:gd name="connsiteX480" fmla="*/ 55570 w 3286198"/>
              <a:gd name="connsiteY480" fmla="*/ 362467 h 765348"/>
              <a:gd name="connsiteX481" fmla="*/ 65673 w 3286198"/>
              <a:gd name="connsiteY481" fmla="*/ 391515 h 765348"/>
              <a:gd name="connsiteX482" fmla="*/ 78303 w 3286198"/>
              <a:gd name="connsiteY482" fmla="*/ 388989 h 765348"/>
              <a:gd name="connsiteX483" fmla="*/ 106088 w 3286198"/>
              <a:gd name="connsiteY483" fmla="*/ 334682 h 765348"/>
              <a:gd name="connsiteX484" fmla="*/ 176813 w 3286198"/>
              <a:gd name="connsiteY484" fmla="*/ 329630 h 765348"/>
              <a:gd name="connsiteX485" fmla="*/ 194494 w 3286198"/>
              <a:gd name="connsiteY485" fmla="*/ 339734 h 765348"/>
              <a:gd name="connsiteX486" fmla="*/ 215965 w 3286198"/>
              <a:gd name="connsiteY486" fmla="*/ 334682 h 765348"/>
              <a:gd name="connsiteX487" fmla="*/ 236172 w 3286198"/>
              <a:gd name="connsiteY487" fmla="*/ 330893 h 765348"/>
              <a:gd name="connsiteX488" fmla="*/ 234909 w 3286198"/>
              <a:gd name="connsiteY488" fmla="*/ 323315 h 765348"/>
              <a:gd name="connsiteX489" fmla="*/ 228594 w 3286198"/>
              <a:gd name="connsiteY489" fmla="*/ 311949 h 765348"/>
              <a:gd name="connsiteX490" fmla="*/ 203335 w 3286198"/>
              <a:gd name="connsiteY490" fmla="*/ 298056 h 765348"/>
              <a:gd name="connsiteX491" fmla="*/ 122506 w 3286198"/>
              <a:gd name="connsiteY491" fmla="*/ 294268 h 765348"/>
              <a:gd name="connsiteX492" fmla="*/ 119980 w 3286198"/>
              <a:gd name="connsiteY492" fmla="*/ 286690 h 765348"/>
              <a:gd name="connsiteX493" fmla="*/ 130084 w 3286198"/>
              <a:gd name="connsiteY493" fmla="*/ 272797 h 765348"/>
              <a:gd name="connsiteX494" fmla="*/ 133873 w 3286198"/>
              <a:gd name="connsiteY494" fmla="*/ 261431 h 765348"/>
              <a:gd name="connsiteX495" fmla="*/ 143976 w 3286198"/>
              <a:gd name="connsiteY495" fmla="*/ 233646 h 765348"/>
              <a:gd name="connsiteX496" fmla="*/ 175550 w 3286198"/>
              <a:gd name="connsiteY496" fmla="*/ 205861 h 765348"/>
              <a:gd name="connsiteX497" fmla="*/ 185654 w 3286198"/>
              <a:gd name="connsiteY497" fmla="*/ 188180 h 765348"/>
              <a:gd name="connsiteX498" fmla="*/ 181865 w 3286198"/>
              <a:gd name="connsiteY498" fmla="*/ 185654 h 765348"/>
              <a:gd name="connsiteX499" fmla="*/ 164184 w 3286198"/>
              <a:gd name="connsiteY499" fmla="*/ 186917 h 765348"/>
              <a:gd name="connsiteX500" fmla="*/ 162921 w 3286198"/>
              <a:gd name="connsiteY500" fmla="*/ 180602 h 765348"/>
              <a:gd name="connsiteX501" fmla="*/ 183128 w 3286198"/>
              <a:gd name="connsiteY501" fmla="*/ 157869 h 765348"/>
              <a:gd name="connsiteX502" fmla="*/ 181865 w 3286198"/>
              <a:gd name="connsiteY502" fmla="*/ 145239 h 765348"/>
              <a:gd name="connsiteX503" fmla="*/ 179339 w 3286198"/>
              <a:gd name="connsiteY503" fmla="*/ 141450 h 765348"/>
              <a:gd name="connsiteX504" fmla="*/ 175550 w 3286198"/>
              <a:gd name="connsiteY504" fmla="*/ 130084 h 765348"/>
              <a:gd name="connsiteX505" fmla="*/ 171761 w 3286198"/>
              <a:gd name="connsiteY505" fmla="*/ 117454 h 765348"/>
              <a:gd name="connsiteX506" fmla="*/ 164184 w 3286198"/>
              <a:gd name="connsiteY506" fmla="*/ 111140 h 765348"/>
              <a:gd name="connsiteX507" fmla="*/ 162921 w 3286198"/>
              <a:gd name="connsiteY507" fmla="*/ 98510 h 765348"/>
              <a:gd name="connsiteX508" fmla="*/ 160395 w 3286198"/>
              <a:gd name="connsiteY508" fmla="*/ 93458 h 765348"/>
              <a:gd name="connsiteX509" fmla="*/ 133873 w 3286198"/>
              <a:gd name="connsiteY509" fmla="*/ 55570 h 765348"/>
              <a:gd name="connsiteX510" fmla="*/ 138925 w 3286198"/>
              <a:gd name="connsiteY510" fmla="*/ 47992 h 765348"/>
              <a:gd name="connsiteX511" fmla="*/ 169235 w 3286198"/>
              <a:gd name="connsiteY511" fmla="*/ 85881 h 765348"/>
              <a:gd name="connsiteX512" fmla="*/ 179339 w 3286198"/>
              <a:gd name="connsiteY512" fmla="*/ 88407 h 765348"/>
              <a:gd name="connsiteX513" fmla="*/ 183128 w 3286198"/>
              <a:gd name="connsiteY513" fmla="*/ 94721 h 765348"/>
              <a:gd name="connsiteX514" fmla="*/ 188180 w 3286198"/>
              <a:gd name="connsiteY514" fmla="*/ 101036 h 765348"/>
              <a:gd name="connsiteX515" fmla="*/ 193231 w 3286198"/>
              <a:gd name="connsiteY515" fmla="*/ 111140 h 765348"/>
              <a:gd name="connsiteX516" fmla="*/ 203335 w 3286198"/>
              <a:gd name="connsiteY516" fmla="*/ 126295 h 765348"/>
              <a:gd name="connsiteX517" fmla="*/ 209650 w 3286198"/>
              <a:gd name="connsiteY517" fmla="*/ 140188 h 765348"/>
              <a:gd name="connsiteX518" fmla="*/ 221016 w 3286198"/>
              <a:gd name="connsiteY518" fmla="*/ 141450 h 765348"/>
              <a:gd name="connsiteX519" fmla="*/ 236172 w 3286198"/>
              <a:gd name="connsiteY519" fmla="*/ 130084 h 765348"/>
              <a:gd name="connsiteX520" fmla="*/ 260168 w 3286198"/>
              <a:gd name="connsiteY520" fmla="*/ 131347 h 765348"/>
              <a:gd name="connsiteX521" fmla="*/ 263957 w 3286198"/>
              <a:gd name="connsiteY521" fmla="*/ 131347 h 765348"/>
              <a:gd name="connsiteX522" fmla="*/ 285427 w 3286198"/>
              <a:gd name="connsiteY522" fmla="*/ 132610 h 765348"/>
              <a:gd name="connsiteX523" fmla="*/ 290479 w 3286198"/>
              <a:gd name="connsiteY523" fmla="*/ 118717 h 765348"/>
              <a:gd name="connsiteX524" fmla="*/ 303108 w 3286198"/>
              <a:gd name="connsiteY524" fmla="*/ 82092 h 765348"/>
              <a:gd name="connsiteX525" fmla="*/ 301845 w 3286198"/>
              <a:gd name="connsiteY525" fmla="*/ 78303 h 765348"/>
              <a:gd name="connsiteX526" fmla="*/ 284164 w 3286198"/>
              <a:gd name="connsiteY526" fmla="*/ 79566 h 765348"/>
              <a:gd name="connsiteX527" fmla="*/ 257642 w 3286198"/>
              <a:gd name="connsiteY527" fmla="*/ 70725 h 765348"/>
              <a:gd name="connsiteX528" fmla="*/ 272797 w 3286198"/>
              <a:gd name="connsiteY528" fmla="*/ 69462 h 765348"/>
              <a:gd name="connsiteX529" fmla="*/ 255116 w 3286198"/>
              <a:gd name="connsiteY529" fmla="*/ 56833 h 765348"/>
              <a:gd name="connsiteX530" fmla="*/ 257642 w 3286198"/>
              <a:gd name="connsiteY530" fmla="*/ 53044 h 765348"/>
              <a:gd name="connsiteX531" fmla="*/ 309423 w 3286198"/>
              <a:gd name="connsiteY531" fmla="*/ 41677 h 765348"/>
              <a:gd name="connsiteX532" fmla="*/ 323315 w 3286198"/>
              <a:gd name="connsiteY532" fmla="*/ 41677 h 765348"/>
              <a:gd name="connsiteX533" fmla="*/ 333419 w 3286198"/>
              <a:gd name="connsiteY533" fmla="*/ 45466 h 765348"/>
              <a:gd name="connsiteX534" fmla="*/ 337208 w 3286198"/>
              <a:gd name="connsiteY534" fmla="*/ 45466 h 765348"/>
              <a:gd name="connsiteX535" fmla="*/ 343523 w 3286198"/>
              <a:gd name="connsiteY535" fmla="*/ 53044 h 765348"/>
              <a:gd name="connsiteX536" fmla="*/ 338471 w 3286198"/>
              <a:gd name="connsiteY536" fmla="*/ 69462 h 765348"/>
              <a:gd name="connsiteX537" fmla="*/ 333419 w 3286198"/>
              <a:gd name="connsiteY537" fmla="*/ 75777 h 765348"/>
              <a:gd name="connsiteX538" fmla="*/ 342260 w 3286198"/>
              <a:gd name="connsiteY538" fmla="*/ 111140 h 765348"/>
              <a:gd name="connsiteX539" fmla="*/ 340997 w 3286198"/>
              <a:gd name="connsiteY539" fmla="*/ 111140 h 765348"/>
              <a:gd name="connsiteX540" fmla="*/ 342260 w 3286198"/>
              <a:gd name="connsiteY540" fmla="*/ 122506 h 765348"/>
              <a:gd name="connsiteX541" fmla="*/ 340997 w 3286198"/>
              <a:gd name="connsiteY541" fmla="*/ 122506 h 765348"/>
              <a:gd name="connsiteX542" fmla="*/ 340997 w 3286198"/>
              <a:gd name="connsiteY542" fmla="*/ 138925 h 765348"/>
              <a:gd name="connsiteX543" fmla="*/ 343523 w 3286198"/>
              <a:gd name="connsiteY543" fmla="*/ 140188 h 765348"/>
              <a:gd name="connsiteX544" fmla="*/ 383937 w 3286198"/>
              <a:gd name="connsiteY544" fmla="*/ 131347 h 765348"/>
              <a:gd name="connsiteX545" fmla="*/ 395304 w 3286198"/>
              <a:gd name="connsiteY545" fmla="*/ 130084 h 765348"/>
              <a:gd name="connsiteX546" fmla="*/ 415511 w 3286198"/>
              <a:gd name="connsiteY546" fmla="*/ 128821 h 765348"/>
              <a:gd name="connsiteX547" fmla="*/ 407933 w 3286198"/>
              <a:gd name="connsiteY547" fmla="*/ 118717 h 765348"/>
              <a:gd name="connsiteX548" fmla="*/ 411722 w 3286198"/>
              <a:gd name="connsiteY548" fmla="*/ 116191 h 765348"/>
              <a:gd name="connsiteX549" fmla="*/ 428140 w 3286198"/>
              <a:gd name="connsiteY549" fmla="*/ 118717 h 765348"/>
              <a:gd name="connsiteX550" fmla="*/ 428140 w 3286198"/>
              <a:gd name="connsiteY550" fmla="*/ 114929 h 765348"/>
              <a:gd name="connsiteX551" fmla="*/ 444559 w 3286198"/>
              <a:gd name="connsiteY551" fmla="*/ 122506 h 765348"/>
              <a:gd name="connsiteX552" fmla="*/ 452136 w 3286198"/>
              <a:gd name="connsiteY552" fmla="*/ 127558 h 765348"/>
              <a:gd name="connsiteX553" fmla="*/ 479921 w 3286198"/>
              <a:gd name="connsiteY553" fmla="*/ 136399 h 765348"/>
              <a:gd name="connsiteX554" fmla="*/ 484973 w 3286198"/>
              <a:gd name="connsiteY554" fmla="*/ 145239 h 765348"/>
              <a:gd name="connsiteX555" fmla="*/ 479921 w 3286198"/>
              <a:gd name="connsiteY555" fmla="*/ 143976 h 765348"/>
              <a:gd name="connsiteX556" fmla="*/ 479921 w 3286198"/>
              <a:gd name="connsiteY556" fmla="*/ 145239 h 765348"/>
              <a:gd name="connsiteX557" fmla="*/ 477395 w 3286198"/>
              <a:gd name="connsiteY557" fmla="*/ 146502 h 765348"/>
              <a:gd name="connsiteX558" fmla="*/ 483710 w 3286198"/>
              <a:gd name="connsiteY558" fmla="*/ 160395 h 765348"/>
              <a:gd name="connsiteX559" fmla="*/ 484973 w 3286198"/>
              <a:gd name="connsiteY559" fmla="*/ 164184 h 765348"/>
              <a:gd name="connsiteX560" fmla="*/ 511495 w 3286198"/>
              <a:gd name="connsiteY560" fmla="*/ 199546 h 765348"/>
              <a:gd name="connsiteX561" fmla="*/ 517810 w 3286198"/>
              <a:gd name="connsiteY561" fmla="*/ 203335 h 765348"/>
              <a:gd name="connsiteX562" fmla="*/ 520336 w 3286198"/>
              <a:gd name="connsiteY562" fmla="*/ 215965 h 765348"/>
              <a:gd name="connsiteX563" fmla="*/ 512758 w 3286198"/>
              <a:gd name="connsiteY563" fmla="*/ 229857 h 765348"/>
              <a:gd name="connsiteX564" fmla="*/ 501392 w 3286198"/>
              <a:gd name="connsiteY564" fmla="*/ 223542 h 765348"/>
              <a:gd name="connsiteX565" fmla="*/ 508969 w 3286198"/>
              <a:gd name="connsiteY565" fmla="*/ 231120 h 765348"/>
              <a:gd name="connsiteX566" fmla="*/ 490025 w 3286198"/>
              <a:gd name="connsiteY566" fmla="*/ 224805 h 765348"/>
              <a:gd name="connsiteX567" fmla="*/ 454662 w 3286198"/>
              <a:gd name="connsiteY567" fmla="*/ 214702 h 765348"/>
              <a:gd name="connsiteX568" fmla="*/ 479921 w 3286198"/>
              <a:gd name="connsiteY568" fmla="*/ 285427 h 765348"/>
              <a:gd name="connsiteX569" fmla="*/ 514021 w 3286198"/>
              <a:gd name="connsiteY569" fmla="*/ 342260 h 765348"/>
              <a:gd name="connsiteX570" fmla="*/ 521599 w 3286198"/>
              <a:gd name="connsiteY570" fmla="*/ 348574 h 765348"/>
              <a:gd name="connsiteX571" fmla="*/ 539280 w 3286198"/>
              <a:gd name="connsiteY571" fmla="*/ 335945 h 765348"/>
              <a:gd name="connsiteX572" fmla="*/ 563276 w 3286198"/>
              <a:gd name="connsiteY572" fmla="*/ 338471 h 765348"/>
              <a:gd name="connsiteX573" fmla="*/ 592324 w 3286198"/>
              <a:gd name="connsiteY573" fmla="*/ 375096 h 765348"/>
              <a:gd name="connsiteX574" fmla="*/ 599902 w 3286198"/>
              <a:gd name="connsiteY574" fmla="*/ 395304 h 765348"/>
              <a:gd name="connsiteX575" fmla="*/ 599902 w 3286198"/>
              <a:gd name="connsiteY575" fmla="*/ 406670 h 765348"/>
              <a:gd name="connsiteX576" fmla="*/ 601165 w 3286198"/>
              <a:gd name="connsiteY576" fmla="*/ 415511 h 765348"/>
              <a:gd name="connsiteX577" fmla="*/ 574643 w 3286198"/>
              <a:gd name="connsiteY577" fmla="*/ 481184 h 765348"/>
              <a:gd name="connsiteX578" fmla="*/ 570854 w 3286198"/>
              <a:gd name="connsiteY578" fmla="*/ 481184 h 765348"/>
              <a:gd name="connsiteX579" fmla="*/ 568328 w 3286198"/>
              <a:gd name="connsiteY579" fmla="*/ 487499 h 765348"/>
              <a:gd name="connsiteX580" fmla="*/ 573380 w 3286198"/>
              <a:gd name="connsiteY580" fmla="*/ 497603 h 765348"/>
              <a:gd name="connsiteX581" fmla="*/ 574643 w 3286198"/>
              <a:gd name="connsiteY581" fmla="*/ 493814 h 765348"/>
              <a:gd name="connsiteX582" fmla="*/ 577169 w 3286198"/>
              <a:gd name="connsiteY582" fmla="*/ 492551 h 765348"/>
              <a:gd name="connsiteX583" fmla="*/ 574643 w 3286198"/>
              <a:gd name="connsiteY583" fmla="*/ 488762 h 765348"/>
              <a:gd name="connsiteX584" fmla="*/ 582220 w 3286198"/>
              <a:gd name="connsiteY584" fmla="*/ 486236 h 765348"/>
              <a:gd name="connsiteX585" fmla="*/ 574643 w 3286198"/>
              <a:gd name="connsiteY585" fmla="*/ 481184 h 765348"/>
              <a:gd name="connsiteX586" fmla="*/ 575906 w 3286198"/>
              <a:gd name="connsiteY586" fmla="*/ 472344 h 765348"/>
              <a:gd name="connsiteX587" fmla="*/ 574643 w 3286198"/>
              <a:gd name="connsiteY587" fmla="*/ 467292 h 765348"/>
              <a:gd name="connsiteX588" fmla="*/ 573380 w 3286198"/>
              <a:gd name="connsiteY588" fmla="*/ 472344 h 765348"/>
              <a:gd name="connsiteX589" fmla="*/ 574643 w 3286198"/>
              <a:gd name="connsiteY589" fmla="*/ 477395 h 765348"/>
              <a:gd name="connsiteX590" fmla="*/ 575906 w 3286198"/>
              <a:gd name="connsiteY590" fmla="*/ 472344 h 765348"/>
              <a:gd name="connsiteX591" fmla="*/ 569591 w 3286198"/>
              <a:gd name="connsiteY591" fmla="*/ 443296 h 765348"/>
              <a:gd name="connsiteX592" fmla="*/ 570854 w 3286198"/>
              <a:gd name="connsiteY592" fmla="*/ 447085 h 765348"/>
              <a:gd name="connsiteX593" fmla="*/ 573380 w 3286198"/>
              <a:gd name="connsiteY593" fmla="*/ 449610 h 765348"/>
              <a:gd name="connsiteX594" fmla="*/ 572117 w 3286198"/>
              <a:gd name="connsiteY594" fmla="*/ 445822 h 765348"/>
              <a:gd name="connsiteX595" fmla="*/ 569591 w 3286198"/>
              <a:gd name="connsiteY595" fmla="*/ 443296 h 765348"/>
              <a:gd name="connsiteX596" fmla="*/ 505180 w 3286198"/>
              <a:gd name="connsiteY596" fmla="*/ 354889 h 765348"/>
              <a:gd name="connsiteX597" fmla="*/ 505180 w 3286198"/>
              <a:gd name="connsiteY597" fmla="*/ 358678 h 765348"/>
              <a:gd name="connsiteX598" fmla="*/ 507706 w 3286198"/>
              <a:gd name="connsiteY598" fmla="*/ 361204 h 765348"/>
              <a:gd name="connsiteX599" fmla="*/ 507706 w 3286198"/>
              <a:gd name="connsiteY599" fmla="*/ 357415 h 765348"/>
              <a:gd name="connsiteX600" fmla="*/ 505180 w 3286198"/>
              <a:gd name="connsiteY600" fmla="*/ 354889 h 765348"/>
              <a:gd name="connsiteX601" fmla="*/ 502654 w 3286198"/>
              <a:gd name="connsiteY601" fmla="*/ 382674 h 765348"/>
              <a:gd name="connsiteX602" fmla="*/ 502654 w 3286198"/>
              <a:gd name="connsiteY602" fmla="*/ 382674 h 765348"/>
              <a:gd name="connsiteX603" fmla="*/ 502654 w 3286198"/>
              <a:gd name="connsiteY603" fmla="*/ 385200 h 765348"/>
              <a:gd name="connsiteX604" fmla="*/ 502654 w 3286198"/>
              <a:gd name="connsiteY604" fmla="*/ 382674 h 765348"/>
              <a:gd name="connsiteX605" fmla="*/ 502654 w 3286198"/>
              <a:gd name="connsiteY605" fmla="*/ 382674 h 765348"/>
              <a:gd name="connsiteX606" fmla="*/ 496340 w 3286198"/>
              <a:gd name="connsiteY606" fmla="*/ 386463 h 765348"/>
              <a:gd name="connsiteX607" fmla="*/ 491288 w 3286198"/>
              <a:gd name="connsiteY607" fmla="*/ 357415 h 765348"/>
              <a:gd name="connsiteX608" fmla="*/ 488762 w 3286198"/>
              <a:gd name="connsiteY608" fmla="*/ 358678 h 765348"/>
              <a:gd name="connsiteX609" fmla="*/ 492551 w 3286198"/>
              <a:gd name="connsiteY609" fmla="*/ 387726 h 765348"/>
              <a:gd name="connsiteX610" fmla="*/ 496340 w 3286198"/>
              <a:gd name="connsiteY610" fmla="*/ 386463 h 765348"/>
              <a:gd name="connsiteX611" fmla="*/ 487499 w 3286198"/>
              <a:gd name="connsiteY611" fmla="*/ 301845 h 765348"/>
              <a:gd name="connsiteX612" fmla="*/ 486236 w 3286198"/>
              <a:gd name="connsiteY612" fmla="*/ 333419 h 765348"/>
              <a:gd name="connsiteX613" fmla="*/ 488762 w 3286198"/>
              <a:gd name="connsiteY613" fmla="*/ 332156 h 765348"/>
              <a:gd name="connsiteX614" fmla="*/ 490025 w 3286198"/>
              <a:gd name="connsiteY614" fmla="*/ 301845 h 765348"/>
              <a:gd name="connsiteX615" fmla="*/ 487499 w 3286198"/>
              <a:gd name="connsiteY615" fmla="*/ 301845 h 765348"/>
              <a:gd name="connsiteX616" fmla="*/ 484973 w 3286198"/>
              <a:gd name="connsiteY616" fmla="*/ 338471 h 765348"/>
              <a:gd name="connsiteX617" fmla="*/ 482447 w 3286198"/>
              <a:gd name="connsiteY617" fmla="*/ 346049 h 765348"/>
              <a:gd name="connsiteX618" fmla="*/ 487499 w 3286198"/>
              <a:gd name="connsiteY618" fmla="*/ 351100 h 765348"/>
              <a:gd name="connsiteX619" fmla="*/ 490025 w 3286198"/>
              <a:gd name="connsiteY619" fmla="*/ 343523 h 765348"/>
              <a:gd name="connsiteX620" fmla="*/ 484973 w 3286198"/>
              <a:gd name="connsiteY620" fmla="*/ 338471 h 765348"/>
              <a:gd name="connsiteX621" fmla="*/ 479921 w 3286198"/>
              <a:gd name="connsiteY621" fmla="*/ 372571 h 765348"/>
              <a:gd name="connsiteX622" fmla="*/ 482447 w 3286198"/>
              <a:gd name="connsiteY622" fmla="*/ 371308 h 765348"/>
              <a:gd name="connsiteX623" fmla="*/ 469818 w 3286198"/>
              <a:gd name="connsiteY623" fmla="*/ 348574 h 765348"/>
              <a:gd name="connsiteX624" fmla="*/ 466029 w 3286198"/>
              <a:gd name="connsiteY624" fmla="*/ 349837 h 765348"/>
              <a:gd name="connsiteX625" fmla="*/ 479921 w 3286198"/>
              <a:gd name="connsiteY625" fmla="*/ 372571 h 765348"/>
              <a:gd name="connsiteX626" fmla="*/ 477395 w 3286198"/>
              <a:gd name="connsiteY626" fmla="*/ 377622 h 765348"/>
              <a:gd name="connsiteX627" fmla="*/ 479921 w 3286198"/>
              <a:gd name="connsiteY627" fmla="*/ 375096 h 765348"/>
              <a:gd name="connsiteX628" fmla="*/ 462240 w 3286198"/>
              <a:gd name="connsiteY628" fmla="*/ 346049 h 765348"/>
              <a:gd name="connsiteX629" fmla="*/ 457188 w 3286198"/>
              <a:gd name="connsiteY629" fmla="*/ 346049 h 765348"/>
              <a:gd name="connsiteX630" fmla="*/ 477395 w 3286198"/>
              <a:gd name="connsiteY630" fmla="*/ 377622 h 765348"/>
              <a:gd name="connsiteX631" fmla="*/ 479921 w 3286198"/>
              <a:gd name="connsiteY631" fmla="*/ 358678 h 765348"/>
              <a:gd name="connsiteX632" fmla="*/ 479921 w 3286198"/>
              <a:gd name="connsiteY632" fmla="*/ 354889 h 765348"/>
              <a:gd name="connsiteX633" fmla="*/ 477395 w 3286198"/>
              <a:gd name="connsiteY633" fmla="*/ 352363 h 765348"/>
              <a:gd name="connsiteX634" fmla="*/ 477395 w 3286198"/>
              <a:gd name="connsiteY634" fmla="*/ 356152 h 765348"/>
              <a:gd name="connsiteX635" fmla="*/ 479921 w 3286198"/>
              <a:gd name="connsiteY635" fmla="*/ 358678 h 765348"/>
              <a:gd name="connsiteX636" fmla="*/ 476132 w 3286198"/>
              <a:gd name="connsiteY636" fmla="*/ 338471 h 765348"/>
              <a:gd name="connsiteX637" fmla="*/ 476132 w 3286198"/>
              <a:gd name="connsiteY637" fmla="*/ 338471 h 765348"/>
              <a:gd name="connsiteX638" fmla="*/ 473607 w 3286198"/>
              <a:gd name="connsiteY638" fmla="*/ 338471 h 765348"/>
              <a:gd name="connsiteX639" fmla="*/ 473607 w 3286198"/>
              <a:gd name="connsiteY639" fmla="*/ 339734 h 765348"/>
              <a:gd name="connsiteX640" fmla="*/ 478658 w 3286198"/>
              <a:gd name="connsiteY640" fmla="*/ 344786 h 765348"/>
              <a:gd name="connsiteX641" fmla="*/ 479921 w 3286198"/>
              <a:gd name="connsiteY641" fmla="*/ 344786 h 765348"/>
              <a:gd name="connsiteX642" fmla="*/ 481184 w 3286198"/>
              <a:gd name="connsiteY642" fmla="*/ 343523 h 765348"/>
              <a:gd name="connsiteX643" fmla="*/ 481184 w 3286198"/>
              <a:gd name="connsiteY643" fmla="*/ 342260 h 765348"/>
              <a:gd name="connsiteX644" fmla="*/ 476132 w 3286198"/>
              <a:gd name="connsiteY644" fmla="*/ 338471 h 765348"/>
              <a:gd name="connsiteX645" fmla="*/ 497603 w 3286198"/>
              <a:gd name="connsiteY645" fmla="*/ 219753 h 765348"/>
              <a:gd name="connsiteX646" fmla="*/ 496340 w 3286198"/>
              <a:gd name="connsiteY646" fmla="*/ 224805 h 765348"/>
              <a:gd name="connsiteX647" fmla="*/ 502654 w 3286198"/>
              <a:gd name="connsiteY647" fmla="*/ 226068 h 765348"/>
              <a:gd name="connsiteX648" fmla="*/ 497603 w 3286198"/>
              <a:gd name="connsiteY648" fmla="*/ 219753 h 765348"/>
              <a:gd name="connsiteX649" fmla="*/ 447085 w 3286198"/>
              <a:gd name="connsiteY649" fmla="*/ 126295 h 765348"/>
              <a:gd name="connsiteX650" fmla="*/ 447085 w 3286198"/>
              <a:gd name="connsiteY650" fmla="*/ 131347 h 765348"/>
              <a:gd name="connsiteX651" fmla="*/ 447085 w 3286198"/>
              <a:gd name="connsiteY651" fmla="*/ 133873 h 765348"/>
              <a:gd name="connsiteX652" fmla="*/ 453399 w 3286198"/>
              <a:gd name="connsiteY652" fmla="*/ 133873 h 765348"/>
              <a:gd name="connsiteX653" fmla="*/ 459714 w 3286198"/>
              <a:gd name="connsiteY653" fmla="*/ 136399 h 765348"/>
              <a:gd name="connsiteX654" fmla="*/ 460977 w 3286198"/>
              <a:gd name="connsiteY654" fmla="*/ 140188 h 765348"/>
              <a:gd name="connsiteX655" fmla="*/ 463503 w 3286198"/>
              <a:gd name="connsiteY655" fmla="*/ 141450 h 765348"/>
              <a:gd name="connsiteX656" fmla="*/ 462240 w 3286198"/>
              <a:gd name="connsiteY656" fmla="*/ 132610 h 765348"/>
              <a:gd name="connsiteX657" fmla="*/ 449611 w 3286198"/>
              <a:gd name="connsiteY657" fmla="*/ 131347 h 765348"/>
              <a:gd name="connsiteX658" fmla="*/ 463503 w 3286198"/>
              <a:gd name="connsiteY658" fmla="*/ 131347 h 765348"/>
              <a:gd name="connsiteX659" fmla="*/ 466029 w 3286198"/>
              <a:gd name="connsiteY659" fmla="*/ 137662 h 765348"/>
              <a:gd name="connsiteX660" fmla="*/ 467292 w 3286198"/>
              <a:gd name="connsiteY660" fmla="*/ 146502 h 765348"/>
              <a:gd name="connsiteX661" fmla="*/ 467292 w 3286198"/>
              <a:gd name="connsiteY661" fmla="*/ 136399 h 765348"/>
              <a:gd name="connsiteX662" fmla="*/ 469818 w 3286198"/>
              <a:gd name="connsiteY662" fmla="*/ 149028 h 765348"/>
              <a:gd name="connsiteX663" fmla="*/ 471081 w 3286198"/>
              <a:gd name="connsiteY663" fmla="*/ 145239 h 765348"/>
              <a:gd name="connsiteX664" fmla="*/ 467292 w 3286198"/>
              <a:gd name="connsiteY664" fmla="*/ 131347 h 765348"/>
              <a:gd name="connsiteX665" fmla="*/ 472344 w 3286198"/>
              <a:gd name="connsiteY665" fmla="*/ 138925 h 765348"/>
              <a:gd name="connsiteX666" fmla="*/ 476132 w 3286198"/>
              <a:gd name="connsiteY666" fmla="*/ 133873 h 765348"/>
              <a:gd name="connsiteX667" fmla="*/ 472344 w 3286198"/>
              <a:gd name="connsiteY667" fmla="*/ 128821 h 765348"/>
              <a:gd name="connsiteX668" fmla="*/ 447085 w 3286198"/>
              <a:gd name="connsiteY668" fmla="*/ 126295 h 765348"/>
              <a:gd name="connsiteX669" fmla="*/ 419300 w 3286198"/>
              <a:gd name="connsiteY669" fmla="*/ 117454 h 765348"/>
              <a:gd name="connsiteX670" fmla="*/ 416774 w 3286198"/>
              <a:gd name="connsiteY670" fmla="*/ 121243 h 765348"/>
              <a:gd name="connsiteX671" fmla="*/ 420563 w 3286198"/>
              <a:gd name="connsiteY671" fmla="*/ 126295 h 765348"/>
              <a:gd name="connsiteX672" fmla="*/ 421826 w 3286198"/>
              <a:gd name="connsiteY672" fmla="*/ 126295 h 765348"/>
              <a:gd name="connsiteX673" fmla="*/ 419300 w 3286198"/>
              <a:gd name="connsiteY673" fmla="*/ 119980 h 765348"/>
              <a:gd name="connsiteX674" fmla="*/ 428140 w 3286198"/>
              <a:gd name="connsiteY674" fmla="*/ 122506 h 765348"/>
              <a:gd name="connsiteX675" fmla="*/ 433192 w 3286198"/>
              <a:gd name="connsiteY675" fmla="*/ 123769 h 765348"/>
              <a:gd name="connsiteX676" fmla="*/ 439507 w 3286198"/>
              <a:gd name="connsiteY676" fmla="*/ 127558 h 765348"/>
              <a:gd name="connsiteX677" fmla="*/ 440770 w 3286198"/>
              <a:gd name="connsiteY677" fmla="*/ 125032 h 765348"/>
              <a:gd name="connsiteX678" fmla="*/ 419300 w 3286198"/>
              <a:gd name="connsiteY678" fmla="*/ 117454 h 765348"/>
              <a:gd name="connsiteX679" fmla="*/ 429403 w 3286198"/>
              <a:gd name="connsiteY679" fmla="*/ 130084 h 765348"/>
              <a:gd name="connsiteX680" fmla="*/ 431929 w 3286198"/>
              <a:gd name="connsiteY680" fmla="*/ 128821 h 765348"/>
              <a:gd name="connsiteX681" fmla="*/ 428140 w 3286198"/>
              <a:gd name="connsiteY681" fmla="*/ 126295 h 765348"/>
              <a:gd name="connsiteX682" fmla="*/ 429403 w 3286198"/>
              <a:gd name="connsiteY682" fmla="*/ 130084 h 765348"/>
              <a:gd name="connsiteX683" fmla="*/ 429403 w 3286198"/>
              <a:gd name="connsiteY683" fmla="*/ 133873 h 765348"/>
              <a:gd name="connsiteX684" fmla="*/ 380148 w 3286198"/>
              <a:gd name="connsiteY684" fmla="*/ 205861 h 765348"/>
              <a:gd name="connsiteX685" fmla="*/ 390252 w 3286198"/>
              <a:gd name="connsiteY685" fmla="*/ 227331 h 765348"/>
              <a:gd name="connsiteX686" fmla="*/ 414248 w 3286198"/>
              <a:gd name="connsiteY686" fmla="*/ 256379 h 765348"/>
              <a:gd name="connsiteX687" fmla="*/ 380148 w 3286198"/>
              <a:gd name="connsiteY687" fmla="*/ 207124 h 765348"/>
              <a:gd name="connsiteX688" fmla="*/ 378885 w 3286198"/>
              <a:gd name="connsiteY688" fmla="*/ 212176 h 765348"/>
              <a:gd name="connsiteX689" fmla="*/ 378885 w 3286198"/>
              <a:gd name="connsiteY689" fmla="*/ 214702 h 765348"/>
              <a:gd name="connsiteX690" fmla="*/ 387726 w 3286198"/>
              <a:gd name="connsiteY690" fmla="*/ 234909 h 765348"/>
              <a:gd name="connsiteX691" fmla="*/ 414248 w 3286198"/>
              <a:gd name="connsiteY691" fmla="*/ 265220 h 765348"/>
              <a:gd name="connsiteX692" fmla="*/ 377622 w 3286198"/>
              <a:gd name="connsiteY692" fmla="*/ 218490 h 765348"/>
              <a:gd name="connsiteX693" fmla="*/ 377622 w 3286198"/>
              <a:gd name="connsiteY693" fmla="*/ 223542 h 765348"/>
              <a:gd name="connsiteX694" fmla="*/ 386463 w 3286198"/>
              <a:gd name="connsiteY694" fmla="*/ 242487 h 765348"/>
              <a:gd name="connsiteX695" fmla="*/ 415511 w 3286198"/>
              <a:gd name="connsiteY695" fmla="*/ 275323 h 765348"/>
              <a:gd name="connsiteX696" fmla="*/ 377622 w 3286198"/>
              <a:gd name="connsiteY696" fmla="*/ 227331 h 765348"/>
              <a:gd name="connsiteX697" fmla="*/ 377622 w 3286198"/>
              <a:gd name="connsiteY697" fmla="*/ 232383 h 765348"/>
              <a:gd name="connsiteX698" fmla="*/ 386463 w 3286198"/>
              <a:gd name="connsiteY698" fmla="*/ 250064 h 765348"/>
              <a:gd name="connsiteX699" fmla="*/ 416774 w 3286198"/>
              <a:gd name="connsiteY699" fmla="*/ 285427 h 765348"/>
              <a:gd name="connsiteX700" fmla="*/ 377622 w 3286198"/>
              <a:gd name="connsiteY700" fmla="*/ 236172 h 765348"/>
              <a:gd name="connsiteX701" fmla="*/ 377622 w 3286198"/>
              <a:gd name="connsiteY701" fmla="*/ 239961 h 765348"/>
              <a:gd name="connsiteX702" fmla="*/ 385200 w 3286198"/>
              <a:gd name="connsiteY702" fmla="*/ 256379 h 765348"/>
              <a:gd name="connsiteX703" fmla="*/ 416774 w 3286198"/>
              <a:gd name="connsiteY703" fmla="*/ 294268 h 765348"/>
              <a:gd name="connsiteX704" fmla="*/ 376359 w 3286198"/>
              <a:gd name="connsiteY704" fmla="*/ 243750 h 765348"/>
              <a:gd name="connsiteX705" fmla="*/ 376359 w 3286198"/>
              <a:gd name="connsiteY705" fmla="*/ 246275 h 765348"/>
              <a:gd name="connsiteX706" fmla="*/ 383937 w 3286198"/>
              <a:gd name="connsiteY706" fmla="*/ 262694 h 765348"/>
              <a:gd name="connsiteX707" fmla="*/ 414248 w 3286198"/>
              <a:gd name="connsiteY707" fmla="*/ 298056 h 765348"/>
              <a:gd name="connsiteX708" fmla="*/ 375096 w 3286198"/>
              <a:gd name="connsiteY708" fmla="*/ 251327 h 765348"/>
              <a:gd name="connsiteX709" fmla="*/ 375096 w 3286198"/>
              <a:gd name="connsiteY709" fmla="*/ 253853 h 765348"/>
              <a:gd name="connsiteX710" fmla="*/ 382674 w 3286198"/>
              <a:gd name="connsiteY710" fmla="*/ 269009 h 765348"/>
              <a:gd name="connsiteX711" fmla="*/ 412985 w 3286198"/>
              <a:gd name="connsiteY711" fmla="*/ 304371 h 765348"/>
              <a:gd name="connsiteX712" fmla="*/ 373833 w 3286198"/>
              <a:gd name="connsiteY712" fmla="*/ 257642 h 765348"/>
              <a:gd name="connsiteX713" fmla="*/ 372571 w 3286198"/>
              <a:gd name="connsiteY713" fmla="*/ 262694 h 765348"/>
              <a:gd name="connsiteX714" fmla="*/ 378885 w 3286198"/>
              <a:gd name="connsiteY714" fmla="*/ 274060 h 765348"/>
              <a:gd name="connsiteX715" fmla="*/ 410459 w 3286198"/>
              <a:gd name="connsiteY715" fmla="*/ 311949 h 765348"/>
              <a:gd name="connsiteX716" fmla="*/ 372571 w 3286198"/>
              <a:gd name="connsiteY716" fmla="*/ 267746 h 765348"/>
              <a:gd name="connsiteX717" fmla="*/ 371308 w 3286198"/>
              <a:gd name="connsiteY717" fmla="*/ 274060 h 765348"/>
              <a:gd name="connsiteX718" fmla="*/ 410459 w 3286198"/>
              <a:gd name="connsiteY718" fmla="*/ 319527 h 765348"/>
              <a:gd name="connsiteX719" fmla="*/ 419300 w 3286198"/>
              <a:gd name="connsiteY719" fmla="*/ 329630 h 765348"/>
              <a:gd name="connsiteX720" fmla="*/ 425614 w 3286198"/>
              <a:gd name="connsiteY720" fmla="*/ 328367 h 765348"/>
              <a:gd name="connsiteX721" fmla="*/ 415511 w 3286198"/>
              <a:gd name="connsiteY721" fmla="*/ 313212 h 765348"/>
              <a:gd name="connsiteX722" fmla="*/ 430666 w 3286198"/>
              <a:gd name="connsiteY722" fmla="*/ 330893 h 765348"/>
              <a:gd name="connsiteX723" fmla="*/ 434455 w 3286198"/>
              <a:gd name="connsiteY723" fmla="*/ 333419 h 765348"/>
              <a:gd name="connsiteX724" fmla="*/ 444559 w 3286198"/>
              <a:gd name="connsiteY724" fmla="*/ 334682 h 765348"/>
              <a:gd name="connsiteX725" fmla="*/ 444559 w 3286198"/>
              <a:gd name="connsiteY725" fmla="*/ 333419 h 765348"/>
              <a:gd name="connsiteX726" fmla="*/ 448348 w 3286198"/>
              <a:gd name="connsiteY726" fmla="*/ 332156 h 765348"/>
              <a:gd name="connsiteX727" fmla="*/ 450873 w 3286198"/>
              <a:gd name="connsiteY727" fmla="*/ 335945 h 765348"/>
              <a:gd name="connsiteX728" fmla="*/ 455925 w 3286198"/>
              <a:gd name="connsiteY728" fmla="*/ 337208 h 765348"/>
              <a:gd name="connsiteX729" fmla="*/ 458451 w 3286198"/>
              <a:gd name="connsiteY729" fmla="*/ 337208 h 765348"/>
              <a:gd name="connsiteX730" fmla="*/ 463503 w 3286198"/>
              <a:gd name="connsiteY730" fmla="*/ 337208 h 765348"/>
              <a:gd name="connsiteX731" fmla="*/ 463503 w 3286198"/>
              <a:gd name="connsiteY731" fmla="*/ 333419 h 765348"/>
              <a:gd name="connsiteX732" fmla="*/ 466029 w 3286198"/>
              <a:gd name="connsiteY732" fmla="*/ 338471 h 765348"/>
              <a:gd name="connsiteX733" fmla="*/ 468555 w 3286198"/>
              <a:gd name="connsiteY733" fmla="*/ 335945 h 765348"/>
              <a:gd name="connsiteX734" fmla="*/ 468555 w 3286198"/>
              <a:gd name="connsiteY734" fmla="*/ 333419 h 765348"/>
              <a:gd name="connsiteX735" fmla="*/ 468555 w 3286198"/>
              <a:gd name="connsiteY735" fmla="*/ 330893 h 765348"/>
              <a:gd name="connsiteX736" fmla="*/ 468555 w 3286198"/>
              <a:gd name="connsiteY736" fmla="*/ 328367 h 765348"/>
              <a:gd name="connsiteX737" fmla="*/ 468555 w 3286198"/>
              <a:gd name="connsiteY737" fmla="*/ 325841 h 765348"/>
              <a:gd name="connsiteX738" fmla="*/ 468555 w 3286198"/>
              <a:gd name="connsiteY738" fmla="*/ 323315 h 765348"/>
              <a:gd name="connsiteX739" fmla="*/ 468555 w 3286198"/>
              <a:gd name="connsiteY739" fmla="*/ 320790 h 765348"/>
              <a:gd name="connsiteX740" fmla="*/ 468555 w 3286198"/>
              <a:gd name="connsiteY740" fmla="*/ 317001 h 765348"/>
              <a:gd name="connsiteX741" fmla="*/ 468555 w 3286198"/>
              <a:gd name="connsiteY741" fmla="*/ 313212 h 765348"/>
              <a:gd name="connsiteX742" fmla="*/ 468555 w 3286198"/>
              <a:gd name="connsiteY742" fmla="*/ 308160 h 765348"/>
              <a:gd name="connsiteX743" fmla="*/ 468555 w 3286198"/>
              <a:gd name="connsiteY743" fmla="*/ 304371 h 765348"/>
              <a:gd name="connsiteX744" fmla="*/ 466029 w 3286198"/>
              <a:gd name="connsiteY744" fmla="*/ 295531 h 765348"/>
              <a:gd name="connsiteX745" fmla="*/ 468555 w 3286198"/>
              <a:gd name="connsiteY745" fmla="*/ 295531 h 765348"/>
              <a:gd name="connsiteX746" fmla="*/ 467292 w 3286198"/>
              <a:gd name="connsiteY746" fmla="*/ 291742 h 765348"/>
              <a:gd name="connsiteX747" fmla="*/ 467292 w 3286198"/>
              <a:gd name="connsiteY747" fmla="*/ 284164 h 765348"/>
              <a:gd name="connsiteX748" fmla="*/ 467292 w 3286198"/>
              <a:gd name="connsiteY748" fmla="*/ 282901 h 765348"/>
              <a:gd name="connsiteX749" fmla="*/ 463503 w 3286198"/>
              <a:gd name="connsiteY749" fmla="*/ 276586 h 765348"/>
              <a:gd name="connsiteX750" fmla="*/ 462240 w 3286198"/>
              <a:gd name="connsiteY750" fmla="*/ 271534 h 765348"/>
              <a:gd name="connsiteX751" fmla="*/ 460977 w 3286198"/>
              <a:gd name="connsiteY751" fmla="*/ 267746 h 765348"/>
              <a:gd name="connsiteX752" fmla="*/ 458451 w 3286198"/>
              <a:gd name="connsiteY752" fmla="*/ 261431 h 765348"/>
              <a:gd name="connsiteX753" fmla="*/ 457188 w 3286198"/>
              <a:gd name="connsiteY753" fmla="*/ 256379 h 765348"/>
              <a:gd name="connsiteX754" fmla="*/ 455925 w 3286198"/>
              <a:gd name="connsiteY754" fmla="*/ 252590 h 765348"/>
              <a:gd name="connsiteX755" fmla="*/ 448348 w 3286198"/>
              <a:gd name="connsiteY755" fmla="*/ 243750 h 765348"/>
              <a:gd name="connsiteX756" fmla="*/ 452136 w 3286198"/>
              <a:gd name="connsiteY756" fmla="*/ 246275 h 765348"/>
              <a:gd name="connsiteX757" fmla="*/ 453399 w 3286198"/>
              <a:gd name="connsiteY757" fmla="*/ 246275 h 765348"/>
              <a:gd name="connsiteX758" fmla="*/ 450873 w 3286198"/>
              <a:gd name="connsiteY758" fmla="*/ 241224 h 765348"/>
              <a:gd name="connsiteX759" fmla="*/ 450873 w 3286198"/>
              <a:gd name="connsiteY759" fmla="*/ 236172 h 765348"/>
              <a:gd name="connsiteX760" fmla="*/ 447085 w 3286198"/>
              <a:gd name="connsiteY760" fmla="*/ 229857 h 765348"/>
              <a:gd name="connsiteX761" fmla="*/ 445822 w 3286198"/>
              <a:gd name="connsiteY761" fmla="*/ 227331 h 765348"/>
              <a:gd name="connsiteX762" fmla="*/ 443296 w 3286198"/>
              <a:gd name="connsiteY762" fmla="*/ 221016 h 765348"/>
              <a:gd name="connsiteX763" fmla="*/ 440770 w 3286198"/>
              <a:gd name="connsiteY763" fmla="*/ 214702 h 765348"/>
              <a:gd name="connsiteX764" fmla="*/ 431929 w 3286198"/>
              <a:gd name="connsiteY764" fmla="*/ 200809 h 765348"/>
              <a:gd name="connsiteX765" fmla="*/ 440770 w 3286198"/>
              <a:gd name="connsiteY765" fmla="*/ 205861 h 765348"/>
              <a:gd name="connsiteX766" fmla="*/ 426877 w 3286198"/>
              <a:gd name="connsiteY766" fmla="*/ 185654 h 765348"/>
              <a:gd name="connsiteX767" fmla="*/ 429403 w 3286198"/>
              <a:gd name="connsiteY767" fmla="*/ 166710 h 765348"/>
              <a:gd name="connsiteX768" fmla="*/ 431929 w 3286198"/>
              <a:gd name="connsiteY768" fmla="*/ 189443 h 765348"/>
              <a:gd name="connsiteX769" fmla="*/ 431929 w 3286198"/>
              <a:gd name="connsiteY769" fmla="*/ 173024 h 765348"/>
              <a:gd name="connsiteX770" fmla="*/ 434455 w 3286198"/>
              <a:gd name="connsiteY770" fmla="*/ 190706 h 765348"/>
              <a:gd name="connsiteX771" fmla="*/ 435718 w 3286198"/>
              <a:gd name="connsiteY771" fmla="*/ 174287 h 765348"/>
              <a:gd name="connsiteX772" fmla="*/ 439507 w 3286198"/>
              <a:gd name="connsiteY772" fmla="*/ 191969 h 765348"/>
              <a:gd name="connsiteX773" fmla="*/ 442033 w 3286198"/>
              <a:gd name="connsiteY773" fmla="*/ 191969 h 765348"/>
              <a:gd name="connsiteX774" fmla="*/ 440770 w 3286198"/>
              <a:gd name="connsiteY774" fmla="*/ 176813 h 765348"/>
              <a:gd name="connsiteX775" fmla="*/ 444559 w 3286198"/>
              <a:gd name="connsiteY775" fmla="*/ 194494 h 765348"/>
              <a:gd name="connsiteX776" fmla="*/ 448348 w 3286198"/>
              <a:gd name="connsiteY776" fmla="*/ 195757 h 765348"/>
              <a:gd name="connsiteX777" fmla="*/ 445822 w 3286198"/>
              <a:gd name="connsiteY777" fmla="*/ 181865 h 765348"/>
              <a:gd name="connsiteX778" fmla="*/ 450873 w 3286198"/>
              <a:gd name="connsiteY778" fmla="*/ 197020 h 765348"/>
              <a:gd name="connsiteX779" fmla="*/ 453399 w 3286198"/>
              <a:gd name="connsiteY779" fmla="*/ 197020 h 765348"/>
              <a:gd name="connsiteX780" fmla="*/ 450873 w 3286198"/>
              <a:gd name="connsiteY780" fmla="*/ 186917 h 765348"/>
              <a:gd name="connsiteX781" fmla="*/ 454662 w 3286198"/>
              <a:gd name="connsiteY781" fmla="*/ 197020 h 765348"/>
              <a:gd name="connsiteX782" fmla="*/ 459714 w 3286198"/>
              <a:gd name="connsiteY782" fmla="*/ 199546 h 765348"/>
              <a:gd name="connsiteX783" fmla="*/ 462240 w 3286198"/>
              <a:gd name="connsiteY783" fmla="*/ 200809 h 765348"/>
              <a:gd name="connsiteX784" fmla="*/ 463503 w 3286198"/>
              <a:gd name="connsiteY784" fmla="*/ 200809 h 765348"/>
              <a:gd name="connsiteX785" fmla="*/ 464766 w 3286198"/>
              <a:gd name="connsiteY785" fmla="*/ 200809 h 765348"/>
              <a:gd name="connsiteX786" fmla="*/ 468555 w 3286198"/>
              <a:gd name="connsiteY786" fmla="*/ 202072 h 765348"/>
              <a:gd name="connsiteX787" fmla="*/ 471081 w 3286198"/>
              <a:gd name="connsiteY787" fmla="*/ 203335 h 765348"/>
              <a:gd name="connsiteX788" fmla="*/ 472344 w 3286198"/>
              <a:gd name="connsiteY788" fmla="*/ 203335 h 765348"/>
              <a:gd name="connsiteX789" fmla="*/ 473607 w 3286198"/>
              <a:gd name="connsiteY789" fmla="*/ 203335 h 765348"/>
              <a:gd name="connsiteX790" fmla="*/ 476132 w 3286198"/>
              <a:gd name="connsiteY790" fmla="*/ 203335 h 765348"/>
              <a:gd name="connsiteX791" fmla="*/ 477395 w 3286198"/>
              <a:gd name="connsiteY791" fmla="*/ 202072 h 765348"/>
              <a:gd name="connsiteX792" fmla="*/ 478658 w 3286198"/>
              <a:gd name="connsiteY792" fmla="*/ 203335 h 765348"/>
              <a:gd name="connsiteX793" fmla="*/ 481184 w 3286198"/>
              <a:gd name="connsiteY793" fmla="*/ 203335 h 765348"/>
              <a:gd name="connsiteX794" fmla="*/ 483710 w 3286198"/>
              <a:gd name="connsiteY794" fmla="*/ 204598 h 765348"/>
              <a:gd name="connsiteX795" fmla="*/ 492551 w 3286198"/>
              <a:gd name="connsiteY795" fmla="*/ 199546 h 765348"/>
              <a:gd name="connsiteX796" fmla="*/ 493814 w 3286198"/>
              <a:gd name="connsiteY796" fmla="*/ 200809 h 765348"/>
              <a:gd name="connsiteX797" fmla="*/ 497603 w 3286198"/>
              <a:gd name="connsiteY797" fmla="*/ 205861 h 765348"/>
              <a:gd name="connsiteX798" fmla="*/ 497603 w 3286198"/>
              <a:gd name="connsiteY798" fmla="*/ 210913 h 765348"/>
              <a:gd name="connsiteX799" fmla="*/ 502654 w 3286198"/>
              <a:gd name="connsiteY799" fmla="*/ 217228 h 765348"/>
              <a:gd name="connsiteX800" fmla="*/ 508969 w 3286198"/>
              <a:gd name="connsiteY800" fmla="*/ 214702 h 765348"/>
              <a:gd name="connsiteX801" fmla="*/ 508969 w 3286198"/>
              <a:gd name="connsiteY801" fmla="*/ 208387 h 765348"/>
              <a:gd name="connsiteX802" fmla="*/ 505180 w 3286198"/>
              <a:gd name="connsiteY802" fmla="*/ 214702 h 765348"/>
              <a:gd name="connsiteX803" fmla="*/ 503917 w 3286198"/>
              <a:gd name="connsiteY803" fmla="*/ 213439 h 765348"/>
              <a:gd name="connsiteX804" fmla="*/ 510232 w 3286198"/>
              <a:gd name="connsiteY804" fmla="*/ 203335 h 765348"/>
              <a:gd name="connsiteX805" fmla="*/ 501392 w 3286198"/>
              <a:gd name="connsiteY805" fmla="*/ 197020 h 765348"/>
              <a:gd name="connsiteX806" fmla="*/ 501392 w 3286198"/>
              <a:gd name="connsiteY806" fmla="*/ 195757 h 765348"/>
              <a:gd name="connsiteX807" fmla="*/ 498866 w 3286198"/>
              <a:gd name="connsiteY807" fmla="*/ 193231 h 765348"/>
              <a:gd name="connsiteX808" fmla="*/ 493814 w 3286198"/>
              <a:gd name="connsiteY808" fmla="*/ 188180 h 765348"/>
              <a:gd name="connsiteX809" fmla="*/ 492551 w 3286198"/>
              <a:gd name="connsiteY809" fmla="*/ 186917 h 765348"/>
              <a:gd name="connsiteX810" fmla="*/ 492551 w 3286198"/>
              <a:gd name="connsiteY810" fmla="*/ 184391 h 765348"/>
              <a:gd name="connsiteX811" fmla="*/ 491288 w 3286198"/>
              <a:gd name="connsiteY811" fmla="*/ 183128 h 765348"/>
              <a:gd name="connsiteX812" fmla="*/ 488762 w 3286198"/>
              <a:gd name="connsiteY812" fmla="*/ 180602 h 765348"/>
              <a:gd name="connsiteX813" fmla="*/ 487499 w 3286198"/>
              <a:gd name="connsiteY813" fmla="*/ 179339 h 765348"/>
              <a:gd name="connsiteX814" fmla="*/ 484973 w 3286198"/>
              <a:gd name="connsiteY814" fmla="*/ 175550 h 765348"/>
              <a:gd name="connsiteX815" fmla="*/ 482447 w 3286198"/>
              <a:gd name="connsiteY815" fmla="*/ 174287 h 765348"/>
              <a:gd name="connsiteX816" fmla="*/ 482447 w 3286198"/>
              <a:gd name="connsiteY816" fmla="*/ 171761 h 765348"/>
              <a:gd name="connsiteX817" fmla="*/ 477395 w 3286198"/>
              <a:gd name="connsiteY817" fmla="*/ 170498 h 765348"/>
              <a:gd name="connsiteX818" fmla="*/ 482447 w 3286198"/>
              <a:gd name="connsiteY818" fmla="*/ 169235 h 765348"/>
              <a:gd name="connsiteX819" fmla="*/ 479921 w 3286198"/>
              <a:gd name="connsiteY819" fmla="*/ 165447 h 765348"/>
              <a:gd name="connsiteX820" fmla="*/ 476132 w 3286198"/>
              <a:gd name="connsiteY820" fmla="*/ 165447 h 765348"/>
              <a:gd name="connsiteX821" fmla="*/ 467292 w 3286198"/>
              <a:gd name="connsiteY821" fmla="*/ 162921 h 765348"/>
              <a:gd name="connsiteX822" fmla="*/ 468555 w 3286198"/>
              <a:gd name="connsiteY822" fmla="*/ 160395 h 765348"/>
              <a:gd name="connsiteX823" fmla="*/ 460977 w 3286198"/>
              <a:gd name="connsiteY823" fmla="*/ 160395 h 765348"/>
              <a:gd name="connsiteX824" fmla="*/ 472344 w 3286198"/>
              <a:gd name="connsiteY824" fmla="*/ 155343 h 765348"/>
              <a:gd name="connsiteX825" fmla="*/ 467292 w 3286198"/>
              <a:gd name="connsiteY825" fmla="*/ 150291 h 765348"/>
              <a:gd name="connsiteX826" fmla="*/ 474870 w 3286198"/>
              <a:gd name="connsiteY826" fmla="*/ 150291 h 765348"/>
              <a:gd name="connsiteX827" fmla="*/ 457188 w 3286198"/>
              <a:gd name="connsiteY827" fmla="*/ 145239 h 765348"/>
              <a:gd name="connsiteX828" fmla="*/ 458451 w 3286198"/>
              <a:gd name="connsiteY828" fmla="*/ 143976 h 765348"/>
              <a:gd name="connsiteX829" fmla="*/ 457188 w 3286198"/>
              <a:gd name="connsiteY829" fmla="*/ 141450 h 765348"/>
              <a:gd name="connsiteX830" fmla="*/ 450873 w 3286198"/>
              <a:gd name="connsiteY830" fmla="*/ 141450 h 765348"/>
              <a:gd name="connsiteX831" fmla="*/ 452136 w 3286198"/>
              <a:gd name="connsiteY831" fmla="*/ 140188 h 765348"/>
              <a:gd name="connsiteX832" fmla="*/ 453399 w 3286198"/>
              <a:gd name="connsiteY832" fmla="*/ 138925 h 765348"/>
              <a:gd name="connsiteX833" fmla="*/ 448348 w 3286198"/>
              <a:gd name="connsiteY833" fmla="*/ 136399 h 765348"/>
              <a:gd name="connsiteX834" fmla="*/ 450873 w 3286198"/>
              <a:gd name="connsiteY834" fmla="*/ 136399 h 765348"/>
              <a:gd name="connsiteX835" fmla="*/ 452136 w 3286198"/>
              <a:gd name="connsiteY835" fmla="*/ 133873 h 765348"/>
              <a:gd name="connsiteX836" fmla="*/ 440770 w 3286198"/>
              <a:gd name="connsiteY836" fmla="*/ 132610 h 765348"/>
              <a:gd name="connsiteX837" fmla="*/ 440770 w 3286198"/>
              <a:gd name="connsiteY837" fmla="*/ 140188 h 765348"/>
              <a:gd name="connsiteX838" fmla="*/ 438244 w 3286198"/>
              <a:gd name="connsiteY838" fmla="*/ 133873 h 765348"/>
              <a:gd name="connsiteX839" fmla="*/ 438244 w 3286198"/>
              <a:gd name="connsiteY839" fmla="*/ 133873 h 765348"/>
              <a:gd name="connsiteX840" fmla="*/ 440770 w 3286198"/>
              <a:gd name="connsiteY840" fmla="*/ 146502 h 765348"/>
              <a:gd name="connsiteX841" fmla="*/ 435718 w 3286198"/>
              <a:gd name="connsiteY841" fmla="*/ 132610 h 765348"/>
              <a:gd name="connsiteX842" fmla="*/ 431929 w 3286198"/>
              <a:gd name="connsiteY842" fmla="*/ 131347 h 765348"/>
              <a:gd name="connsiteX843" fmla="*/ 434455 w 3286198"/>
              <a:gd name="connsiteY843" fmla="*/ 142713 h 765348"/>
              <a:gd name="connsiteX844" fmla="*/ 429403 w 3286198"/>
              <a:gd name="connsiteY844" fmla="*/ 130084 h 765348"/>
              <a:gd name="connsiteX845" fmla="*/ 426877 w 3286198"/>
              <a:gd name="connsiteY845" fmla="*/ 130084 h 765348"/>
              <a:gd name="connsiteX846" fmla="*/ 426877 w 3286198"/>
              <a:gd name="connsiteY846" fmla="*/ 138925 h 765348"/>
              <a:gd name="connsiteX847" fmla="*/ 428140 w 3286198"/>
              <a:gd name="connsiteY847" fmla="*/ 151554 h 765348"/>
              <a:gd name="connsiteX848" fmla="*/ 429403 w 3286198"/>
              <a:gd name="connsiteY848" fmla="*/ 133873 h 765348"/>
              <a:gd name="connsiteX849" fmla="*/ 429403 w 3286198"/>
              <a:gd name="connsiteY849" fmla="*/ 133873 h 765348"/>
              <a:gd name="connsiteX850" fmla="*/ 367519 w 3286198"/>
              <a:gd name="connsiteY850" fmla="*/ 320790 h 765348"/>
              <a:gd name="connsiteX851" fmla="*/ 376359 w 3286198"/>
              <a:gd name="connsiteY851" fmla="*/ 328367 h 765348"/>
              <a:gd name="connsiteX852" fmla="*/ 381411 w 3286198"/>
              <a:gd name="connsiteY852" fmla="*/ 328367 h 765348"/>
              <a:gd name="connsiteX853" fmla="*/ 367519 w 3286198"/>
              <a:gd name="connsiteY853" fmla="*/ 315738 h 765348"/>
              <a:gd name="connsiteX854" fmla="*/ 367519 w 3286198"/>
              <a:gd name="connsiteY854" fmla="*/ 320790 h 765348"/>
              <a:gd name="connsiteX855" fmla="*/ 372571 w 3286198"/>
              <a:gd name="connsiteY855" fmla="*/ 328367 h 765348"/>
              <a:gd name="connsiteX856" fmla="*/ 367519 w 3286198"/>
              <a:gd name="connsiteY856" fmla="*/ 323315 h 765348"/>
              <a:gd name="connsiteX857" fmla="*/ 372571 w 3286198"/>
              <a:gd name="connsiteY857" fmla="*/ 328367 h 765348"/>
              <a:gd name="connsiteX858" fmla="*/ 366256 w 3286198"/>
              <a:gd name="connsiteY858" fmla="*/ 311949 h 765348"/>
              <a:gd name="connsiteX859" fmla="*/ 382674 w 3286198"/>
              <a:gd name="connsiteY859" fmla="*/ 328367 h 765348"/>
              <a:gd name="connsiteX860" fmla="*/ 386463 w 3286198"/>
              <a:gd name="connsiteY860" fmla="*/ 328367 h 765348"/>
              <a:gd name="connsiteX861" fmla="*/ 366256 w 3286198"/>
              <a:gd name="connsiteY861" fmla="*/ 304371 h 765348"/>
              <a:gd name="connsiteX862" fmla="*/ 366256 w 3286198"/>
              <a:gd name="connsiteY862" fmla="*/ 311949 h 765348"/>
              <a:gd name="connsiteX863" fmla="*/ 353626 w 3286198"/>
              <a:gd name="connsiteY863" fmla="*/ 294268 h 765348"/>
              <a:gd name="connsiteX864" fmla="*/ 362467 w 3286198"/>
              <a:gd name="connsiteY864" fmla="*/ 286690 h 765348"/>
              <a:gd name="connsiteX865" fmla="*/ 361204 w 3286198"/>
              <a:gd name="connsiteY865" fmla="*/ 284164 h 765348"/>
              <a:gd name="connsiteX866" fmla="*/ 352363 w 3286198"/>
              <a:gd name="connsiteY866" fmla="*/ 291742 h 765348"/>
              <a:gd name="connsiteX867" fmla="*/ 353626 w 3286198"/>
              <a:gd name="connsiteY867" fmla="*/ 294268 h 765348"/>
              <a:gd name="connsiteX868" fmla="*/ 358678 w 3286198"/>
              <a:gd name="connsiteY868" fmla="*/ 295531 h 765348"/>
              <a:gd name="connsiteX869" fmla="*/ 357415 w 3286198"/>
              <a:gd name="connsiteY869" fmla="*/ 293005 h 765348"/>
              <a:gd name="connsiteX870" fmla="*/ 348574 w 3286198"/>
              <a:gd name="connsiteY870" fmla="*/ 306897 h 765348"/>
              <a:gd name="connsiteX871" fmla="*/ 351100 w 3286198"/>
              <a:gd name="connsiteY871" fmla="*/ 308160 h 765348"/>
              <a:gd name="connsiteX872" fmla="*/ 358678 w 3286198"/>
              <a:gd name="connsiteY872" fmla="*/ 295531 h 765348"/>
              <a:gd name="connsiteX873" fmla="*/ 359941 w 3286198"/>
              <a:gd name="connsiteY873" fmla="*/ 281638 h 765348"/>
              <a:gd name="connsiteX874" fmla="*/ 373833 w 3286198"/>
              <a:gd name="connsiteY874" fmla="*/ 257642 h 765348"/>
              <a:gd name="connsiteX875" fmla="*/ 373833 w 3286198"/>
              <a:gd name="connsiteY875" fmla="*/ 256379 h 765348"/>
              <a:gd name="connsiteX876" fmla="*/ 359941 w 3286198"/>
              <a:gd name="connsiteY876" fmla="*/ 276586 h 765348"/>
              <a:gd name="connsiteX877" fmla="*/ 346049 w 3286198"/>
              <a:gd name="connsiteY877" fmla="*/ 290479 h 765348"/>
              <a:gd name="connsiteX878" fmla="*/ 342260 w 3286198"/>
              <a:gd name="connsiteY878" fmla="*/ 296793 h 765348"/>
              <a:gd name="connsiteX879" fmla="*/ 335945 w 3286198"/>
              <a:gd name="connsiteY879" fmla="*/ 304371 h 765348"/>
              <a:gd name="connsiteX880" fmla="*/ 337208 w 3286198"/>
              <a:gd name="connsiteY880" fmla="*/ 306897 h 765348"/>
              <a:gd name="connsiteX881" fmla="*/ 349837 w 3286198"/>
              <a:gd name="connsiteY881" fmla="*/ 290479 h 765348"/>
              <a:gd name="connsiteX882" fmla="*/ 359941 w 3286198"/>
              <a:gd name="connsiteY882" fmla="*/ 281638 h 765348"/>
              <a:gd name="connsiteX883" fmla="*/ 347312 w 3286198"/>
              <a:gd name="connsiteY883" fmla="*/ 299319 h 765348"/>
              <a:gd name="connsiteX884" fmla="*/ 346049 w 3286198"/>
              <a:gd name="connsiteY884" fmla="*/ 296793 h 765348"/>
              <a:gd name="connsiteX885" fmla="*/ 344786 w 3286198"/>
              <a:gd name="connsiteY885" fmla="*/ 299319 h 765348"/>
              <a:gd name="connsiteX886" fmla="*/ 346049 w 3286198"/>
              <a:gd name="connsiteY886" fmla="*/ 301845 h 765348"/>
              <a:gd name="connsiteX887" fmla="*/ 347312 w 3286198"/>
              <a:gd name="connsiteY887" fmla="*/ 299319 h 765348"/>
              <a:gd name="connsiteX888" fmla="*/ 332156 w 3286198"/>
              <a:gd name="connsiteY888" fmla="*/ 287953 h 765348"/>
              <a:gd name="connsiteX889" fmla="*/ 332156 w 3286198"/>
              <a:gd name="connsiteY889" fmla="*/ 294268 h 765348"/>
              <a:gd name="connsiteX890" fmla="*/ 349837 w 3286198"/>
              <a:gd name="connsiteY890" fmla="*/ 276586 h 765348"/>
              <a:gd name="connsiteX891" fmla="*/ 348574 w 3286198"/>
              <a:gd name="connsiteY891" fmla="*/ 274060 h 765348"/>
              <a:gd name="connsiteX892" fmla="*/ 335945 w 3286198"/>
              <a:gd name="connsiteY892" fmla="*/ 284164 h 765348"/>
              <a:gd name="connsiteX893" fmla="*/ 351100 w 3286198"/>
              <a:gd name="connsiteY893" fmla="*/ 270271 h 765348"/>
              <a:gd name="connsiteX894" fmla="*/ 362467 w 3286198"/>
              <a:gd name="connsiteY894" fmla="*/ 263957 h 765348"/>
              <a:gd name="connsiteX895" fmla="*/ 361204 w 3286198"/>
              <a:gd name="connsiteY895" fmla="*/ 261431 h 765348"/>
              <a:gd name="connsiteX896" fmla="*/ 339734 w 3286198"/>
              <a:gd name="connsiteY896" fmla="*/ 274060 h 765348"/>
              <a:gd name="connsiteX897" fmla="*/ 328367 w 3286198"/>
              <a:gd name="connsiteY897" fmla="*/ 290479 h 765348"/>
              <a:gd name="connsiteX898" fmla="*/ 332156 w 3286198"/>
              <a:gd name="connsiteY898" fmla="*/ 287953 h 765348"/>
              <a:gd name="connsiteX899" fmla="*/ 327104 w 3286198"/>
              <a:gd name="connsiteY899" fmla="*/ 181865 h 765348"/>
              <a:gd name="connsiteX900" fmla="*/ 325841 w 3286198"/>
              <a:gd name="connsiteY900" fmla="*/ 183128 h 765348"/>
              <a:gd name="connsiteX901" fmla="*/ 325841 w 3286198"/>
              <a:gd name="connsiteY901" fmla="*/ 194494 h 765348"/>
              <a:gd name="connsiteX902" fmla="*/ 327104 w 3286198"/>
              <a:gd name="connsiteY902" fmla="*/ 197020 h 765348"/>
              <a:gd name="connsiteX903" fmla="*/ 330893 w 3286198"/>
              <a:gd name="connsiteY903" fmla="*/ 193231 h 765348"/>
              <a:gd name="connsiteX904" fmla="*/ 334682 w 3286198"/>
              <a:gd name="connsiteY904" fmla="*/ 194494 h 765348"/>
              <a:gd name="connsiteX905" fmla="*/ 334682 w 3286198"/>
              <a:gd name="connsiteY905" fmla="*/ 189443 h 765348"/>
              <a:gd name="connsiteX906" fmla="*/ 338471 w 3286198"/>
              <a:gd name="connsiteY906" fmla="*/ 190706 h 765348"/>
              <a:gd name="connsiteX907" fmla="*/ 338471 w 3286198"/>
              <a:gd name="connsiteY907" fmla="*/ 185654 h 765348"/>
              <a:gd name="connsiteX908" fmla="*/ 338471 w 3286198"/>
              <a:gd name="connsiteY908" fmla="*/ 179339 h 765348"/>
              <a:gd name="connsiteX909" fmla="*/ 332156 w 3286198"/>
              <a:gd name="connsiteY909" fmla="*/ 171761 h 765348"/>
              <a:gd name="connsiteX910" fmla="*/ 333419 w 3286198"/>
              <a:gd name="connsiteY910" fmla="*/ 180602 h 765348"/>
              <a:gd name="connsiteX911" fmla="*/ 328367 w 3286198"/>
              <a:gd name="connsiteY911" fmla="*/ 173024 h 765348"/>
              <a:gd name="connsiteX912" fmla="*/ 329630 w 3286198"/>
              <a:gd name="connsiteY912" fmla="*/ 180602 h 765348"/>
              <a:gd name="connsiteX913" fmla="*/ 327104 w 3286198"/>
              <a:gd name="connsiteY913" fmla="*/ 178076 h 765348"/>
              <a:gd name="connsiteX914" fmla="*/ 327104 w 3286198"/>
              <a:gd name="connsiteY914" fmla="*/ 181865 h 765348"/>
              <a:gd name="connsiteX915" fmla="*/ 328367 w 3286198"/>
              <a:gd name="connsiteY915" fmla="*/ 141450 h 765348"/>
              <a:gd name="connsiteX916" fmla="*/ 333419 w 3286198"/>
              <a:gd name="connsiteY916" fmla="*/ 136399 h 765348"/>
              <a:gd name="connsiteX917" fmla="*/ 332156 w 3286198"/>
              <a:gd name="connsiteY917" fmla="*/ 133873 h 765348"/>
              <a:gd name="connsiteX918" fmla="*/ 328367 w 3286198"/>
              <a:gd name="connsiteY918" fmla="*/ 141450 h 765348"/>
              <a:gd name="connsiteX919" fmla="*/ 361204 w 3286198"/>
              <a:gd name="connsiteY919" fmla="*/ 149028 h 765348"/>
              <a:gd name="connsiteX920" fmla="*/ 364993 w 3286198"/>
              <a:gd name="connsiteY920" fmla="*/ 141450 h 765348"/>
              <a:gd name="connsiteX921" fmla="*/ 368782 w 3286198"/>
              <a:gd name="connsiteY921" fmla="*/ 138925 h 765348"/>
              <a:gd name="connsiteX922" fmla="*/ 367519 w 3286198"/>
              <a:gd name="connsiteY922" fmla="*/ 136399 h 765348"/>
              <a:gd name="connsiteX923" fmla="*/ 356152 w 3286198"/>
              <a:gd name="connsiteY923" fmla="*/ 146502 h 765348"/>
              <a:gd name="connsiteX924" fmla="*/ 352363 w 3286198"/>
              <a:gd name="connsiteY924" fmla="*/ 151554 h 765348"/>
              <a:gd name="connsiteX925" fmla="*/ 352363 w 3286198"/>
              <a:gd name="connsiteY925" fmla="*/ 152817 h 765348"/>
              <a:gd name="connsiteX926" fmla="*/ 357415 w 3286198"/>
              <a:gd name="connsiteY926" fmla="*/ 147765 h 765348"/>
              <a:gd name="connsiteX927" fmla="*/ 361204 w 3286198"/>
              <a:gd name="connsiteY927" fmla="*/ 149028 h 765348"/>
              <a:gd name="connsiteX928" fmla="*/ 364993 w 3286198"/>
              <a:gd name="connsiteY928" fmla="*/ 173024 h 765348"/>
              <a:gd name="connsiteX929" fmla="*/ 363730 w 3286198"/>
              <a:gd name="connsiteY929" fmla="*/ 171761 h 765348"/>
              <a:gd name="connsiteX930" fmla="*/ 361204 w 3286198"/>
              <a:gd name="connsiteY930" fmla="*/ 171761 h 765348"/>
              <a:gd name="connsiteX931" fmla="*/ 358678 w 3286198"/>
              <a:gd name="connsiteY931" fmla="*/ 175550 h 765348"/>
              <a:gd name="connsiteX932" fmla="*/ 344786 w 3286198"/>
              <a:gd name="connsiteY932" fmla="*/ 199546 h 765348"/>
              <a:gd name="connsiteX933" fmla="*/ 348574 w 3286198"/>
              <a:gd name="connsiteY933" fmla="*/ 202072 h 765348"/>
              <a:gd name="connsiteX934" fmla="*/ 353626 w 3286198"/>
              <a:gd name="connsiteY934" fmla="*/ 191969 h 765348"/>
              <a:gd name="connsiteX935" fmla="*/ 359941 w 3286198"/>
              <a:gd name="connsiteY935" fmla="*/ 183128 h 765348"/>
              <a:gd name="connsiteX936" fmla="*/ 367519 w 3286198"/>
              <a:gd name="connsiteY936" fmla="*/ 175550 h 765348"/>
              <a:gd name="connsiteX937" fmla="*/ 371308 w 3286198"/>
              <a:gd name="connsiteY937" fmla="*/ 169235 h 765348"/>
              <a:gd name="connsiteX938" fmla="*/ 390252 w 3286198"/>
              <a:gd name="connsiteY938" fmla="*/ 154080 h 765348"/>
              <a:gd name="connsiteX939" fmla="*/ 388989 w 3286198"/>
              <a:gd name="connsiteY939" fmla="*/ 150291 h 765348"/>
              <a:gd name="connsiteX940" fmla="*/ 364993 w 3286198"/>
              <a:gd name="connsiteY940" fmla="*/ 173024 h 765348"/>
              <a:gd name="connsiteX941" fmla="*/ 368782 w 3286198"/>
              <a:gd name="connsiteY941" fmla="*/ 156606 h 765348"/>
              <a:gd name="connsiteX942" fmla="*/ 385200 w 3286198"/>
              <a:gd name="connsiteY942" fmla="*/ 149028 h 765348"/>
              <a:gd name="connsiteX943" fmla="*/ 385200 w 3286198"/>
              <a:gd name="connsiteY943" fmla="*/ 149028 h 765348"/>
              <a:gd name="connsiteX944" fmla="*/ 364993 w 3286198"/>
              <a:gd name="connsiteY944" fmla="*/ 165447 h 765348"/>
              <a:gd name="connsiteX945" fmla="*/ 366256 w 3286198"/>
              <a:gd name="connsiteY945" fmla="*/ 166710 h 765348"/>
              <a:gd name="connsiteX946" fmla="*/ 382674 w 3286198"/>
              <a:gd name="connsiteY946" fmla="*/ 150291 h 765348"/>
              <a:gd name="connsiteX947" fmla="*/ 392778 w 3286198"/>
              <a:gd name="connsiteY947" fmla="*/ 147765 h 765348"/>
              <a:gd name="connsiteX948" fmla="*/ 401618 w 3286198"/>
              <a:gd name="connsiteY948" fmla="*/ 146502 h 765348"/>
              <a:gd name="connsiteX949" fmla="*/ 401618 w 3286198"/>
              <a:gd name="connsiteY949" fmla="*/ 142713 h 765348"/>
              <a:gd name="connsiteX950" fmla="*/ 370045 w 3286198"/>
              <a:gd name="connsiteY950" fmla="*/ 152817 h 765348"/>
              <a:gd name="connsiteX951" fmla="*/ 368782 w 3286198"/>
              <a:gd name="connsiteY951" fmla="*/ 156606 h 765348"/>
              <a:gd name="connsiteX952" fmla="*/ 375096 w 3286198"/>
              <a:gd name="connsiteY952" fmla="*/ 145239 h 765348"/>
              <a:gd name="connsiteX953" fmla="*/ 375096 w 3286198"/>
              <a:gd name="connsiteY953" fmla="*/ 145239 h 765348"/>
              <a:gd name="connsiteX954" fmla="*/ 400355 w 3286198"/>
              <a:gd name="connsiteY954" fmla="*/ 143976 h 765348"/>
              <a:gd name="connsiteX955" fmla="*/ 397830 w 3286198"/>
              <a:gd name="connsiteY955" fmla="*/ 140188 h 765348"/>
              <a:gd name="connsiteX956" fmla="*/ 375096 w 3286198"/>
              <a:gd name="connsiteY956" fmla="*/ 145239 h 765348"/>
              <a:gd name="connsiteX957" fmla="*/ 390252 w 3286198"/>
              <a:gd name="connsiteY957" fmla="*/ 160395 h 765348"/>
              <a:gd name="connsiteX958" fmla="*/ 388989 w 3286198"/>
              <a:gd name="connsiteY958" fmla="*/ 157869 h 765348"/>
              <a:gd name="connsiteX959" fmla="*/ 375096 w 3286198"/>
              <a:gd name="connsiteY959" fmla="*/ 167972 h 765348"/>
              <a:gd name="connsiteX960" fmla="*/ 376359 w 3286198"/>
              <a:gd name="connsiteY960" fmla="*/ 170498 h 765348"/>
              <a:gd name="connsiteX961" fmla="*/ 390252 w 3286198"/>
              <a:gd name="connsiteY961" fmla="*/ 160395 h 765348"/>
              <a:gd name="connsiteX962" fmla="*/ 351100 w 3286198"/>
              <a:gd name="connsiteY962" fmla="*/ 174287 h 765348"/>
              <a:gd name="connsiteX963" fmla="*/ 353626 w 3286198"/>
              <a:gd name="connsiteY963" fmla="*/ 175550 h 765348"/>
              <a:gd name="connsiteX964" fmla="*/ 353626 w 3286198"/>
              <a:gd name="connsiteY964" fmla="*/ 174287 h 765348"/>
              <a:gd name="connsiteX965" fmla="*/ 351100 w 3286198"/>
              <a:gd name="connsiteY965" fmla="*/ 174287 h 765348"/>
              <a:gd name="connsiteX966" fmla="*/ 347312 w 3286198"/>
              <a:gd name="connsiteY966" fmla="*/ 169235 h 765348"/>
              <a:gd name="connsiteX967" fmla="*/ 347312 w 3286198"/>
              <a:gd name="connsiteY967" fmla="*/ 169235 h 765348"/>
              <a:gd name="connsiteX968" fmla="*/ 349837 w 3286198"/>
              <a:gd name="connsiteY968" fmla="*/ 173024 h 765348"/>
              <a:gd name="connsiteX969" fmla="*/ 353626 w 3286198"/>
              <a:gd name="connsiteY969" fmla="*/ 173024 h 765348"/>
              <a:gd name="connsiteX970" fmla="*/ 352363 w 3286198"/>
              <a:gd name="connsiteY970" fmla="*/ 169235 h 765348"/>
              <a:gd name="connsiteX971" fmla="*/ 347312 w 3286198"/>
              <a:gd name="connsiteY971" fmla="*/ 169235 h 765348"/>
              <a:gd name="connsiteX972" fmla="*/ 351100 w 3286198"/>
              <a:gd name="connsiteY972" fmla="*/ 167972 h 765348"/>
              <a:gd name="connsiteX973" fmla="*/ 346049 w 3286198"/>
              <a:gd name="connsiteY973" fmla="*/ 162921 h 765348"/>
              <a:gd name="connsiteX974" fmla="*/ 347312 w 3286198"/>
              <a:gd name="connsiteY974" fmla="*/ 167972 h 765348"/>
              <a:gd name="connsiteX975" fmla="*/ 351100 w 3286198"/>
              <a:gd name="connsiteY975" fmla="*/ 167972 h 765348"/>
              <a:gd name="connsiteX976" fmla="*/ 347312 w 3286198"/>
              <a:gd name="connsiteY976" fmla="*/ 176813 h 765348"/>
              <a:gd name="connsiteX977" fmla="*/ 344786 w 3286198"/>
              <a:gd name="connsiteY977" fmla="*/ 174287 h 765348"/>
              <a:gd name="connsiteX978" fmla="*/ 346049 w 3286198"/>
              <a:gd name="connsiteY978" fmla="*/ 178076 h 765348"/>
              <a:gd name="connsiteX979" fmla="*/ 348574 w 3286198"/>
              <a:gd name="connsiteY979" fmla="*/ 180602 h 765348"/>
              <a:gd name="connsiteX980" fmla="*/ 347312 w 3286198"/>
              <a:gd name="connsiteY980" fmla="*/ 176813 h 765348"/>
              <a:gd name="connsiteX981" fmla="*/ 364993 w 3286198"/>
              <a:gd name="connsiteY981" fmla="*/ 189443 h 765348"/>
              <a:gd name="connsiteX982" fmla="*/ 342260 w 3286198"/>
              <a:gd name="connsiteY982" fmla="*/ 209650 h 765348"/>
              <a:gd name="connsiteX983" fmla="*/ 335945 w 3286198"/>
              <a:gd name="connsiteY983" fmla="*/ 229857 h 765348"/>
              <a:gd name="connsiteX984" fmla="*/ 339734 w 3286198"/>
              <a:gd name="connsiteY984" fmla="*/ 229857 h 765348"/>
              <a:gd name="connsiteX985" fmla="*/ 340997 w 3286198"/>
              <a:gd name="connsiteY985" fmla="*/ 222279 h 765348"/>
              <a:gd name="connsiteX986" fmla="*/ 349837 w 3286198"/>
              <a:gd name="connsiteY986" fmla="*/ 212176 h 765348"/>
              <a:gd name="connsiteX987" fmla="*/ 363730 w 3286198"/>
              <a:gd name="connsiteY987" fmla="*/ 205861 h 765348"/>
              <a:gd name="connsiteX988" fmla="*/ 362467 w 3286198"/>
              <a:gd name="connsiteY988" fmla="*/ 203335 h 765348"/>
              <a:gd name="connsiteX989" fmla="*/ 357415 w 3286198"/>
              <a:gd name="connsiteY989" fmla="*/ 205861 h 765348"/>
              <a:gd name="connsiteX990" fmla="*/ 366256 w 3286198"/>
              <a:gd name="connsiteY990" fmla="*/ 200809 h 765348"/>
              <a:gd name="connsiteX991" fmla="*/ 391515 w 3286198"/>
              <a:gd name="connsiteY991" fmla="*/ 169235 h 765348"/>
              <a:gd name="connsiteX992" fmla="*/ 387726 w 3286198"/>
              <a:gd name="connsiteY992" fmla="*/ 165447 h 765348"/>
              <a:gd name="connsiteX993" fmla="*/ 364993 w 3286198"/>
              <a:gd name="connsiteY993" fmla="*/ 189443 h 765348"/>
              <a:gd name="connsiteX994" fmla="*/ 373833 w 3286198"/>
              <a:gd name="connsiteY994" fmla="*/ 221016 h 765348"/>
              <a:gd name="connsiteX995" fmla="*/ 373833 w 3286198"/>
              <a:gd name="connsiteY995" fmla="*/ 215965 h 765348"/>
              <a:gd name="connsiteX996" fmla="*/ 376359 w 3286198"/>
              <a:gd name="connsiteY996" fmla="*/ 210913 h 765348"/>
              <a:gd name="connsiteX997" fmla="*/ 373833 w 3286198"/>
              <a:gd name="connsiteY997" fmla="*/ 209650 h 765348"/>
              <a:gd name="connsiteX998" fmla="*/ 370045 w 3286198"/>
              <a:gd name="connsiteY998" fmla="*/ 218490 h 765348"/>
              <a:gd name="connsiteX999" fmla="*/ 364993 w 3286198"/>
              <a:gd name="connsiteY999" fmla="*/ 229857 h 765348"/>
              <a:gd name="connsiteX1000" fmla="*/ 362467 w 3286198"/>
              <a:gd name="connsiteY1000" fmla="*/ 239961 h 765348"/>
              <a:gd name="connsiteX1001" fmla="*/ 366256 w 3286198"/>
              <a:gd name="connsiteY1001" fmla="*/ 242487 h 765348"/>
              <a:gd name="connsiteX1002" fmla="*/ 370045 w 3286198"/>
              <a:gd name="connsiteY1002" fmla="*/ 226068 h 765348"/>
              <a:gd name="connsiteX1003" fmla="*/ 373833 w 3286198"/>
              <a:gd name="connsiteY1003" fmla="*/ 221016 h 765348"/>
              <a:gd name="connsiteX1004" fmla="*/ 354889 w 3286198"/>
              <a:gd name="connsiteY1004" fmla="*/ 242487 h 765348"/>
              <a:gd name="connsiteX1005" fmla="*/ 363730 w 3286198"/>
              <a:gd name="connsiteY1005" fmla="*/ 223542 h 765348"/>
              <a:gd name="connsiteX1006" fmla="*/ 368782 w 3286198"/>
              <a:gd name="connsiteY1006" fmla="*/ 215965 h 765348"/>
              <a:gd name="connsiteX1007" fmla="*/ 367519 w 3286198"/>
              <a:gd name="connsiteY1007" fmla="*/ 213439 h 765348"/>
              <a:gd name="connsiteX1008" fmla="*/ 361204 w 3286198"/>
              <a:gd name="connsiteY1008" fmla="*/ 219753 h 765348"/>
              <a:gd name="connsiteX1009" fmla="*/ 354889 w 3286198"/>
              <a:gd name="connsiteY1009" fmla="*/ 226068 h 765348"/>
              <a:gd name="connsiteX1010" fmla="*/ 349837 w 3286198"/>
              <a:gd name="connsiteY1010" fmla="*/ 237435 h 765348"/>
              <a:gd name="connsiteX1011" fmla="*/ 351100 w 3286198"/>
              <a:gd name="connsiteY1011" fmla="*/ 238698 h 765348"/>
              <a:gd name="connsiteX1012" fmla="*/ 358678 w 3286198"/>
              <a:gd name="connsiteY1012" fmla="*/ 228594 h 765348"/>
              <a:gd name="connsiteX1013" fmla="*/ 353626 w 3286198"/>
              <a:gd name="connsiteY1013" fmla="*/ 239961 h 765348"/>
              <a:gd name="connsiteX1014" fmla="*/ 354889 w 3286198"/>
              <a:gd name="connsiteY1014" fmla="*/ 242487 h 765348"/>
              <a:gd name="connsiteX1015" fmla="*/ 361204 w 3286198"/>
              <a:gd name="connsiteY1015" fmla="*/ 245012 h 765348"/>
              <a:gd name="connsiteX1016" fmla="*/ 356152 w 3286198"/>
              <a:gd name="connsiteY1016" fmla="*/ 245012 h 765348"/>
              <a:gd name="connsiteX1017" fmla="*/ 344786 w 3286198"/>
              <a:gd name="connsiteY1017" fmla="*/ 255116 h 765348"/>
              <a:gd name="connsiteX1018" fmla="*/ 348574 w 3286198"/>
              <a:gd name="connsiteY1018" fmla="*/ 258905 h 765348"/>
              <a:gd name="connsiteX1019" fmla="*/ 361204 w 3286198"/>
              <a:gd name="connsiteY1019" fmla="*/ 245012 h 765348"/>
              <a:gd name="connsiteX1020" fmla="*/ 349837 w 3286198"/>
              <a:gd name="connsiteY1020" fmla="*/ 231120 h 765348"/>
              <a:gd name="connsiteX1021" fmla="*/ 347312 w 3286198"/>
              <a:gd name="connsiteY1021" fmla="*/ 229857 h 765348"/>
              <a:gd name="connsiteX1022" fmla="*/ 340997 w 3286198"/>
              <a:gd name="connsiteY1022" fmla="*/ 243750 h 765348"/>
              <a:gd name="connsiteX1023" fmla="*/ 346049 w 3286198"/>
              <a:gd name="connsiteY1023" fmla="*/ 246275 h 765348"/>
              <a:gd name="connsiteX1024" fmla="*/ 349837 w 3286198"/>
              <a:gd name="connsiteY1024" fmla="*/ 231120 h 765348"/>
              <a:gd name="connsiteX1025" fmla="*/ 349837 w 3286198"/>
              <a:gd name="connsiteY1025" fmla="*/ 260168 h 765348"/>
              <a:gd name="connsiteX1026" fmla="*/ 332156 w 3286198"/>
              <a:gd name="connsiteY1026" fmla="*/ 271534 h 765348"/>
              <a:gd name="connsiteX1027" fmla="*/ 334682 w 3286198"/>
              <a:gd name="connsiteY1027" fmla="*/ 274060 h 765348"/>
              <a:gd name="connsiteX1028" fmla="*/ 348574 w 3286198"/>
              <a:gd name="connsiteY1028" fmla="*/ 263957 h 765348"/>
              <a:gd name="connsiteX1029" fmla="*/ 361204 w 3286198"/>
              <a:gd name="connsiteY1029" fmla="*/ 256379 h 765348"/>
              <a:gd name="connsiteX1030" fmla="*/ 367519 w 3286198"/>
              <a:gd name="connsiteY1030" fmla="*/ 250064 h 765348"/>
              <a:gd name="connsiteX1031" fmla="*/ 364993 w 3286198"/>
              <a:gd name="connsiteY1031" fmla="*/ 247538 h 765348"/>
              <a:gd name="connsiteX1032" fmla="*/ 349837 w 3286198"/>
              <a:gd name="connsiteY1032" fmla="*/ 260168 h 765348"/>
              <a:gd name="connsiteX1033" fmla="*/ 366256 w 3286198"/>
              <a:gd name="connsiteY1033" fmla="*/ 209650 h 765348"/>
              <a:gd name="connsiteX1034" fmla="*/ 377622 w 3286198"/>
              <a:gd name="connsiteY1034" fmla="*/ 195757 h 765348"/>
              <a:gd name="connsiteX1035" fmla="*/ 375096 w 3286198"/>
              <a:gd name="connsiteY1035" fmla="*/ 193231 h 765348"/>
              <a:gd name="connsiteX1036" fmla="*/ 364993 w 3286198"/>
              <a:gd name="connsiteY1036" fmla="*/ 205861 h 765348"/>
              <a:gd name="connsiteX1037" fmla="*/ 348574 w 3286198"/>
              <a:gd name="connsiteY1037" fmla="*/ 217228 h 765348"/>
              <a:gd name="connsiteX1038" fmla="*/ 346049 w 3286198"/>
              <a:gd name="connsiteY1038" fmla="*/ 222279 h 765348"/>
              <a:gd name="connsiteX1039" fmla="*/ 340997 w 3286198"/>
              <a:gd name="connsiteY1039" fmla="*/ 234909 h 765348"/>
              <a:gd name="connsiteX1040" fmla="*/ 342260 w 3286198"/>
              <a:gd name="connsiteY1040" fmla="*/ 234909 h 765348"/>
              <a:gd name="connsiteX1041" fmla="*/ 344786 w 3286198"/>
              <a:gd name="connsiteY1041" fmla="*/ 227331 h 765348"/>
              <a:gd name="connsiteX1042" fmla="*/ 356152 w 3286198"/>
              <a:gd name="connsiteY1042" fmla="*/ 217228 h 765348"/>
              <a:gd name="connsiteX1043" fmla="*/ 366256 w 3286198"/>
              <a:gd name="connsiteY1043" fmla="*/ 209650 h 765348"/>
              <a:gd name="connsiteX1044" fmla="*/ 340997 w 3286198"/>
              <a:gd name="connsiteY1044" fmla="*/ 219753 h 765348"/>
              <a:gd name="connsiteX1045" fmla="*/ 340997 w 3286198"/>
              <a:gd name="connsiteY1045" fmla="*/ 222279 h 765348"/>
              <a:gd name="connsiteX1046" fmla="*/ 343523 w 3286198"/>
              <a:gd name="connsiteY1046" fmla="*/ 221016 h 765348"/>
              <a:gd name="connsiteX1047" fmla="*/ 343523 w 3286198"/>
              <a:gd name="connsiteY1047" fmla="*/ 218490 h 765348"/>
              <a:gd name="connsiteX1048" fmla="*/ 340997 w 3286198"/>
              <a:gd name="connsiteY1048" fmla="*/ 219753 h 765348"/>
              <a:gd name="connsiteX1049" fmla="*/ 342260 w 3286198"/>
              <a:gd name="connsiteY1049" fmla="*/ 175550 h 765348"/>
              <a:gd name="connsiteX1050" fmla="*/ 338471 w 3286198"/>
              <a:gd name="connsiteY1050" fmla="*/ 171761 h 765348"/>
              <a:gd name="connsiteX1051" fmla="*/ 339734 w 3286198"/>
              <a:gd name="connsiteY1051" fmla="*/ 176813 h 765348"/>
              <a:gd name="connsiteX1052" fmla="*/ 343523 w 3286198"/>
              <a:gd name="connsiteY1052" fmla="*/ 180602 h 765348"/>
              <a:gd name="connsiteX1053" fmla="*/ 342260 w 3286198"/>
              <a:gd name="connsiteY1053" fmla="*/ 175550 h 765348"/>
              <a:gd name="connsiteX1054" fmla="*/ 340997 w 3286198"/>
              <a:gd name="connsiteY1054" fmla="*/ 150291 h 765348"/>
              <a:gd name="connsiteX1055" fmla="*/ 339734 w 3286198"/>
              <a:gd name="connsiteY1055" fmla="*/ 152817 h 765348"/>
              <a:gd name="connsiteX1056" fmla="*/ 342260 w 3286198"/>
              <a:gd name="connsiteY1056" fmla="*/ 151554 h 765348"/>
              <a:gd name="connsiteX1057" fmla="*/ 343523 w 3286198"/>
              <a:gd name="connsiteY1057" fmla="*/ 149028 h 765348"/>
              <a:gd name="connsiteX1058" fmla="*/ 340997 w 3286198"/>
              <a:gd name="connsiteY1058" fmla="*/ 150291 h 765348"/>
              <a:gd name="connsiteX1059" fmla="*/ 333419 w 3286198"/>
              <a:gd name="connsiteY1059" fmla="*/ 298056 h 765348"/>
              <a:gd name="connsiteX1060" fmla="*/ 334682 w 3286198"/>
              <a:gd name="connsiteY1060" fmla="*/ 299319 h 765348"/>
              <a:gd name="connsiteX1061" fmla="*/ 353626 w 3286198"/>
              <a:gd name="connsiteY1061" fmla="*/ 277849 h 765348"/>
              <a:gd name="connsiteX1062" fmla="*/ 373833 w 3286198"/>
              <a:gd name="connsiteY1062" fmla="*/ 251327 h 765348"/>
              <a:gd name="connsiteX1063" fmla="*/ 371308 w 3286198"/>
              <a:gd name="connsiteY1063" fmla="*/ 246275 h 765348"/>
              <a:gd name="connsiteX1064" fmla="*/ 356152 w 3286198"/>
              <a:gd name="connsiteY1064" fmla="*/ 272797 h 765348"/>
              <a:gd name="connsiteX1065" fmla="*/ 333419 w 3286198"/>
              <a:gd name="connsiteY1065" fmla="*/ 298056 h 765348"/>
              <a:gd name="connsiteX1066" fmla="*/ 364993 w 3286198"/>
              <a:gd name="connsiteY1066" fmla="*/ 291742 h 765348"/>
              <a:gd name="connsiteX1067" fmla="*/ 366256 w 3286198"/>
              <a:gd name="connsiteY1067" fmla="*/ 295531 h 765348"/>
              <a:gd name="connsiteX1068" fmla="*/ 368782 w 3286198"/>
              <a:gd name="connsiteY1068" fmla="*/ 293005 h 765348"/>
              <a:gd name="connsiteX1069" fmla="*/ 368782 w 3286198"/>
              <a:gd name="connsiteY1069" fmla="*/ 287953 h 765348"/>
              <a:gd name="connsiteX1070" fmla="*/ 364993 w 3286198"/>
              <a:gd name="connsiteY1070" fmla="*/ 291742 h 765348"/>
              <a:gd name="connsiteX1071" fmla="*/ 367519 w 3286198"/>
              <a:gd name="connsiteY1071" fmla="*/ 301845 h 765348"/>
              <a:gd name="connsiteX1072" fmla="*/ 390252 w 3286198"/>
              <a:gd name="connsiteY1072" fmla="*/ 328367 h 765348"/>
              <a:gd name="connsiteX1073" fmla="*/ 395304 w 3286198"/>
              <a:gd name="connsiteY1073" fmla="*/ 328367 h 765348"/>
              <a:gd name="connsiteX1074" fmla="*/ 368782 w 3286198"/>
              <a:gd name="connsiteY1074" fmla="*/ 296793 h 765348"/>
              <a:gd name="connsiteX1075" fmla="*/ 367519 w 3286198"/>
              <a:gd name="connsiteY1075" fmla="*/ 300582 h 765348"/>
              <a:gd name="connsiteX1076" fmla="*/ 367519 w 3286198"/>
              <a:gd name="connsiteY1076" fmla="*/ 301845 h 765348"/>
              <a:gd name="connsiteX1077" fmla="*/ 368782 w 3286198"/>
              <a:gd name="connsiteY1077" fmla="*/ 295531 h 765348"/>
              <a:gd name="connsiteX1078" fmla="*/ 399092 w 3286198"/>
              <a:gd name="connsiteY1078" fmla="*/ 330893 h 765348"/>
              <a:gd name="connsiteX1079" fmla="*/ 402881 w 3286198"/>
              <a:gd name="connsiteY1079" fmla="*/ 330893 h 765348"/>
              <a:gd name="connsiteX1080" fmla="*/ 392778 w 3286198"/>
              <a:gd name="connsiteY1080" fmla="*/ 319527 h 765348"/>
              <a:gd name="connsiteX1081" fmla="*/ 368782 w 3286198"/>
              <a:gd name="connsiteY1081" fmla="*/ 291742 h 765348"/>
              <a:gd name="connsiteX1082" fmla="*/ 368782 w 3286198"/>
              <a:gd name="connsiteY1082" fmla="*/ 295531 h 765348"/>
              <a:gd name="connsiteX1083" fmla="*/ 396567 w 3286198"/>
              <a:gd name="connsiteY1083" fmla="*/ 319527 h 765348"/>
              <a:gd name="connsiteX1084" fmla="*/ 405407 w 3286198"/>
              <a:gd name="connsiteY1084" fmla="*/ 329630 h 765348"/>
              <a:gd name="connsiteX1085" fmla="*/ 409196 w 3286198"/>
              <a:gd name="connsiteY1085" fmla="*/ 330893 h 765348"/>
              <a:gd name="connsiteX1086" fmla="*/ 406670 w 3286198"/>
              <a:gd name="connsiteY1086" fmla="*/ 325841 h 765348"/>
              <a:gd name="connsiteX1087" fmla="*/ 371308 w 3286198"/>
              <a:gd name="connsiteY1087" fmla="*/ 282901 h 765348"/>
              <a:gd name="connsiteX1088" fmla="*/ 370045 w 3286198"/>
              <a:gd name="connsiteY1088" fmla="*/ 287953 h 765348"/>
              <a:gd name="connsiteX1089" fmla="*/ 396567 w 3286198"/>
              <a:gd name="connsiteY1089" fmla="*/ 319527 h 765348"/>
              <a:gd name="connsiteX1090" fmla="*/ 409196 w 3286198"/>
              <a:gd name="connsiteY1090" fmla="*/ 325841 h 765348"/>
              <a:gd name="connsiteX1091" fmla="*/ 414248 w 3286198"/>
              <a:gd name="connsiteY1091" fmla="*/ 332156 h 765348"/>
              <a:gd name="connsiteX1092" fmla="*/ 418037 w 3286198"/>
              <a:gd name="connsiteY1092" fmla="*/ 332156 h 765348"/>
              <a:gd name="connsiteX1093" fmla="*/ 410459 w 3286198"/>
              <a:gd name="connsiteY1093" fmla="*/ 322052 h 765348"/>
              <a:gd name="connsiteX1094" fmla="*/ 373833 w 3286198"/>
              <a:gd name="connsiteY1094" fmla="*/ 277849 h 765348"/>
              <a:gd name="connsiteX1095" fmla="*/ 372571 w 3286198"/>
              <a:gd name="connsiteY1095" fmla="*/ 282901 h 765348"/>
              <a:gd name="connsiteX1096" fmla="*/ 409196 w 3286198"/>
              <a:gd name="connsiteY1096" fmla="*/ 325841 h 765348"/>
              <a:gd name="connsiteX1097" fmla="*/ 411722 w 3286198"/>
              <a:gd name="connsiteY1097" fmla="*/ 128821 h 765348"/>
              <a:gd name="connsiteX1098" fmla="*/ 368782 w 3286198"/>
              <a:gd name="connsiteY1098" fmla="*/ 142713 h 765348"/>
              <a:gd name="connsiteX1099" fmla="*/ 359941 w 3286198"/>
              <a:gd name="connsiteY1099" fmla="*/ 166710 h 765348"/>
              <a:gd name="connsiteX1100" fmla="*/ 367519 w 3286198"/>
              <a:gd name="connsiteY1100" fmla="*/ 160395 h 765348"/>
              <a:gd name="connsiteX1101" fmla="*/ 364993 w 3286198"/>
              <a:gd name="connsiteY1101" fmla="*/ 159132 h 765348"/>
              <a:gd name="connsiteX1102" fmla="*/ 367519 w 3286198"/>
              <a:gd name="connsiteY1102" fmla="*/ 154080 h 765348"/>
              <a:gd name="connsiteX1103" fmla="*/ 370045 w 3286198"/>
              <a:gd name="connsiteY1103" fmla="*/ 150291 h 765348"/>
              <a:gd name="connsiteX1104" fmla="*/ 372571 w 3286198"/>
              <a:gd name="connsiteY1104" fmla="*/ 146502 h 765348"/>
              <a:gd name="connsiteX1105" fmla="*/ 370045 w 3286198"/>
              <a:gd name="connsiteY1105" fmla="*/ 146502 h 765348"/>
              <a:gd name="connsiteX1106" fmla="*/ 396567 w 3286198"/>
              <a:gd name="connsiteY1106" fmla="*/ 136399 h 765348"/>
              <a:gd name="connsiteX1107" fmla="*/ 405407 w 3286198"/>
              <a:gd name="connsiteY1107" fmla="*/ 137662 h 765348"/>
              <a:gd name="connsiteX1108" fmla="*/ 409196 w 3286198"/>
              <a:gd name="connsiteY1108" fmla="*/ 136399 h 765348"/>
              <a:gd name="connsiteX1109" fmla="*/ 409196 w 3286198"/>
              <a:gd name="connsiteY1109" fmla="*/ 135136 h 765348"/>
              <a:gd name="connsiteX1110" fmla="*/ 381411 w 3286198"/>
              <a:gd name="connsiteY1110" fmla="*/ 136399 h 765348"/>
              <a:gd name="connsiteX1111" fmla="*/ 411722 w 3286198"/>
              <a:gd name="connsiteY1111" fmla="*/ 132610 h 765348"/>
              <a:gd name="connsiteX1112" fmla="*/ 411722 w 3286198"/>
              <a:gd name="connsiteY1112" fmla="*/ 128821 h 765348"/>
              <a:gd name="connsiteX1113" fmla="*/ 356152 w 3286198"/>
              <a:gd name="connsiteY1113" fmla="*/ 133873 h 765348"/>
              <a:gd name="connsiteX1114" fmla="*/ 338471 w 3286198"/>
              <a:gd name="connsiteY1114" fmla="*/ 147765 h 765348"/>
              <a:gd name="connsiteX1115" fmla="*/ 347312 w 3286198"/>
              <a:gd name="connsiteY1115" fmla="*/ 143976 h 765348"/>
              <a:gd name="connsiteX1116" fmla="*/ 348574 w 3286198"/>
              <a:gd name="connsiteY1116" fmla="*/ 147765 h 765348"/>
              <a:gd name="connsiteX1117" fmla="*/ 353626 w 3286198"/>
              <a:gd name="connsiteY1117" fmla="*/ 141450 h 765348"/>
              <a:gd name="connsiteX1118" fmla="*/ 353626 w 3286198"/>
              <a:gd name="connsiteY1118" fmla="*/ 145239 h 765348"/>
              <a:gd name="connsiteX1119" fmla="*/ 362467 w 3286198"/>
              <a:gd name="connsiteY1119" fmla="*/ 132610 h 765348"/>
              <a:gd name="connsiteX1120" fmla="*/ 363730 w 3286198"/>
              <a:gd name="connsiteY1120" fmla="*/ 133873 h 765348"/>
              <a:gd name="connsiteX1121" fmla="*/ 368782 w 3286198"/>
              <a:gd name="connsiteY1121" fmla="*/ 131347 h 765348"/>
              <a:gd name="connsiteX1122" fmla="*/ 372571 w 3286198"/>
              <a:gd name="connsiteY1122" fmla="*/ 131347 h 765348"/>
              <a:gd name="connsiteX1123" fmla="*/ 373833 w 3286198"/>
              <a:gd name="connsiteY1123" fmla="*/ 127558 h 765348"/>
              <a:gd name="connsiteX1124" fmla="*/ 368782 w 3286198"/>
              <a:gd name="connsiteY1124" fmla="*/ 127558 h 765348"/>
              <a:gd name="connsiteX1125" fmla="*/ 356152 w 3286198"/>
              <a:gd name="connsiteY1125" fmla="*/ 133873 h 765348"/>
              <a:gd name="connsiteX1126" fmla="*/ 337208 w 3286198"/>
              <a:gd name="connsiteY1126" fmla="*/ 102299 h 765348"/>
              <a:gd name="connsiteX1127" fmla="*/ 324578 w 3286198"/>
              <a:gd name="connsiteY1127" fmla="*/ 95984 h 765348"/>
              <a:gd name="connsiteX1128" fmla="*/ 309423 w 3286198"/>
              <a:gd name="connsiteY1128" fmla="*/ 98510 h 765348"/>
              <a:gd name="connsiteX1129" fmla="*/ 305634 w 3286198"/>
              <a:gd name="connsiteY1129" fmla="*/ 114929 h 765348"/>
              <a:gd name="connsiteX1130" fmla="*/ 308160 w 3286198"/>
              <a:gd name="connsiteY1130" fmla="*/ 114929 h 765348"/>
              <a:gd name="connsiteX1131" fmla="*/ 305634 w 3286198"/>
              <a:gd name="connsiteY1131" fmla="*/ 116191 h 765348"/>
              <a:gd name="connsiteX1132" fmla="*/ 309423 w 3286198"/>
              <a:gd name="connsiteY1132" fmla="*/ 116191 h 765348"/>
              <a:gd name="connsiteX1133" fmla="*/ 306897 w 3286198"/>
              <a:gd name="connsiteY1133" fmla="*/ 118717 h 765348"/>
              <a:gd name="connsiteX1134" fmla="*/ 308160 w 3286198"/>
              <a:gd name="connsiteY1134" fmla="*/ 118717 h 765348"/>
              <a:gd name="connsiteX1135" fmla="*/ 306897 w 3286198"/>
              <a:gd name="connsiteY1135" fmla="*/ 122506 h 765348"/>
              <a:gd name="connsiteX1136" fmla="*/ 308160 w 3286198"/>
              <a:gd name="connsiteY1136" fmla="*/ 123769 h 765348"/>
              <a:gd name="connsiteX1137" fmla="*/ 306897 w 3286198"/>
              <a:gd name="connsiteY1137" fmla="*/ 126295 h 765348"/>
              <a:gd name="connsiteX1138" fmla="*/ 309423 w 3286198"/>
              <a:gd name="connsiteY1138" fmla="*/ 126295 h 765348"/>
              <a:gd name="connsiteX1139" fmla="*/ 309423 w 3286198"/>
              <a:gd name="connsiteY1139" fmla="*/ 128821 h 765348"/>
              <a:gd name="connsiteX1140" fmla="*/ 310686 w 3286198"/>
              <a:gd name="connsiteY1140" fmla="*/ 128821 h 765348"/>
              <a:gd name="connsiteX1141" fmla="*/ 310686 w 3286198"/>
              <a:gd name="connsiteY1141" fmla="*/ 131347 h 765348"/>
              <a:gd name="connsiteX1142" fmla="*/ 311949 w 3286198"/>
              <a:gd name="connsiteY1142" fmla="*/ 132610 h 765348"/>
              <a:gd name="connsiteX1143" fmla="*/ 317001 w 3286198"/>
              <a:gd name="connsiteY1143" fmla="*/ 137662 h 765348"/>
              <a:gd name="connsiteX1144" fmla="*/ 322052 w 3286198"/>
              <a:gd name="connsiteY1144" fmla="*/ 137662 h 765348"/>
              <a:gd name="connsiteX1145" fmla="*/ 329630 w 3286198"/>
              <a:gd name="connsiteY1145" fmla="*/ 128821 h 765348"/>
              <a:gd name="connsiteX1146" fmla="*/ 330893 w 3286198"/>
              <a:gd name="connsiteY1146" fmla="*/ 123769 h 765348"/>
              <a:gd name="connsiteX1147" fmla="*/ 333419 w 3286198"/>
              <a:gd name="connsiteY1147" fmla="*/ 118717 h 765348"/>
              <a:gd name="connsiteX1148" fmla="*/ 334682 w 3286198"/>
              <a:gd name="connsiteY1148" fmla="*/ 116191 h 765348"/>
              <a:gd name="connsiteX1149" fmla="*/ 334682 w 3286198"/>
              <a:gd name="connsiteY1149" fmla="*/ 112403 h 765348"/>
              <a:gd name="connsiteX1150" fmla="*/ 329630 w 3286198"/>
              <a:gd name="connsiteY1150" fmla="*/ 112403 h 765348"/>
              <a:gd name="connsiteX1151" fmla="*/ 325841 w 3286198"/>
              <a:gd name="connsiteY1151" fmla="*/ 111140 h 765348"/>
              <a:gd name="connsiteX1152" fmla="*/ 324578 w 3286198"/>
              <a:gd name="connsiteY1152" fmla="*/ 119980 h 765348"/>
              <a:gd name="connsiteX1153" fmla="*/ 322052 w 3286198"/>
              <a:gd name="connsiteY1153" fmla="*/ 123769 h 765348"/>
              <a:gd name="connsiteX1154" fmla="*/ 317001 w 3286198"/>
              <a:gd name="connsiteY1154" fmla="*/ 121243 h 765348"/>
              <a:gd name="connsiteX1155" fmla="*/ 317001 w 3286198"/>
              <a:gd name="connsiteY1155" fmla="*/ 118717 h 765348"/>
              <a:gd name="connsiteX1156" fmla="*/ 318264 w 3286198"/>
              <a:gd name="connsiteY1156" fmla="*/ 118717 h 765348"/>
              <a:gd name="connsiteX1157" fmla="*/ 318264 w 3286198"/>
              <a:gd name="connsiteY1157" fmla="*/ 109877 h 765348"/>
              <a:gd name="connsiteX1158" fmla="*/ 309423 w 3286198"/>
              <a:gd name="connsiteY1158" fmla="*/ 108614 h 765348"/>
              <a:gd name="connsiteX1159" fmla="*/ 305634 w 3286198"/>
              <a:gd name="connsiteY1159" fmla="*/ 108614 h 765348"/>
              <a:gd name="connsiteX1160" fmla="*/ 309423 w 3286198"/>
              <a:gd name="connsiteY1160" fmla="*/ 104825 h 765348"/>
              <a:gd name="connsiteX1161" fmla="*/ 308160 w 3286198"/>
              <a:gd name="connsiteY1161" fmla="*/ 102299 h 765348"/>
              <a:gd name="connsiteX1162" fmla="*/ 310686 w 3286198"/>
              <a:gd name="connsiteY1162" fmla="*/ 102299 h 765348"/>
              <a:gd name="connsiteX1163" fmla="*/ 318264 w 3286198"/>
              <a:gd name="connsiteY1163" fmla="*/ 102299 h 765348"/>
              <a:gd name="connsiteX1164" fmla="*/ 322052 w 3286198"/>
              <a:gd name="connsiteY1164" fmla="*/ 104825 h 765348"/>
              <a:gd name="connsiteX1165" fmla="*/ 322052 w 3286198"/>
              <a:gd name="connsiteY1165" fmla="*/ 102299 h 765348"/>
              <a:gd name="connsiteX1166" fmla="*/ 328367 w 3286198"/>
              <a:gd name="connsiteY1166" fmla="*/ 101036 h 765348"/>
              <a:gd name="connsiteX1167" fmla="*/ 328367 w 3286198"/>
              <a:gd name="connsiteY1167" fmla="*/ 107351 h 765348"/>
              <a:gd name="connsiteX1168" fmla="*/ 338471 w 3286198"/>
              <a:gd name="connsiteY1168" fmla="*/ 104825 h 765348"/>
              <a:gd name="connsiteX1169" fmla="*/ 338471 w 3286198"/>
              <a:gd name="connsiteY1169" fmla="*/ 102299 h 765348"/>
              <a:gd name="connsiteX1170" fmla="*/ 335945 w 3286198"/>
              <a:gd name="connsiteY1170" fmla="*/ 109877 h 765348"/>
              <a:gd name="connsiteX1171" fmla="*/ 333419 w 3286198"/>
              <a:gd name="connsiteY1171" fmla="*/ 108614 h 765348"/>
              <a:gd name="connsiteX1172" fmla="*/ 330893 w 3286198"/>
              <a:gd name="connsiteY1172" fmla="*/ 109877 h 765348"/>
              <a:gd name="connsiteX1173" fmla="*/ 333419 w 3286198"/>
              <a:gd name="connsiteY1173" fmla="*/ 111140 h 765348"/>
              <a:gd name="connsiteX1174" fmla="*/ 335945 w 3286198"/>
              <a:gd name="connsiteY1174" fmla="*/ 109877 h 765348"/>
              <a:gd name="connsiteX1175" fmla="*/ 327104 w 3286198"/>
              <a:gd name="connsiteY1175" fmla="*/ 106088 h 765348"/>
              <a:gd name="connsiteX1176" fmla="*/ 327104 w 3286198"/>
              <a:gd name="connsiteY1176" fmla="*/ 103562 h 765348"/>
              <a:gd name="connsiteX1177" fmla="*/ 324578 w 3286198"/>
              <a:gd name="connsiteY1177" fmla="*/ 104825 h 765348"/>
              <a:gd name="connsiteX1178" fmla="*/ 324578 w 3286198"/>
              <a:gd name="connsiteY1178" fmla="*/ 107351 h 765348"/>
              <a:gd name="connsiteX1179" fmla="*/ 327104 w 3286198"/>
              <a:gd name="connsiteY1179" fmla="*/ 107351 h 765348"/>
              <a:gd name="connsiteX1180" fmla="*/ 324578 w 3286198"/>
              <a:gd name="connsiteY1180" fmla="*/ 108614 h 765348"/>
              <a:gd name="connsiteX1181" fmla="*/ 323315 w 3286198"/>
              <a:gd name="connsiteY1181" fmla="*/ 119980 h 765348"/>
              <a:gd name="connsiteX1182" fmla="*/ 324578 w 3286198"/>
              <a:gd name="connsiteY1182" fmla="*/ 119980 h 765348"/>
              <a:gd name="connsiteX1183" fmla="*/ 325841 w 3286198"/>
              <a:gd name="connsiteY1183" fmla="*/ 107351 h 765348"/>
              <a:gd name="connsiteX1184" fmla="*/ 324578 w 3286198"/>
              <a:gd name="connsiteY1184" fmla="*/ 107351 h 765348"/>
              <a:gd name="connsiteX1185" fmla="*/ 317001 w 3286198"/>
              <a:gd name="connsiteY1185" fmla="*/ 107351 h 765348"/>
              <a:gd name="connsiteX1186" fmla="*/ 314475 w 3286198"/>
              <a:gd name="connsiteY1186" fmla="*/ 106088 h 765348"/>
              <a:gd name="connsiteX1187" fmla="*/ 311949 w 3286198"/>
              <a:gd name="connsiteY1187" fmla="*/ 107351 h 765348"/>
              <a:gd name="connsiteX1188" fmla="*/ 314475 w 3286198"/>
              <a:gd name="connsiteY1188" fmla="*/ 108614 h 765348"/>
              <a:gd name="connsiteX1189" fmla="*/ 317001 w 3286198"/>
              <a:gd name="connsiteY1189" fmla="*/ 107351 h 765348"/>
              <a:gd name="connsiteX1190" fmla="*/ 320790 w 3286198"/>
              <a:gd name="connsiteY1190" fmla="*/ 119980 h 765348"/>
              <a:gd name="connsiteX1191" fmla="*/ 320790 w 3286198"/>
              <a:gd name="connsiteY1191" fmla="*/ 119980 h 765348"/>
              <a:gd name="connsiteX1192" fmla="*/ 319527 w 3286198"/>
              <a:gd name="connsiteY1192" fmla="*/ 119980 h 765348"/>
              <a:gd name="connsiteX1193" fmla="*/ 320790 w 3286198"/>
              <a:gd name="connsiteY1193" fmla="*/ 119980 h 765348"/>
              <a:gd name="connsiteX1194" fmla="*/ 320790 w 3286198"/>
              <a:gd name="connsiteY1194" fmla="*/ 119980 h 765348"/>
              <a:gd name="connsiteX1195" fmla="*/ 314475 w 3286198"/>
              <a:gd name="connsiteY1195" fmla="*/ 256379 h 765348"/>
              <a:gd name="connsiteX1196" fmla="*/ 320790 w 3286198"/>
              <a:gd name="connsiteY1196" fmla="*/ 256379 h 765348"/>
              <a:gd name="connsiteX1197" fmla="*/ 319527 w 3286198"/>
              <a:gd name="connsiteY1197" fmla="*/ 251327 h 765348"/>
              <a:gd name="connsiteX1198" fmla="*/ 308160 w 3286198"/>
              <a:gd name="connsiteY1198" fmla="*/ 251327 h 765348"/>
              <a:gd name="connsiteX1199" fmla="*/ 308160 w 3286198"/>
              <a:gd name="connsiteY1199" fmla="*/ 253853 h 765348"/>
              <a:gd name="connsiteX1200" fmla="*/ 314475 w 3286198"/>
              <a:gd name="connsiteY1200" fmla="*/ 256379 h 765348"/>
              <a:gd name="connsiteX1201" fmla="*/ 303108 w 3286198"/>
              <a:gd name="connsiteY1201" fmla="*/ 251327 h 765348"/>
              <a:gd name="connsiteX1202" fmla="*/ 303108 w 3286198"/>
              <a:gd name="connsiteY1202" fmla="*/ 251327 h 765348"/>
              <a:gd name="connsiteX1203" fmla="*/ 303108 w 3286198"/>
              <a:gd name="connsiteY1203" fmla="*/ 253853 h 765348"/>
              <a:gd name="connsiteX1204" fmla="*/ 304371 w 3286198"/>
              <a:gd name="connsiteY1204" fmla="*/ 252590 h 765348"/>
              <a:gd name="connsiteX1205" fmla="*/ 303108 w 3286198"/>
              <a:gd name="connsiteY1205" fmla="*/ 251327 h 765348"/>
              <a:gd name="connsiteX1206" fmla="*/ 300582 w 3286198"/>
              <a:gd name="connsiteY1206" fmla="*/ 247538 h 765348"/>
              <a:gd name="connsiteX1207" fmla="*/ 303108 w 3286198"/>
              <a:gd name="connsiteY1207" fmla="*/ 246275 h 765348"/>
              <a:gd name="connsiteX1208" fmla="*/ 300582 w 3286198"/>
              <a:gd name="connsiteY1208" fmla="*/ 245012 h 765348"/>
              <a:gd name="connsiteX1209" fmla="*/ 298056 w 3286198"/>
              <a:gd name="connsiteY1209" fmla="*/ 246275 h 765348"/>
              <a:gd name="connsiteX1210" fmla="*/ 300582 w 3286198"/>
              <a:gd name="connsiteY1210" fmla="*/ 247538 h 765348"/>
              <a:gd name="connsiteX1211" fmla="*/ 303108 w 3286198"/>
              <a:gd name="connsiteY1211" fmla="*/ 213439 h 765348"/>
              <a:gd name="connsiteX1212" fmla="*/ 304371 w 3286198"/>
              <a:gd name="connsiteY1212" fmla="*/ 198283 h 765348"/>
              <a:gd name="connsiteX1213" fmla="*/ 306897 w 3286198"/>
              <a:gd name="connsiteY1213" fmla="*/ 198283 h 765348"/>
              <a:gd name="connsiteX1214" fmla="*/ 306897 w 3286198"/>
              <a:gd name="connsiteY1214" fmla="*/ 210913 h 765348"/>
              <a:gd name="connsiteX1215" fmla="*/ 308160 w 3286198"/>
              <a:gd name="connsiteY1215" fmla="*/ 197020 h 765348"/>
              <a:gd name="connsiteX1216" fmla="*/ 310686 w 3286198"/>
              <a:gd name="connsiteY1216" fmla="*/ 197020 h 765348"/>
              <a:gd name="connsiteX1217" fmla="*/ 309423 w 3286198"/>
              <a:gd name="connsiteY1217" fmla="*/ 205861 h 765348"/>
              <a:gd name="connsiteX1218" fmla="*/ 311949 w 3286198"/>
              <a:gd name="connsiteY1218" fmla="*/ 195757 h 765348"/>
              <a:gd name="connsiteX1219" fmla="*/ 313212 w 3286198"/>
              <a:gd name="connsiteY1219" fmla="*/ 194494 h 765348"/>
              <a:gd name="connsiteX1220" fmla="*/ 311949 w 3286198"/>
              <a:gd name="connsiteY1220" fmla="*/ 205861 h 765348"/>
              <a:gd name="connsiteX1221" fmla="*/ 314475 w 3286198"/>
              <a:gd name="connsiteY1221" fmla="*/ 194494 h 765348"/>
              <a:gd name="connsiteX1222" fmla="*/ 315738 w 3286198"/>
              <a:gd name="connsiteY1222" fmla="*/ 194494 h 765348"/>
              <a:gd name="connsiteX1223" fmla="*/ 314475 w 3286198"/>
              <a:gd name="connsiteY1223" fmla="*/ 213439 h 765348"/>
              <a:gd name="connsiteX1224" fmla="*/ 314475 w 3286198"/>
              <a:gd name="connsiteY1224" fmla="*/ 171761 h 765348"/>
              <a:gd name="connsiteX1225" fmla="*/ 315738 w 3286198"/>
              <a:gd name="connsiteY1225" fmla="*/ 185654 h 765348"/>
              <a:gd name="connsiteX1226" fmla="*/ 314475 w 3286198"/>
              <a:gd name="connsiteY1226" fmla="*/ 185654 h 765348"/>
              <a:gd name="connsiteX1227" fmla="*/ 311949 w 3286198"/>
              <a:gd name="connsiteY1227" fmla="*/ 178076 h 765348"/>
              <a:gd name="connsiteX1228" fmla="*/ 313212 w 3286198"/>
              <a:gd name="connsiteY1228" fmla="*/ 186917 h 765348"/>
              <a:gd name="connsiteX1229" fmla="*/ 311949 w 3286198"/>
              <a:gd name="connsiteY1229" fmla="*/ 186917 h 765348"/>
              <a:gd name="connsiteX1230" fmla="*/ 309423 w 3286198"/>
              <a:gd name="connsiteY1230" fmla="*/ 179339 h 765348"/>
              <a:gd name="connsiteX1231" fmla="*/ 310686 w 3286198"/>
              <a:gd name="connsiteY1231" fmla="*/ 186917 h 765348"/>
              <a:gd name="connsiteX1232" fmla="*/ 308160 w 3286198"/>
              <a:gd name="connsiteY1232" fmla="*/ 186917 h 765348"/>
              <a:gd name="connsiteX1233" fmla="*/ 305634 w 3286198"/>
              <a:gd name="connsiteY1233" fmla="*/ 176813 h 765348"/>
              <a:gd name="connsiteX1234" fmla="*/ 305634 w 3286198"/>
              <a:gd name="connsiteY1234" fmla="*/ 186917 h 765348"/>
              <a:gd name="connsiteX1235" fmla="*/ 303108 w 3286198"/>
              <a:gd name="connsiteY1235" fmla="*/ 186917 h 765348"/>
              <a:gd name="connsiteX1236" fmla="*/ 301845 w 3286198"/>
              <a:gd name="connsiteY1236" fmla="*/ 179339 h 765348"/>
              <a:gd name="connsiteX1237" fmla="*/ 301845 w 3286198"/>
              <a:gd name="connsiteY1237" fmla="*/ 186917 h 765348"/>
              <a:gd name="connsiteX1238" fmla="*/ 298056 w 3286198"/>
              <a:gd name="connsiteY1238" fmla="*/ 186917 h 765348"/>
              <a:gd name="connsiteX1239" fmla="*/ 296793 w 3286198"/>
              <a:gd name="connsiteY1239" fmla="*/ 180602 h 765348"/>
              <a:gd name="connsiteX1240" fmla="*/ 296793 w 3286198"/>
              <a:gd name="connsiteY1240" fmla="*/ 186917 h 765348"/>
              <a:gd name="connsiteX1241" fmla="*/ 294268 w 3286198"/>
              <a:gd name="connsiteY1241" fmla="*/ 186917 h 765348"/>
              <a:gd name="connsiteX1242" fmla="*/ 293005 w 3286198"/>
              <a:gd name="connsiteY1242" fmla="*/ 181865 h 765348"/>
              <a:gd name="connsiteX1243" fmla="*/ 293005 w 3286198"/>
              <a:gd name="connsiteY1243" fmla="*/ 186917 h 765348"/>
              <a:gd name="connsiteX1244" fmla="*/ 290479 w 3286198"/>
              <a:gd name="connsiteY1244" fmla="*/ 186917 h 765348"/>
              <a:gd name="connsiteX1245" fmla="*/ 290479 w 3286198"/>
              <a:gd name="connsiteY1245" fmla="*/ 180602 h 765348"/>
              <a:gd name="connsiteX1246" fmla="*/ 289216 w 3286198"/>
              <a:gd name="connsiteY1246" fmla="*/ 186917 h 765348"/>
              <a:gd name="connsiteX1247" fmla="*/ 286690 w 3286198"/>
              <a:gd name="connsiteY1247" fmla="*/ 186917 h 765348"/>
              <a:gd name="connsiteX1248" fmla="*/ 287953 w 3286198"/>
              <a:gd name="connsiteY1248" fmla="*/ 184391 h 765348"/>
              <a:gd name="connsiteX1249" fmla="*/ 286690 w 3286198"/>
              <a:gd name="connsiteY1249" fmla="*/ 186917 h 765348"/>
              <a:gd name="connsiteX1250" fmla="*/ 284164 w 3286198"/>
              <a:gd name="connsiteY1250" fmla="*/ 185654 h 765348"/>
              <a:gd name="connsiteX1251" fmla="*/ 282901 w 3286198"/>
              <a:gd name="connsiteY1251" fmla="*/ 169235 h 765348"/>
              <a:gd name="connsiteX1252" fmla="*/ 281638 w 3286198"/>
              <a:gd name="connsiteY1252" fmla="*/ 184391 h 765348"/>
              <a:gd name="connsiteX1253" fmla="*/ 277849 w 3286198"/>
              <a:gd name="connsiteY1253" fmla="*/ 183128 h 765348"/>
              <a:gd name="connsiteX1254" fmla="*/ 276586 w 3286198"/>
              <a:gd name="connsiteY1254" fmla="*/ 171761 h 765348"/>
              <a:gd name="connsiteX1255" fmla="*/ 271534 w 3286198"/>
              <a:gd name="connsiteY1255" fmla="*/ 200809 h 765348"/>
              <a:gd name="connsiteX1256" fmla="*/ 276586 w 3286198"/>
              <a:gd name="connsiteY1256" fmla="*/ 188180 h 765348"/>
              <a:gd name="connsiteX1257" fmla="*/ 279112 w 3286198"/>
              <a:gd name="connsiteY1257" fmla="*/ 189443 h 765348"/>
              <a:gd name="connsiteX1258" fmla="*/ 276586 w 3286198"/>
              <a:gd name="connsiteY1258" fmla="*/ 198283 h 765348"/>
              <a:gd name="connsiteX1259" fmla="*/ 280375 w 3286198"/>
              <a:gd name="connsiteY1259" fmla="*/ 190706 h 765348"/>
              <a:gd name="connsiteX1260" fmla="*/ 281638 w 3286198"/>
              <a:gd name="connsiteY1260" fmla="*/ 191969 h 765348"/>
              <a:gd name="connsiteX1261" fmla="*/ 281638 w 3286198"/>
              <a:gd name="connsiteY1261" fmla="*/ 213439 h 765348"/>
              <a:gd name="connsiteX1262" fmla="*/ 282901 w 3286198"/>
              <a:gd name="connsiteY1262" fmla="*/ 193231 h 765348"/>
              <a:gd name="connsiteX1263" fmla="*/ 285427 w 3286198"/>
              <a:gd name="connsiteY1263" fmla="*/ 194494 h 765348"/>
              <a:gd name="connsiteX1264" fmla="*/ 286690 w 3286198"/>
              <a:gd name="connsiteY1264" fmla="*/ 213439 h 765348"/>
              <a:gd name="connsiteX1265" fmla="*/ 287953 w 3286198"/>
              <a:gd name="connsiteY1265" fmla="*/ 195757 h 765348"/>
              <a:gd name="connsiteX1266" fmla="*/ 290479 w 3286198"/>
              <a:gd name="connsiteY1266" fmla="*/ 197020 h 765348"/>
              <a:gd name="connsiteX1267" fmla="*/ 290479 w 3286198"/>
              <a:gd name="connsiteY1267" fmla="*/ 212176 h 765348"/>
              <a:gd name="connsiteX1268" fmla="*/ 293005 w 3286198"/>
              <a:gd name="connsiteY1268" fmla="*/ 197020 h 765348"/>
              <a:gd name="connsiteX1269" fmla="*/ 295531 w 3286198"/>
              <a:gd name="connsiteY1269" fmla="*/ 198283 h 765348"/>
              <a:gd name="connsiteX1270" fmla="*/ 295531 w 3286198"/>
              <a:gd name="connsiteY1270" fmla="*/ 214702 h 765348"/>
              <a:gd name="connsiteX1271" fmla="*/ 296793 w 3286198"/>
              <a:gd name="connsiteY1271" fmla="*/ 198283 h 765348"/>
              <a:gd name="connsiteX1272" fmla="*/ 299319 w 3286198"/>
              <a:gd name="connsiteY1272" fmla="*/ 198283 h 765348"/>
              <a:gd name="connsiteX1273" fmla="*/ 303108 w 3286198"/>
              <a:gd name="connsiteY1273" fmla="*/ 213439 h 765348"/>
              <a:gd name="connsiteX1274" fmla="*/ 295531 w 3286198"/>
              <a:gd name="connsiteY1274" fmla="*/ 243750 h 765348"/>
              <a:gd name="connsiteX1275" fmla="*/ 294268 w 3286198"/>
              <a:gd name="connsiteY1275" fmla="*/ 239961 h 765348"/>
              <a:gd name="connsiteX1276" fmla="*/ 293005 w 3286198"/>
              <a:gd name="connsiteY1276" fmla="*/ 243750 h 765348"/>
              <a:gd name="connsiteX1277" fmla="*/ 294268 w 3286198"/>
              <a:gd name="connsiteY1277" fmla="*/ 247538 h 765348"/>
              <a:gd name="connsiteX1278" fmla="*/ 295531 w 3286198"/>
              <a:gd name="connsiteY1278" fmla="*/ 243750 h 765348"/>
              <a:gd name="connsiteX1279" fmla="*/ 293005 w 3286198"/>
              <a:gd name="connsiteY1279" fmla="*/ 243750 h 765348"/>
              <a:gd name="connsiteX1280" fmla="*/ 291742 w 3286198"/>
              <a:gd name="connsiteY1280" fmla="*/ 241224 h 765348"/>
              <a:gd name="connsiteX1281" fmla="*/ 290479 w 3286198"/>
              <a:gd name="connsiteY1281" fmla="*/ 243750 h 765348"/>
              <a:gd name="connsiteX1282" fmla="*/ 291742 w 3286198"/>
              <a:gd name="connsiteY1282" fmla="*/ 246275 h 765348"/>
              <a:gd name="connsiteX1283" fmla="*/ 293005 w 3286198"/>
              <a:gd name="connsiteY1283" fmla="*/ 243750 h 765348"/>
              <a:gd name="connsiteX1284" fmla="*/ 271534 w 3286198"/>
              <a:gd name="connsiteY1284" fmla="*/ 167972 h 765348"/>
              <a:gd name="connsiteX1285" fmla="*/ 269009 w 3286198"/>
              <a:gd name="connsiteY1285" fmla="*/ 186917 h 765348"/>
              <a:gd name="connsiteX1286" fmla="*/ 271534 w 3286198"/>
              <a:gd name="connsiteY1286" fmla="*/ 167972 h 765348"/>
              <a:gd name="connsiteX1287" fmla="*/ 308160 w 3286198"/>
              <a:gd name="connsiteY1287" fmla="*/ 90932 h 765348"/>
              <a:gd name="connsiteX1288" fmla="*/ 306897 w 3286198"/>
              <a:gd name="connsiteY1288" fmla="*/ 92195 h 765348"/>
              <a:gd name="connsiteX1289" fmla="*/ 309423 w 3286198"/>
              <a:gd name="connsiteY1289" fmla="*/ 92195 h 765348"/>
              <a:gd name="connsiteX1290" fmla="*/ 310686 w 3286198"/>
              <a:gd name="connsiteY1290" fmla="*/ 89670 h 765348"/>
              <a:gd name="connsiteX1291" fmla="*/ 308160 w 3286198"/>
              <a:gd name="connsiteY1291" fmla="*/ 90932 h 765348"/>
              <a:gd name="connsiteX1292" fmla="*/ 314475 w 3286198"/>
              <a:gd name="connsiteY1292" fmla="*/ 83355 h 765348"/>
              <a:gd name="connsiteX1293" fmla="*/ 314475 w 3286198"/>
              <a:gd name="connsiteY1293" fmla="*/ 94721 h 765348"/>
              <a:gd name="connsiteX1294" fmla="*/ 322052 w 3286198"/>
              <a:gd name="connsiteY1294" fmla="*/ 94721 h 765348"/>
              <a:gd name="connsiteX1295" fmla="*/ 325841 w 3286198"/>
              <a:gd name="connsiteY1295" fmla="*/ 92195 h 765348"/>
              <a:gd name="connsiteX1296" fmla="*/ 325841 w 3286198"/>
              <a:gd name="connsiteY1296" fmla="*/ 84618 h 765348"/>
              <a:gd name="connsiteX1297" fmla="*/ 322052 w 3286198"/>
              <a:gd name="connsiteY1297" fmla="*/ 80829 h 765348"/>
              <a:gd name="connsiteX1298" fmla="*/ 314475 w 3286198"/>
              <a:gd name="connsiteY1298" fmla="*/ 83355 h 765348"/>
              <a:gd name="connsiteX1299" fmla="*/ 327104 w 3286198"/>
              <a:gd name="connsiteY1299" fmla="*/ 71988 h 765348"/>
              <a:gd name="connsiteX1300" fmla="*/ 328367 w 3286198"/>
              <a:gd name="connsiteY1300" fmla="*/ 78303 h 765348"/>
              <a:gd name="connsiteX1301" fmla="*/ 332156 w 3286198"/>
              <a:gd name="connsiteY1301" fmla="*/ 75777 h 765348"/>
              <a:gd name="connsiteX1302" fmla="*/ 329630 w 3286198"/>
              <a:gd name="connsiteY1302" fmla="*/ 70725 h 765348"/>
              <a:gd name="connsiteX1303" fmla="*/ 327104 w 3286198"/>
              <a:gd name="connsiteY1303" fmla="*/ 71988 h 765348"/>
              <a:gd name="connsiteX1304" fmla="*/ 330893 w 3286198"/>
              <a:gd name="connsiteY1304" fmla="*/ 64410 h 765348"/>
              <a:gd name="connsiteX1305" fmla="*/ 330893 w 3286198"/>
              <a:gd name="connsiteY1305" fmla="*/ 61885 h 765348"/>
              <a:gd name="connsiteX1306" fmla="*/ 328367 w 3286198"/>
              <a:gd name="connsiteY1306" fmla="*/ 61885 h 765348"/>
              <a:gd name="connsiteX1307" fmla="*/ 328367 w 3286198"/>
              <a:gd name="connsiteY1307" fmla="*/ 64410 h 765348"/>
              <a:gd name="connsiteX1308" fmla="*/ 330893 w 3286198"/>
              <a:gd name="connsiteY1308" fmla="*/ 64410 h 765348"/>
              <a:gd name="connsiteX1309" fmla="*/ 325841 w 3286198"/>
              <a:gd name="connsiteY1309" fmla="*/ 63148 h 765348"/>
              <a:gd name="connsiteX1310" fmla="*/ 329630 w 3286198"/>
              <a:gd name="connsiteY1310" fmla="*/ 58096 h 765348"/>
              <a:gd name="connsiteX1311" fmla="*/ 323315 w 3286198"/>
              <a:gd name="connsiteY1311" fmla="*/ 51781 h 765348"/>
              <a:gd name="connsiteX1312" fmla="*/ 317001 w 3286198"/>
              <a:gd name="connsiteY1312" fmla="*/ 51781 h 765348"/>
              <a:gd name="connsiteX1313" fmla="*/ 317001 w 3286198"/>
              <a:gd name="connsiteY1313" fmla="*/ 53044 h 765348"/>
              <a:gd name="connsiteX1314" fmla="*/ 319527 w 3286198"/>
              <a:gd name="connsiteY1314" fmla="*/ 53044 h 765348"/>
              <a:gd name="connsiteX1315" fmla="*/ 325841 w 3286198"/>
              <a:gd name="connsiteY1315" fmla="*/ 63148 h 765348"/>
              <a:gd name="connsiteX1316" fmla="*/ 324578 w 3286198"/>
              <a:gd name="connsiteY1316" fmla="*/ 66936 h 765348"/>
              <a:gd name="connsiteX1317" fmla="*/ 317001 w 3286198"/>
              <a:gd name="connsiteY1317" fmla="*/ 77040 h 765348"/>
              <a:gd name="connsiteX1318" fmla="*/ 324578 w 3286198"/>
              <a:gd name="connsiteY1318" fmla="*/ 77040 h 765348"/>
              <a:gd name="connsiteX1319" fmla="*/ 324578 w 3286198"/>
              <a:gd name="connsiteY1319" fmla="*/ 66936 h 765348"/>
              <a:gd name="connsiteX1320" fmla="*/ 314475 w 3286198"/>
              <a:gd name="connsiteY1320" fmla="*/ 75777 h 765348"/>
              <a:gd name="connsiteX1321" fmla="*/ 314475 w 3286198"/>
              <a:gd name="connsiteY1321" fmla="*/ 74514 h 765348"/>
              <a:gd name="connsiteX1322" fmla="*/ 313212 w 3286198"/>
              <a:gd name="connsiteY1322" fmla="*/ 74514 h 765348"/>
              <a:gd name="connsiteX1323" fmla="*/ 313212 w 3286198"/>
              <a:gd name="connsiteY1323" fmla="*/ 77040 h 765348"/>
              <a:gd name="connsiteX1324" fmla="*/ 314475 w 3286198"/>
              <a:gd name="connsiteY1324" fmla="*/ 75777 h 765348"/>
              <a:gd name="connsiteX1325" fmla="*/ 334682 w 3286198"/>
              <a:gd name="connsiteY1325" fmla="*/ 87144 h 765348"/>
              <a:gd name="connsiteX1326" fmla="*/ 333419 w 3286198"/>
              <a:gd name="connsiteY1326" fmla="*/ 82092 h 765348"/>
              <a:gd name="connsiteX1327" fmla="*/ 329630 w 3286198"/>
              <a:gd name="connsiteY1327" fmla="*/ 83355 h 765348"/>
              <a:gd name="connsiteX1328" fmla="*/ 329630 w 3286198"/>
              <a:gd name="connsiteY1328" fmla="*/ 88407 h 765348"/>
              <a:gd name="connsiteX1329" fmla="*/ 330893 w 3286198"/>
              <a:gd name="connsiteY1329" fmla="*/ 93458 h 765348"/>
              <a:gd name="connsiteX1330" fmla="*/ 335945 w 3286198"/>
              <a:gd name="connsiteY1330" fmla="*/ 95984 h 765348"/>
              <a:gd name="connsiteX1331" fmla="*/ 334682 w 3286198"/>
              <a:gd name="connsiteY1331" fmla="*/ 87144 h 765348"/>
              <a:gd name="connsiteX1332" fmla="*/ 334682 w 3286198"/>
              <a:gd name="connsiteY1332" fmla="*/ 68199 h 765348"/>
              <a:gd name="connsiteX1333" fmla="*/ 335945 w 3286198"/>
              <a:gd name="connsiteY1333" fmla="*/ 65673 h 765348"/>
              <a:gd name="connsiteX1334" fmla="*/ 333419 w 3286198"/>
              <a:gd name="connsiteY1334" fmla="*/ 65673 h 765348"/>
              <a:gd name="connsiteX1335" fmla="*/ 332156 w 3286198"/>
              <a:gd name="connsiteY1335" fmla="*/ 68199 h 765348"/>
              <a:gd name="connsiteX1336" fmla="*/ 334682 w 3286198"/>
              <a:gd name="connsiteY1336" fmla="*/ 68199 h 765348"/>
              <a:gd name="connsiteX1337" fmla="*/ 339734 w 3286198"/>
              <a:gd name="connsiteY1337" fmla="*/ 49255 h 765348"/>
              <a:gd name="connsiteX1338" fmla="*/ 334682 w 3286198"/>
              <a:gd name="connsiteY1338" fmla="*/ 50518 h 765348"/>
              <a:gd name="connsiteX1339" fmla="*/ 334682 w 3286198"/>
              <a:gd name="connsiteY1339" fmla="*/ 58096 h 765348"/>
              <a:gd name="connsiteX1340" fmla="*/ 332156 w 3286198"/>
              <a:gd name="connsiteY1340" fmla="*/ 63148 h 765348"/>
              <a:gd name="connsiteX1341" fmla="*/ 333419 w 3286198"/>
              <a:gd name="connsiteY1341" fmla="*/ 65673 h 765348"/>
              <a:gd name="connsiteX1342" fmla="*/ 337208 w 3286198"/>
              <a:gd name="connsiteY1342" fmla="*/ 59359 h 765348"/>
              <a:gd name="connsiteX1343" fmla="*/ 339734 w 3286198"/>
              <a:gd name="connsiteY1343" fmla="*/ 49255 h 765348"/>
              <a:gd name="connsiteX1344" fmla="*/ 333419 w 3286198"/>
              <a:gd name="connsiteY1344" fmla="*/ 54307 h 765348"/>
              <a:gd name="connsiteX1345" fmla="*/ 328367 w 3286198"/>
              <a:gd name="connsiteY1345" fmla="*/ 51781 h 765348"/>
              <a:gd name="connsiteX1346" fmla="*/ 330893 w 3286198"/>
              <a:gd name="connsiteY1346" fmla="*/ 60622 h 765348"/>
              <a:gd name="connsiteX1347" fmla="*/ 333419 w 3286198"/>
              <a:gd name="connsiteY1347" fmla="*/ 54307 h 765348"/>
              <a:gd name="connsiteX1348" fmla="*/ 317001 w 3286198"/>
              <a:gd name="connsiteY1348" fmla="*/ 45466 h 765348"/>
              <a:gd name="connsiteX1349" fmla="*/ 308160 w 3286198"/>
              <a:gd name="connsiteY1349" fmla="*/ 50518 h 765348"/>
              <a:gd name="connsiteX1350" fmla="*/ 309423 w 3286198"/>
              <a:gd name="connsiteY1350" fmla="*/ 51781 h 765348"/>
              <a:gd name="connsiteX1351" fmla="*/ 318264 w 3286198"/>
              <a:gd name="connsiteY1351" fmla="*/ 49255 h 765348"/>
              <a:gd name="connsiteX1352" fmla="*/ 328367 w 3286198"/>
              <a:gd name="connsiteY1352" fmla="*/ 49255 h 765348"/>
              <a:gd name="connsiteX1353" fmla="*/ 328367 w 3286198"/>
              <a:gd name="connsiteY1353" fmla="*/ 45466 h 765348"/>
              <a:gd name="connsiteX1354" fmla="*/ 317001 w 3286198"/>
              <a:gd name="connsiteY1354" fmla="*/ 45466 h 765348"/>
              <a:gd name="connsiteX1355" fmla="*/ 315738 w 3286198"/>
              <a:gd name="connsiteY1355" fmla="*/ 53044 h 765348"/>
              <a:gd name="connsiteX1356" fmla="*/ 313212 w 3286198"/>
              <a:gd name="connsiteY1356" fmla="*/ 54307 h 765348"/>
              <a:gd name="connsiteX1357" fmla="*/ 313212 w 3286198"/>
              <a:gd name="connsiteY1357" fmla="*/ 55570 h 765348"/>
              <a:gd name="connsiteX1358" fmla="*/ 315738 w 3286198"/>
              <a:gd name="connsiteY1358" fmla="*/ 55570 h 765348"/>
              <a:gd name="connsiteX1359" fmla="*/ 315738 w 3286198"/>
              <a:gd name="connsiteY1359" fmla="*/ 53044 h 765348"/>
              <a:gd name="connsiteX1360" fmla="*/ 271534 w 3286198"/>
              <a:gd name="connsiteY1360" fmla="*/ 63148 h 765348"/>
              <a:gd name="connsiteX1361" fmla="*/ 294268 w 3286198"/>
              <a:gd name="connsiteY1361" fmla="*/ 59359 h 765348"/>
              <a:gd name="connsiteX1362" fmla="*/ 310686 w 3286198"/>
              <a:gd name="connsiteY1362" fmla="*/ 45466 h 765348"/>
              <a:gd name="connsiteX1363" fmla="*/ 304371 w 3286198"/>
              <a:gd name="connsiteY1363" fmla="*/ 46729 h 765348"/>
              <a:gd name="connsiteX1364" fmla="*/ 299319 w 3286198"/>
              <a:gd name="connsiteY1364" fmla="*/ 46729 h 765348"/>
              <a:gd name="connsiteX1365" fmla="*/ 294268 w 3286198"/>
              <a:gd name="connsiteY1365" fmla="*/ 50518 h 765348"/>
              <a:gd name="connsiteX1366" fmla="*/ 298056 w 3286198"/>
              <a:gd name="connsiteY1366" fmla="*/ 50518 h 765348"/>
              <a:gd name="connsiteX1367" fmla="*/ 276586 w 3286198"/>
              <a:gd name="connsiteY1367" fmla="*/ 59359 h 765348"/>
              <a:gd name="connsiteX1368" fmla="*/ 276586 w 3286198"/>
              <a:gd name="connsiteY1368" fmla="*/ 56833 h 765348"/>
              <a:gd name="connsiteX1369" fmla="*/ 263957 w 3286198"/>
              <a:gd name="connsiteY1369" fmla="*/ 54307 h 765348"/>
              <a:gd name="connsiteX1370" fmla="*/ 261431 w 3286198"/>
              <a:gd name="connsiteY1370" fmla="*/ 55570 h 765348"/>
              <a:gd name="connsiteX1371" fmla="*/ 271534 w 3286198"/>
              <a:gd name="connsiteY1371" fmla="*/ 63148 h 765348"/>
              <a:gd name="connsiteX1372" fmla="*/ 304371 w 3286198"/>
              <a:gd name="connsiteY1372" fmla="*/ 58096 h 765348"/>
              <a:gd name="connsiteX1373" fmla="*/ 303108 w 3286198"/>
              <a:gd name="connsiteY1373" fmla="*/ 56833 h 765348"/>
              <a:gd name="connsiteX1374" fmla="*/ 301845 w 3286198"/>
              <a:gd name="connsiteY1374" fmla="*/ 58096 h 765348"/>
              <a:gd name="connsiteX1375" fmla="*/ 303108 w 3286198"/>
              <a:gd name="connsiteY1375" fmla="*/ 59359 h 765348"/>
              <a:gd name="connsiteX1376" fmla="*/ 304371 w 3286198"/>
              <a:gd name="connsiteY1376" fmla="*/ 58096 h 765348"/>
              <a:gd name="connsiteX1377" fmla="*/ 281638 w 3286198"/>
              <a:gd name="connsiteY1377" fmla="*/ 71988 h 765348"/>
              <a:gd name="connsiteX1378" fmla="*/ 291742 w 3286198"/>
              <a:gd name="connsiteY1378" fmla="*/ 65673 h 765348"/>
              <a:gd name="connsiteX1379" fmla="*/ 290479 w 3286198"/>
              <a:gd name="connsiteY1379" fmla="*/ 63148 h 765348"/>
              <a:gd name="connsiteX1380" fmla="*/ 284164 w 3286198"/>
              <a:gd name="connsiteY1380" fmla="*/ 66936 h 765348"/>
              <a:gd name="connsiteX1381" fmla="*/ 270271 w 3286198"/>
              <a:gd name="connsiteY1381" fmla="*/ 70725 h 765348"/>
              <a:gd name="connsiteX1382" fmla="*/ 269009 w 3286198"/>
              <a:gd name="connsiteY1382" fmla="*/ 73251 h 765348"/>
              <a:gd name="connsiteX1383" fmla="*/ 281638 w 3286198"/>
              <a:gd name="connsiteY1383" fmla="*/ 71988 h 765348"/>
              <a:gd name="connsiteX1384" fmla="*/ 296793 w 3286198"/>
              <a:gd name="connsiteY1384" fmla="*/ 70725 h 765348"/>
              <a:gd name="connsiteX1385" fmla="*/ 298056 w 3286198"/>
              <a:gd name="connsiteY1385" fmla="*/ 69462 h 765348"/>
              <a:gd name="connsiteX1386" fmla="*/ 295531 w 3286198"/>
              <a:gd name="connsiteY1386" fmla="*/ 69462 h 765348"/>
              <a:gd name="connsiteX1387" fmla="*/ 294268 w 3286198"/>
              <a:gd name="connsiteY1387" fmla="*/ 70725 h 765348"/>
              <a:gd name="connsiteX1388" fmla="*/ 296793 w 3286198"/>
              <a:gd name="connsiteY1388" fmla="*/ 70725 h 765348"/>
              <a:gd name="connsiteX1389" fmla="*/ 304371 w 3286198"/>
              <a:gd name="connsiteY1389" fmla="*/ 70725 h 765348"/>
              <a:gd name="connsiteX1390" fmla="*/ 317001 w 3286198"/>
              <a:gd name="connsiteY1390" fmla="*/ 65673 h 765348"/>
              <a:gd name="connsiteX1391" fmla="*/ 320790 w 3286198"/>
              <a:gd name="connsiteY1391" fmla="*/ 63148 h 765348"/>
              <a:gd name="connsiteX1392" fmla="*/ 318264 w 3286198"/>
              <a:gd name="connsiteY1392" fmla="*/ 58096 h 765348"/>
              <a:gd name="connsiteX1393" fmla="*/ 303108 w 3286198"/>
              <a:gd name="connsiteY1393" fmla="*/ 60622 h 765348"/>
              <a:gd name="connsiteX1394" fmla="*/ 290479 w 3286198"/>
              <a:gd name="connsiteY1394" fmla="*/ 68199 h 765348"/>
              <a:gd name="connsiteX1395" fmla="*/ 291742 w 3286198"/>
              <a:gd name="connsiteY1395" fmla="*/ 69462 h 765348"/>
              <a:gd name="connsiteX1396" fmla="*/ 317001 w 3286198"/>
              <a:gd name="connsiteY1396" fmla="*/ 63148 h 765348"/>
              <a:gd name="connsiteX1397" fmla="*/ 306897 w 3286198"/>
              <a:gd name="connsiteY1397" fmla="*/ 65673 h 765348"/>
              <a:gd name="connsiteX1398" fmla="*/ 303108 w 3286198"/>
              <a:gd name="connsiteY1398" fmla="*/ 68199 h 765348"/>
              <a:gd name="connsiteX1399" fmla="*/ 304371 w 3286198"/>
              <a:gd name="connsiteY1399" fmla="*/ 70725 h 765348"/>
              <a:gd name="connsiteX1400" fmla="*/ 313212 w 3286198"/>
              <a:gd name="connsiteY1400" fmla="*/ 138925 h 765348"/>
              <a:gd name="connsiteX1401" fmla="*/ 299319 w 3286198"/>
              <a:gd name="connsiteY1401" fmla="*/ 116191 h 765348"/>
              <a:gd name="connsiteX1402" fmla="*/ 298056 w 3286198"/>
              <a:gd name="connsiteY1402" fmla="*/ 116191 h 765348"/>
              <a:gd name="connsiteX1403" fmla="*/ 310686 w 3286198"/>
              <a:gd name="connsiteY1403" fmla="*/ 141450 h 765348"/>
              <a:gd name="connsiteX1404" fmla="*/ 313212 w 3286198"/>
              <a:gd name="connsiteY1404" fmla="*/ 138925 h 765348"/>
              <a:gd name="connsiteX1405" fmla="*/ 298056 w 3286198"/>
              <a:gd name="connsiteY1405" fmla="*/ 107351 h 765348"/>
              <a:gd name="connsiteX1406" fmla="*/ 300582 w 3286198"/>
              <a:gd name="connsiteY1406" fmla="*/ 108614 h 765348"/>
              <a:gd name="connsiteX1407" fmla="*/ 303108 w 3286198"/>
              <a:gd name="connsiteY1407" fmla="*/ 98510 h 765348"/>
              <a:gd name="connsiteX1408" fmla="*/ 300582 w 3286198"/>
              <a:gd name="connsiteY1408" fmla="*/ 98510 h 765348"/>
              <a:gd name="connsiteX1409" fmla="*/ 298056 w 3286198"/>
              <a:gd name="connsiteY1409" fmla="*/ 107351 h 765348"/>
              <a:gd name="connsiteX1410" fmla="*/ 269009 w 3286198"/>
              <a:gd name="connsiteY1410" fmla="*/ 131347 h 765348"/>
              <a:gd name="connsiteX1411" fmla="*/ 269009 w 3286198"/>
              <a:gd name="connsiteY1411" fmla="*/ 133873 h 765348"/>
              <a:gd name="connsiteX1412" fmla="*/ 272797 w 3286198"/>
              <a:gd name="connsiteY1412" fmla="*/ 136399 h 765348"/>
              <a:gd name="connsiteX1413" fmla="*/ 274060 w 3286198"/>
              <a:gd name="connsiteY1413" fmla="*/ 136399 h 765348"/>
              <a:gd name="connsiteX1414" fmla="*/ 280375 w 3286198"/>
              <a:gd name="connsiteY1414" fmla="*/ 140188 h 765348"/>
              <a:gd name="connsiteX1415" fmla="*/ 281638 w 3286198"/>
              <a:gd name="connsiteY1415" fmla="*/ 136399 h 765348"/>
              <a:gd name="connsiteX1416" fmla="*/ 287953 w 3286198"/>
              <a:gd name="connsiteY1416" fmla="*/ 138925 h 765348"/>
              <a:gd name="connsiteX1417" fmla="*/ 287953 w 3286198"/>
              <a:gd name="connsiteY1417" fmla="*/ 137662 h 765348"/>
              <a:gd name="connsiteX1418" fmla="*/ 269009 w 3286198"/>
              <a:gd name="connsiteY1418" fmla="*/ 131347 h 765348"/>
              <a:gd name="connsiteX1419" fmla="*/ 234909 w 3286198"/>
              <a:gd name="connsiteY1419" fmla="*/ 132610 h 765348"/>
              <a:gd name="connsiteX1420" fmla="*/ 234909 w 3286198"/>
              <a:gd name="connsiteY1420" fmla="*/ 133873 h 765348"/>
              <a:gd name="connsiteX1421" fmla="*/ 241224 w 3286198"/>
              <a:gd name="connsiteY1421" fmla="*/ 133873 h 765348"/>
              <a:gd name="connsiteX1422" fmla="*/ 246275 w 3286198"/>
              <a:gd name="connsiteY1422" fmla="*/ 135136 h 765348"/>
              <a:gd name="connsiteX1423" fmla="*/ 251327 w 3286198"/>
              <a:gd name="connsiteY1423" fmla="*/ 136399 h 765348"/>
              <a:gd name="connsiteX1424" fmla="*/ 255116 w 3286198"/>
              <a:gd name="connsiteY1424" fmla="*/ 138925 h 765348"/>
              <a:gd name="connsiteX1425" fmla="*/ 257642 w 3286198"/>
              <a:gd name="connsiteY1425" fmla="*/ 138925 h 765348"/>
              <a:gd name="connsiteX1426" fmla="*/ 260168 w 3286198"/>
              <a:gd name="connsiteY1426" fmla="*/ 138925 h 765348"/>
              <a:gd name="connsiteX1427" fmla="*/ 261431 w 3286198"/>
              <a:gd name="connsiteY1427" fmla="*/ 138925 h 765348"/>
              <a:gd name="connsiteX1428" fmla="*/ 267746 w 3286198"/>
              <a:gd name="connsiteY1428" fmla="*/ 141450 h 765348"/>
              <a:gd name="connsiteX1429" fmla="*/ 270271 w 3286198"/>
              <a:gd name="connsiteY1429" fmla="*/ 142713 h 765348"/>
              <a:gd name="connsiteX1430" fmla="*/ 275323 w 3286198"/>
              <a:gd name="connsiteY1430" fmla="*/ 143976 h 765348"/>
              <a:gd name="connsiteX1431" fmla="*/ 287953 w 3286198"/>
              <a:gd name="connsiteY1431" fmla="*/ 150291 h 765348"/>
              <a:gd name="connsiteX1432" fmla="*/ 289216 w 3286198"/>
              <a:gd name="connsiteY1432" fmla="*/ 151554 h 765348"/>
              <a:gd name="connsiteX1433" fmla="*/ 294268 w 3286198"/>
              <a:gd name="connsiteY1433" fmla="*/ 151554 h 765348"/>
              <a:gd name="connsiteX1434" fmla="*/ 295531 w 3286198"/>
              <a:gd name="connsiteY1434" fmla="*/ 149028 h 765348"/>
              <a:gd name="connsiteX1435" fmla="*/ 271534 w 3286198"/>
              <a:gd name="connsiteY1435" fmla="*/ 137662 h 765348"/>
              <a:gd name="connsiteX1436" fmla="*/ 253853 w 3286198"/>
              <a:gd name="connsiteY1436" fmla="*/ 128821 h 765348"/>
              <a:gd name="connsiteX1437" fmla="*/ 234909 w 3286198"/>
              <a:gd name="connsiteY1437" fmla="*/ 132610 h 765348"/>
              <a:gd name="connsiteX1438" fmla="*/ 221016 w 3286198"/>
              <a:gd name="connsiteY1438" fmla="*/ 142713 h 765348"/>
              <a:gd name="connsiteX1439" fmla="*/ 221016 w 3286198"/>
              <a:gd name="connsiteY1439" fmla="*/ 146502 h 765348"/>
              <a:gd name="connsiteX1440" fmla="*/ 224805 w 3286198"/>
              <a:gd name="connsiteY1440" fmla="*/ 146502 h 765348"/>
              <a:gd name="connsiteX1441" fmla="*/ 228594 w 3286198"/>
              <a:gd name="connsiteY1441" fmla="*/ 147765 h 765348"/>
              <a:gd name="connsiteX1442" fmla="*/ 233646 w 3286198"/>
              <a:gd name="connsiteY1442" fmla="*/ 151554 h 765348"/>
              <a:gd name="connsiteX1443" fmla="*/ 231120 w 3286198"/>
              <a:gd name="connsiteY1443" fmla="*/ 146502 h 765348"/>
              <a:gd name="connsiteX1444" fmla="*/ 232383 w 3286198"/>
              <a:gd name="connsiteY1444" fmla="*/ 146502 h 765348"/>
              <a:gd name="connsiteX1445" fmla="*/ 242487 w 3286198"/>
              <a:gd name="connsiteY1445" fmla="*/ 152817 h 765348"/>
              <a:gd name="connsiteX1446" fmla="*/ 239961 w 3286198"/>
              <a:gd name="connsiteY1446" fmla="*/ 146502 h 765348"/>
              <a:gd name="connsiteX1447" fmla="*/ 243750 w 3286198"/>
              <a:gd name="connsiteY1447" fmla="*/ 146502 h 765348"/>
              <a:gd name="connsiteX1448" fmla="*/ 250064 w 3286198"/>
              <a:gd name="connsiteY1448" fmla="*/ 152817 h 765348"/>
              <a:gd name="connsiteX1449" fmla="*/ 248801 w 3286198"/>
              <a:gd name="connsiteY1449" fmla="*/ 147765 h 765348"/>
              <a:gd name="connsiteX1450" fmla="*/ 251327 w 3286198"/>
              <a:gd name="connsiteY1450" fmla="*/ 147765 h 765348"/>
              <a:gd name="connsiteX1451" fmla="*/ 260168 w 3286198"/>
              <a:gd name="connsiteY1451" fmla="*/ 156606 h 765348"/>
              <a:gd name="connsiteX1452" fmla="*/ 260168 w 3286198"/>
              <a:gd name="connsiteY1452" fmla="*/ 154080 h 765348"/>
              <a:gd name="connsiteX1453" fmla="*/ 262694 w 3286198"/>
              <a:gd name="connsiteY1453" fmla="*/ 154080 h 765348"/>
              <a:gd name="connsiteX1454" fmla="*/ 267746 w 3286198"/>
              <a:gd name="connsiteY1454" fmla="*/ 159132 h 765348"/>
              <a:gd name="connsiteX1455" fmla="*/ 267746 w 3286198"/>
              <a:gd name="connsiteY1455" fmla="*/ 156606 h 765348"/>
              <a:gd name="connsiteX1456" fmla="*/ 270271 w 3286198"/>
              <a:gd name="connsiteY1456" fmla="*/ 156606 h 765348"/>
              <a:gd name="connsiteX1457" fmla="*/ 277849 w 3286198"/>
              <a:gd name="connsiteY1457" fmla="*/ 162921 h 765348"/>
              <a:gd name="connsiteX1458" fmla="*/ 280375 w 3286198"/>
              <a:gd name="connsiteY1458" fmla="*/ 162921 h 765348"/>
              <a:gd name="connsiteX1459" fmla="*/ 277849 w 3286198"/>
              <a:gd name="connsiteY1459" fmla="*/ 159132 h 765348"/>
              <a:gd name="connsiteX1460" fmla="*/ 279112 w 3286198"/>
              <a:gd name="connsiteY1460" fmla="*/ 159132 h 765348"/>
              <a:gd name="connsiteX1461" fmla="*/ 285427 w 3286198"/>
              <a:gd name="connsiteY1461" fmla="*/ 164184 h 765348"/>
              <a:gd name="connsiteX1462" fmla="*/ 285427 w 3286198"/>
              <a:gd name="connsiteY1462" fmla="*/ 161658 h 765348"/>
              <a:gd name="connsiteX1463" fmla="*/ 289216 w 3286198"/>
              <a:gd name="connsiteY1463" fmla="*/ 161658 h 765348"/>
              <a:gd name="connsiteX1464" fmla="*/ 294268 w 3286198"/>
              <a:gd name="connsiteY1464" fmla="*/ 165447 h 765348"/>
              <a:gd name="connsiteX1465" fmla="*/ 296793 w 3286198"/>
              <a:gd name="connsiteY1465" fmla="*/ 164184 h 765348"/>
              <a:gd name="connsiteX1466" fmla="*/ 305634 w 3286198"/>
              <a:gd name="connsiteY1466" fmla="*/ 161658 h 765348"/>
              <a:gd name="connsiteX1467" fmla="*/ 305634 w 3286198"/>
              <a:gd name="connsiteY1467" fmla="*/ 159132 h 765348"/>
              <a:gd name="connsiteX1468" fmla="*/ 266483 w 3286198"/>
              <a:gd name="connsiteY1468" fmla="*/ 149028 h 765348"/>
              <a:gd name="connsiteX1469" fmla="*/ 221016 w 3286198"/>
              <a:gd name="connsiteY1469" fmla="*/ 142713 h 765348"/>
              <a:gd name="connsiteX1470" fmla="*/ 262694 w 3286198"/>
              <a:gd name="connsiteY1470" fmla="*/ 181865 h 765348"/>
              <a:gd name="connsiteX1471" fmla="*/ 266483 w 3286198"/>
              <a:gd name="connsiteY1471" fmla="*/ 174287 h 765348"/>
              <a:gd name="connsiteX1472" fmla="*/ 265220 w 3286198"/>
              <a:gd name="connsiteY1472" fmla="*/ 176813 h 765348"/>
              <a:gd name="connsiteX1473" fmla="*/ 265220 w 3286198"/>
              <a:gd name="connsiteY1473" fmla="*/ 178076 h 765348"/>
              <a:gd name="connsiteX1474" fmla="*/ 265220 w 3286198"/>
              <a:gd name="connsiteY1474" fmla="*/ 179339 h 765348"/>
              <a:gd name="connsiteX1475" fmla="*/ 262694 w 3286198"/>
              <a:gd name="connsiteY1475" fmla="*/ 181865 h 765348"/>
              <a:gd name="connsiteX1476" fmla="*/ 265220 w 3286198"/>
              <a:gd name="connsiteY1476" fmla="*/ 183128 h 765348"/>
              <a:gd name="connsiteX1477" fmla="*/ 261431 w 3286198"/>
              <a:gd name="connsiteY1477" fmla="*/ 189443 h 765348"/>
              <a:gd name="connsiteX1478" fmla="*/ 265220 w 3286198"/>
              <a:gd name="connsiteY1478" fmla="*/ 183128 h 765348"/>
              <a:gd name="connsiteX1479" fmla="*/ 253853 w 3286198"/>
              <a:gd name="connsiteY1479" fmla="*/ 169235 h 765348"/>
              <a:gd name="connsiteX1480" fmla="*/ 253853 w 3286198"/>
              <a:gd name="connsiteY1480" fmla="*/ 166710 h 765348"/>
              <a:gd name="connsiteX1481" fmla="*/ 253853 w 3286198"/>
              <a:gd name="connsiteY1481" fmla="*/ 169235 h 765348"/>
              <a:gd name="connsiteX1482" fmla="*/ 250064 w 3286198"/>
              <a:gd name="connsiteY1482" fmla="*/ 166710 h 765348"/>
              <a:gd name="connsiteX1483" fmla="*/ 251327 w 3286198"/>
              <a:gd name="connsiteY1483" fmla="*/ 161658 h 765348"/>
              <a:gd name="connsiteX1484" fmla="*/ 242487 w 3286198"/>
              <a:gd name="connsiteY1484" fmla="*/ 176813 h 765348"/>
              <a:gd name="connsiteX1485" fmla="*/ 248801 w 3286198"/>
              <a:gd name="connsiteY1485" fmla="*/ 166710 h 765348"/>
              <a:gd name="connsiteX1486" fmla="*/ 251327 w 3286198"/>
              <a:gd name="connsiteY1486" fmla="*/ 167972 h 765348"/>
              <a:gd name="connsiteX1487" fmla="*/ 250064 w 3286198"/>
              <a:gd name="connsiteY1487" fmla="*/ 173024 h 765348"/>
              <a:gd name="connsiteX1488" fmla="*/ 253853 w 3286198"/>
              <a:gd name="connsiteY1488" fmla="*/ 169235 h 765348"/>
              <a:gd name="connsiteX1489" fmla="*/ 253853 w 3286198"/>
              <a:gd name="connsiteY1489" fmla="*/ 169235 h 765348"/>
              <a:gd name="connsiteX1490" fmla="*/ 253853 w 3286198"/>
              <a:gd name="connsiteY1490" fmla="*/ 169235 h 765348"/>
              <a:gd name="connsiteX1491" fmla="*/ 253853 w 3286198"/>
              <a:gd name="connsiteY1491" fmla="*/ 169235 h 765348"/>
              <a:gd name="connsiteX1492" fmla="*/ 248801 w 3286198"/>
              <a:gd name="connsiteY1492" fmla="*/ 175550 h 765348"/>
              <a:gd name="connsiteX1493" fmla="*/ 246275 w 3286198"/>
              <a:gd name="connsiteY1493" fmla="*/ 179339 h 765348"/>
              <a:gd name="connsiteX1494" fmla="*/ 248801 w 3286198"/>
              <a:gd name="connsiteY1494" fmla="*/ 175550 h 765348"/>
              <a:gd name="connsiteX1495" fmla="*/ 242487 w 3286198"/>
              <a:gd name="connsiteY1495" fmla="*/ 160395 h 765348"/>
              <a:gd name="connsiteX1496" fmla="*/ 245012 w 3286198"/>
              <a:gd name="connsiteY1496" fmla="*/ 161658 h 765348"/>
              <a:gd name="connsiteX1497" fmla="*/ 243750 w 3286198"/>
              <a:gd name="connsiteY1497" fmla="*/ 164184 h 765348"/>
              <a:gd name="connsiteX1498" fmla="*/ 246275 w 3286198"/>
              <a:gd name="connsiteY1498" fmla="*/ 160395 h 765348"/>
              <a:gd name="connsiteX1499" fmla="*/ 245012 w 3286198"/>
              <a:gd name="connsiteY1499" fmla="*/ 161658 h 765348"/>
              <a:gd name="connsiteX1500" fmla="*/ 242487 w 3286198"/>
              <a:gd name="connsiteY1500" fmla="*/ 160395 h 765348"/>
              <a:gd name="connsiteX1501" fmla="*/ 186917 w 3286198"/>
              <a:gd name="connsiteY1501" fmla="*/ 107351 h 765348"/>
              <a:gd name="connsiteX1502" fmla="*/ 185654 w 3286198"/>
              <a:gd name="connsiteY1502" fmla="*/ 108614 h 765348"/>
              <a:gd name="connsiteX1503" fmla="*/ 186917 w 3286198"/>
              <a:gd name="connsiteY1503" fmla="*/ 109877 h 765348"/>
              <a:gd name="connsiteX1504" fmla="*/ 188180 w 3286198"/>
              <a:gd name="connsiteY1504" fmla="*/ 108614 h 765348"/>
              <a:gd name="connsiteX1505" fmla="*/ 186917 w 3286198"/>
              <a:gd name="connsiteY1505" fmla="*/ 107351 h 765348"/>
              <a:gd name="connsiteX1506" fmla="*/ 166710 w 3286198"/>
              <a:gd name="connsiteY1506" fmla="*/ 94721 h 765348"/>
              <a:gd name="connsiteX1507" fmla="*/ 169235 w 3286198"/>
              <a:gd name="connsiteY1507" fmla="*/ 95984 h 765348"/>
              <a:gd name="connsiteX1508" fmla="*/ 179339 w 3286198"/>
              <a:gd name="connsiteY1508" fmla="*/ 92195 h 765348"/>
              <a:gd name="connsiteX1509" fmla="*/ 179339 w 3286198"/>
              <a:gd name="connsiteY1509" fmla="*/ 89670 h 765348"/>
              <a:gd name="connsiteX1510" fmla="*/ 173024 w 3286198"/>
              <a:gd name="connsiteY1510" fmla="*/ 88407 h 765348"/>
              <a:gd name="connsiteX1511" fmla="*/ 166710 w 3286198"/>
              <a:gd name="connsiteY1511" fmla="*/ 94721 h 765348"/>
              <a:gd name="connsiteX1512" fmla="*/ 162921 w 3286198"/>
              <a:gd name="connsiteY1512" fmla="*/ 90932 h 765348"/>
              <a:gd name="connsiteX1513" fmla="*/ 166710 w 3286198"/>
              <a:gd name="connsiteY1513" fmla="*/ 87144 h 765348"/>
              <a:gd name="connsiteX1514" fmla="*/ 140188 w 3286198"/>
              <a:gd name="connsiteY1514" fmla="*/ 53044 h 765348"/>
              <a:gd name="connsiteX1515" fmla="*/ 138925 w 3286198"/>
              <a:gd name="connsiteY1515" fmla="*/ 54307 h 765348"/>
              <a:gd name="connsiteX1516" fmla="*/ 162921 w 3286198"/>
              <a:gd name="connsiteY1516" fmla="*/ 90932 h 765348"/>
              <a:gd name="connsiteX1517" fmla="*/ 178076 w 3286198"/>
              <a:gd name="connsiteY1517" fmla="*/ 114929 h 765348"/>
              <a:gd name="connsiteX1518" fmla="*/ 180602 w 3286198"/>
              <a:gd name="connsiteY1518" fmla="*/ 111140 h 765348"/>
              <a:gd name="connsiteX1519" fmla="*/ 184391 w 3286198"/>
              <a:gd name="connsiteY1519" fmla="*/ 108614 h 765348"/>
              <a:gd name="connsiteX1520" fmla="*/ 183128 w 3286198"/>
              <a:gd name="connsiteY1520" fmla="*/ 104825 h 765348"/>
              <a:gd name="connsiteX1521" fmla="*/ 173024 w 3286198"/>
              <a:gd name="connsiteY1521" fmla="*/ 109877 h 765348"/>
              <a:gd name="connsiteX1522" fmla="*/ 180602 w 3286198"/>
              <a:gd name="connsiteY1522" fmla="*/ 104825 h 765348"/>
              <a:gd name="connsiteX1523" fmla="*/ 184391 w 3286198"/>
              <a:gd name="connsiteY1523" fmla="*/ 104825 h 765348"/>
              <a:gd name="connsiteX1524" fmla="*/ 181865 w 3286198"/>
              <a:gd name="connsiteY1524" fmla="*/ 101036 h 765348"/>
              <a:gd name="connsiteX1525" fmla="*/ 169235 w 3286198"/>
              <a:gd name="connsiteY1525" fmla="*/ 108614 h 765348"/>
              <a:gd name="connsiteX1526" fmla="*/ 180602 w 3286198"/>
              <a:gd name="connsiteY1526" fmla="*/ 101036 h 765348"/>
              <a:gd name="connsiteX1527" fmla="*/ 179339 w 3286198"/>
              <a:gd name="connsiteY1527" fmla="*/ 97247 h 765348"/>
              <a:gd name="connsiteX1528" fmla="*/ 170498 w 3286198"/>
              <a:gd name="connsiteY1528" fmla="*/ 99773 h 765348"/>
              <a:gd name="connsiteX1529" fmla="*/ 165447 w 3286198"/>
              <a:gd name="connsiteY1529" fmla="*/ 104825 h 765348"/>
              <a:gd name="connsiteX1530" fmla="*/ 167972 w 3286198"/>
              <a:gd name="connsiteY1530" fmla="*/ 113666 h 765348"/>
              <a:gd name="connsiteX1531" fmla="*/ 173024 w 3286198"/>
              <a:gd name="connsiteY1531" fmla="*/ 119980 h 765348"/>
              <a:gd name="connsiteX1532" fmla="*/ 178076 w 3286198"/>
              <a:gd name="connsiteY1532" fmla="*/ 114929 h 765348"/>
              <a:gd name="connsiteX1533" fmla="*/ 183128 w 3286198"/>
              <a:gd name="connsiteY1533" fmla="*/ 130084 h 765348"/>
              <a:gd name="connsiteX1534" fmla="*/ 195757 w 3286198"/>
              <a:gd name="connsiteY1534" fmla="*/ 117454 h 765348"/>
              <a:gd name="connsiteX1535" fmla="*/ 197020 w 3286198"/>
              <a:gd name="connsiteY1535" fmla="*/ 114929 h 765348"/>
              <a:gd name="connsiteX1536" fmla="*/ 181865 w 3286198"/>
              <a:gd name="connsiteY1536" fmla="*/ 116191 h 765348"/>
              <a:gd name="connsiteX1537" fmla="*/ 180602 w 3286198"/>
              <a:gd name="connsiteY1537" fmla="*/ 131347 h 765348"/>
              <a:gd name="connsiteX1538" fmla="*/ 183128 w 3286198"/>
              <a:gd name="connsiteY1538" fmla="*/ 130084 h 765348"/>
              <a:gd name="connsiteX1539" fmla="*/ 209650 w 3286198"/>
              <a:gd name="connsiteY1539" fmla="*/ 183128 h 765348"/>
              <a:gd name="connsiteX1540" fmla="*/ 210913 w 3286198"/>
              <a:gd name="connsiteY1540" fmla="*/ 170498 h 765348"/>
              <a:gd name="connsiteX1541" fmla="*/ 214702 w 3286198"/>
              <a:gd name="connsiteY1541" fmla="*/ 183128 h 765348"/>
              <a:gd name="connsiteX1542" fmla="*/ 214702 w 3286198"/>
              <a:gd name="connsiteY1542" fmla="*/ 171761 h 765348"/>
              <a:gd name="connsiteX1543" fmla="*/ 190706 w 3286198"/>
              <a:gd name="connsiteY1543" fmla="*/ 137662 h 765348"/>
              <a:gd name="connsiteX1544" fmla="*/ 190706 w 3286198"/>
              <a:gd name="connsiteY1544" fmla="*/ 147765 h 765348"/>
              <a:gd name="connsiteX1545" fmla="*/ 193231 w 3286198"/>
              <a:gd name="connsiteY1545" fmla="*/ 142713 h 765348"/>
              <a:gd name="connsiteX1546" fmla="*/ 193231 w 3286198"/>
              <a:gd name="connsiteY1546" fmla="*/ 159132 h 765348"/>
              <a:gd name="connsiteX1547" fmla="*/ 197020 w 3286198"/>
              <a:gd name="connsiteY1547" fmla="*/ 149028 h 765348"/>
              <a:gd name="connsiteX1548" fmla="*/ 197020 w 3286198"/>
              <a:gd name="connsiteY1548" fmla="*/ 165447 h 765348"/>
              <a:gd name="connsiteX1549" fmla="*/ 199546 w 3286198"/>
              <a:gd name="connsiteY1549" fmla="*/ 156606 h 765348"/>
              <a:gd name="connsiteX1550" fmla="*/ 202072 w 3286198"/>
              <a:gd name="connsiteY1550" fmla="*/ 175550 h 765348"/>
              <a:gd name="connsiteX1551" fmla="*/ 203335 w 3286198"/>
              <a:gd name="connsiteY1551" fmla="*/ 160395 h 765348"/>
              <a:gd name="connsiteX1552" fmla="*/ 204598 w 3286198"/>
              <a:gd name="connsiteY1552" fmla="*/ 171761 h 765348"/>
              <a:gd name="connsiteX1553" fmla="*/ 207124 w 3286198"/>
              <a:gd name="connsiteY1553" fmla="*/ 164184 h 765348"/>
              <a:gd name="connsiteX1554" fmla="*/ 209650 w 3286198"/>
              <a:gd name="connsiteY1554" fmla="*/ 183128 h 765348"/>
              <a:gd name="connsiteX1555" fmla="*/ 203335 w 3286198"/>
              <a:gd name="connsiteY1555" fmla="*/ 193231 h 765348"/>
              <a:gd name="connsiteX1556" fmla="*/ 203335 w 3286198"/>
              <a:gd name="connsiteY1556" fmla="*/ 189443 h 765348"/>
              <a:gd name="connsiteX1557" fmla="*/ 200809 w 3286198"/>
              <a:gd name="connsiteY1557" fmla="*/ 185654 h 765348"/>
              <a:gd name="connsiteX1558" fmla="*/ 200809 w 3286198"/>
              <a:gd name="connsiteY1558" fmla="*/ 189443 h 765348"/>
              <a:gd name="connsiteX1559" fmla="*/ 203335 w 3286198"/>
              <a:gd name="connsiteY1559" fmla="*/ 193231 h 765348"/>
              <a:gd name="connsiteX1560" fmla="*/ 170498 w 3286198"/>
              <a:gd name="connsiteY1560" fmla="*/ 183128 h 765348"/>
              <a:gd name="connsiteX1561" fmla="*/ 191969 w 3286198"/>
              <a:gd name="connsiteY1561" fmla="*/ 193231 h 765348"/>
              <a:gd name="connsiteX1562" fmla="*/ 191969 w 3286198"/>
              <a:gd name="connsiteY1562" fmla="*/ 184391 h 765348"/>
              <a:gd name="connsiteX1563" fmla="*/ 197020 w 3286198"/>
              <a:gd name="connsiteY1563" fmla="*/ 198283 h 765348"/>
              <a:gd name="connsiteX1564" fmla="*/ 190706 w 3286198"/>
              <a:gd name="connsiteY1564" fmla="*/ 176813 h 765348"/>
              <a:gd name="connsiteX1565" fmla="*/ 180602 w 3286198"/>
              <a:gd name="connsiteY1565" fmla="*/ 179339 h 765348"/>
              <a:gd name="connsiteX1566" fmla="*/ 170498 w 3286198"/>
              <a:gd name="connsiteY1566" fmla="*/ 183128 h 765348"/>
              <a:gd name="connsiteX1567" fmla="*/ 152817 w 3286198"/>
              <a:gd name="connsiteY1567" fmla="*/ 256379 h 765348"/>
              <a:gd name="connsiteX1568" fmla="*/ 135136 w 3286198"/>
              <a:gd name="connsiteY1568" fmla="*/ 270271 h 765348"/>
              <a:gd name="connsiteX1569" fmla="*/ 141451 w 3286198"/>
              <a:gd name="connsiteY1569" fmla="*/ 265220 h 765348"/>
              <a:gd name="connsiteX1570" fmla="*/ 140188 w 3286198"/>
              <a:gd name="connsiteY1570" fmla="*/ 270271 h 765348"/>
              <a:gd name="connsiteX1571" fmla="*/ 146502 w 3286198"/>
              <a:gd name="connsiteY1571" fmla="*/ 262694 h 765348"/>
              <a:gd name="connsiteX1572" fmla="*/ 146502 w 3286198"/>
              <a:gd name="connsiteY1572" fmla="*/ 266483 h 765348"/>
              <a:gd name="connsiteX1573" fmla="*/ 151554 w 3286198"/>
              <a:gd name="connsiteY1573" fmla="*/ 263957 h 765348"/>
              <a:gd name="connsiteX1574" fmla="*/ 150291 w 3286198"/>
              <a:gd name="connsiteY1574" fmla="*/ 270271 h 765348"/>
              <a:gd name="connsiteX1575" fmla="*/ 157869 w 3286198"/>
              <a:gd name="connsiteY1575" fmla="*/ 263957 h 765348"/>
              <a:gd name="connsiteX1576" fmla="*/ 159132 w 3286198"/>
              <a:gd name="connsiteY1576" fmla="*/ 265220 h 765348"/>
              <a:gd name="connsiteX1577" fmla="*/ 155343 w 3286198"/>
              <a:gd name="connsiteY1577" fmla="*/ 271534 h 765348"/>
              <a:gd name="connsiteX1578" fmla="*/ 165447 w 3286198"/>
              <a:gd name="connsiteY1578" fmla="*/ 265220 h 765348"/>
              <a:gd name="connsiteX1579" fmla="*/ 164184 w 3286198"/>
              <a:gd name="connsiteY1579" fmla="*/ 270271 h 765348"/>
              <a:gd name="connsiteX1580" fmla="*/ 173024 w 3286198"/>
              <a:gd name="connsiteY1580" fmla="*/ 265220 h 765348"/>
              <a:gd name="connsiteX1581" fmla="*/ 169235 w 3286198"/>
              <a:gd name="connsiteY1581" fmla="*/ 271534 h 765348"/>
              <a:gd name="connsiteX1582" fmla="*/ 179339 w 3286198"/>
              <a:gd name="connsiteY1582" fmla="*/ 266483 h 765348"/>
              <a:gd name="connsiteX1583" fmla="*/ 176813 w 3286198"/>
              <a:gd name="connsiteY1583" fmla="*/ 271534 h 765348"/>
              <a:gd name="connsiteX1584" fmla="*/ 184391 w 3286198"/>
              <a:gd name="connsiteY1584" fmla="*/ 266483 h 765348"/>
              <a:gd name="connsiteX1585" fmla="*/ 181865 w 3286198"/>
              <a:gd name="connsiteY1585" fmla="*/ 272797 h 765348"/>
              <a:gd name="connsiteX1586" fmla="*/ 191969 w 3286198"/>
              <a:gd name="connsiteY1586" fmla="*/ 267746 h 765348"/>
              <a:gd name="connsiteX1587" fmla="*/ 185654 w 3286198"/>
              <a:gd name="connsiteY1587" fmla="*/ 274060 h 765348"/>
              <a:gd name="connsiteX1588" fmla="*/ 195757 w 3286198"/>
              <a:gd name="connsiteY1588" fmla="*/ 269009 h 765348"/>
              <a:gd name="connsiteX1589" fmla="*/ 191969 w 3286198"/>
              <a:gd name="connsiteY1589" fmla="*/ 274060 h 765348"/>
              <a:gd name="connsiteX1590" fmla="*/ 203335 w 3286198"/>
              <a:gd name="connsiteY1590" fmla="*/ 269009 h 765348"/>
              <a:gd name="connsiteX1591" fmla="*/ 198283 w 3286198"/>
              <a:gd name="connsiteY1591" fmla="*/ 275323 h 765348"/>
              <a:gd name="connsiteX1592" fmla="*/ 209650 w 3286198"/>
              <a:gd name="connsiteY1592" fmla="*/ 270271 h 765348"/>
              <a:gd name="connsiteX1593" fmla="*/ 204598 w 3286198"/>
              <a:gd name="connsiteY1593" fmla="*/ 277849 h 765348"/>
              <a:gd name="connsiteX1594" fmla="*/ 214702 w 3286198"/>
              <a:gd name="connsiteY1594" fmla="*/ 272797 h 765348"/>
              <a:gd name="connsiteX1595" fmla="*/ 210913 w 3286198"/>
              <a:gd name="connsiteY1595" fmla="*/ 279112 h 765348"/>
              <a:gd name="connsiteX1596" fmla="*/ 223542 w 3286198"/>
              <a:gd name="connsiteY1596" fmla="*/ 270271 h 765348"/>
              <a:gd name="connsiteX1597" fmla="*/ 219753 w 3286198"/>
              <a:gd name="connsiteY1597" fmla="*/ 279112 h 765348"/>
              <a:gd name="connsiteX1598" fmla="*/ 233646 w 3286198"/>
              <a:gd name="connsiteY1598" fmla="*/ 267746 h 765348"/>
              <a:gd name="connsiteX1599" fmla="*/ 228594 w 3286198"/>
              <a:gd name="connsiteY1599" fmla="*/ 280375 h 765348"/>
              <a:gd name="connsiteX1600" fmla="*/ 243750 w 3286198"/>
              <a:gd name="connsiteY1600" fmla="*/ 265220 h 765348"/>
              <a:gd name="connsiteX1601" fmla="*/ 241224 w 3286198"/>
              <a:gd name="connsiteY1601" fmla="*/ 275323 h 765348"/>
              <a:gd name="connsiteX1602" fmla="*/ 256379 w 3286198"/>
              <a:gd name="connsiteY1602" fmla="*/ 256379 h 765348"/>
              <a:gd name="connsiteX1603" fmla="*/ 255116 w 3286198"/>
              <a:gd name="connsiteY1603" fmla="*/ 255116 h 765348"/>
              <a:gd name="connsiteX1604" fmla="*/ 204598 w 3286198"/>
              <a:gd name="connsiteY1604" fmla="*/ 266483 h 765348"/>
              <a:gd name="connsiteX1605" fmla="*/ 208387 w 3286198"/>
              <a:gd name="connsiteY1605" fmla="*/ 265220 h 765348"/>
              <a:gd name="connsiteX1606" fmla="*/ 209650 w 3286198"/>
              <a:gd name="connsiteY1606" fmla="*/ 262694 h 765348"/>
              <a:gd name="connsiteX1607" fmla="*/ 215965 w 3286198"/>
              <a:gd name="connsiteY1607" fmla="*/ 265220 h 765348"/>
              <a:gd name="connsiteX1608" fmla="*/ 214702 w 3286198"/>
              <a:gd name="connsiteY1608" fmla="*/ 257642 h 765348"/>
              <a:gd name="connsiteX1609" fmla="*/ 222279 w 3286198"/>
              <a:gd name="connsiteY1609" fmla="*/ 260168 h 765348"/>
              <a:gd name="connsiteX1610" fmla="*/ 221016 w 3286198"/>
              <a:gd name="connsiteY1610" fmla="*/ 255116 h 765348"/>
              <a:gd name="connsiteX1611" fmla="*/ 229857 w 3286198"/>
              <a:gd name="connsiteY1611" fmla="*/ 257642 h 765348"/>
              <a:gd name="connsiteX1612" fmla="*/ 229857 w 3286198"/>
              <a:gd name="connsiteY1612" fmla="*/ 252590 h 765348"/>
              <a:gd name="connsiteX1613" fmla="*/ 234909 w 3286198"/>
              <a:gd name="connsiteY1613" fmla="*/ 255116 h 765348"/>
              <a:gd name="connsiteX1614" fmla="*/ 238698 w 3286198"/>
              <a:gd name="connsiteY1614" fmla="*/ 253853 h 765348"/>
              <a:gd name="connsiteX1615" fmla="*/ 234909 w 3286198"/>
              <a:gd name="connsiteY1615" fmla="*/ 248801 h 765348"/>
              <a:gd name="connsiteX1616" fmla="*/ 241224 w 3286198"/>
              <a:gd name="connsiteY1616" fmla="*/ 250064 h 765348"/>
              <a:gd name="connsiteX1617" fmla="*/ 253853 w 3286198"/>
              <a:gd name="connsiteY1617" fmla="*/ 236172 h 765348"/>
              <a:gd name="connsiteX1618" fmla="*/ 234909 w 3286198"/>
              <a:gd name="connsiteY1618" fmla="*/ 246275 h 765348"/>
              <a:gd name="connsiteX1619" fmla="*/ 214702 w 3286198"/>
              <a:gd name="connsiteY1619" fmla="*/ 252590 h 765348"/>
              <a:gd name="connsiteX1620" fmla="*/ 194494 w 3286198"/>
              <a:gd name="connsiteY1620" fmla="*/ 257642 h 765348"/>
              <a:gd name="connsiteX1621" fmla="*/ 188180 w 3286198"/>
              <a:gd name="connsiteY1621" fmla="*/ 256379 h 765348"/>
              <a:gd name="connsiteX1622" fmla="*/ 193231 w 3286198"/>
              <a:gd name="connsiteY1622" fmla="*/ 255116 h 765348"/>
              <a:gd name="connsiteX1623" fmla="*/ 197020 w 3286198"/>
              <a:gd name="connsiteY1623" fmla="*/ 250064 h 765348"/>
              <a:gd name="connsiteX1624" fmla="*/ 199546 w 3286198"/>
              <a:gd name="connsiteY1624" fmla="*/ 252590 h 765348"/>
              <a:gd name="connsiteX1625" fmla="*/ 204598 w 3286198"/>
              <a:gd name="connsiteY1625" fmla="*/ 248801 h 765348"/>
              <a:gd name="connsiteX1626" fmla="*/ 205861 w 3286198"/>
              <a:gd name="connsiteY1626" fmla="*/ 251327 h 765348"/>
              <a:gd name="connsiteX1627" fmla="*/ 212176 w 3286198"/>
              <a:gd name="connsiteY1627" fmla="*/ 246275 h 765348"/>
              <a:gd name="connsiteX1628" fmla="*/ 215965 w 3286198"/>
              <a:gd name="connsiteY1628" fmla="*/ 245012 h 765348"/>
              <a:gd name="connsiteX1629" fmla="*/ 218490 w 3286198"/>
              <a:gd name="connsiteY1629" fmla="*/ 245012 h 765348"/>
              <a:gd name="connsiteX1630" fmla="*/ 222279 w 3286198"/>
              <a:gd name="connsiteY1630" fmla="*/ 245012 h 765348"/>
              <a:gd name="connsiteX1631" fmla="*/ 226068 w 3286198"/>
              <a:gd name="connsiteY1631" fmla="*/ 239961 h 765348"/>
              <a:gd name="connsiteX1632" fmla="*/ 228594 w 3286198"/>
              <a:gd name="connsiteY1632" fmla="*/ 241224 h 765348"/>
              <a:gd name="connsiteX1633" fmla="*/ 229857 w 3286198"/>
              <a:gd name="connsiteY1633" fmla="*/ 234909 h 765348"/>
              <a:gd name="connsiteX1634" fmla="*/ 232383 w 3286198"/>
              <a:gd name="connsiteY1634" fmla="*/ 234909 h 765348"/>
              <a:gd name="connsiteX1635" fmla="*/ 232383 w 3286198"/>
              <a:gd name="connsiteY1635" fmla="*/ 239961 h 765348"/>
              <a:gd name="connsiteX1636" fmla="*/ 233646 w 3286198"/>
              <a:gd name="connsiteY1636" fmla="*/ 239961 h 765348"/>
              <a:gd name="connsiteX1637" fmla="*/ 234909 w 3286198"/>
              <a:gd name="connsiteY1637" fmla="*/ 232383 h 765348"/>
              <a:gd name="connsiteX1638" fmla="*/ 237435 w 3286198"/>
              <a:gd name="connsiteY1638" fmla="*/ 231120 h 765348"/>
              <a:gd name="connsiteX1639" fmla="*/ 239961 w 3286198"/>
              <a:gd name="connsiteY1639" fmla="*/ 234909 h 765348"/>
              <a:gd name="connsiteX1640" fmla="*/ 245012 w 3286198"/>
              <a:gd name="connsiteY1640" fmla="*/ 228594 h 765348"/>
              <a:gd name="connsiteX1641" fmla="*/ 243750 w 3286198"/>
              <a:gd name="connsiteY1641" fmla="*/ 223542 h 765348"/>
              <a:gd name="connsiteX1642" fmla="*/ 233646 w 3286198"/>
              <a:gd name="connsiteY1642" fmla="*/ 226068 h 765348"/>
              <a:gd name="connsiteX1643" fmla="*/ 236172 w 3286198"/>
              <a:gd name="connsiteY1643" fmla="*/ 219753 h 765348"/>
              <a:gd name="connsiteX1644" fmla="*/ 232383 w 3286198"/>
              <a:gd name="connsiteY1644" fmla="*/ 219753 h 765348"/>
              <a:gd name="connsiteX1645" fmla="*/ 227331 w 3286198"/>
              <a:gd name="connsiteY1645" fmla="*/ 218490 h 765348"/>
              <a:gd name="connsiteX1646" fmla="*/ 222279 w 3286198"/>
              <a:gd name="connsiteY1646" fmla="*/ 214702 h 765348"/>
              <a:gd name="connsiteX1647" fmla="*/ 218490 w 3286198"/>
              <a:gd name="connsiteY1647" fmla="*/ 215965 h 765348"/>
              <a:gd name="connsiteX1648" fmla="*/ 213439 w 3286198"/>
              <a:gd name="connsiteY1648" fmla="*/ 214702 h 765348"/>
              <a:gd name="connsiteX1649" fmla="*/ 209650 w 3286198"/>
              <a:gd name="connsiteY1649" fmla="*/ 215965 h 765348"/>
              <a:gd name="connsiteX1650" fmla="*/ 204598 w 3286198"/>
              <a:gd name="connsiteY1650" fmla="*/ 215965 h 765348"/>
              <a:gd name="connsiteX1651" fmla="*/ 207124 w 3286198"/>
              <a:gd name="connsiteY1651" fmla="*/ 212176 h 765348"/>
              <a:gd name="connsiteX1652" fmla="*/ 202072 w 3286198"/>
              <a:gd name="connsiteY1652" fmla="*/ 214702 h 765348"/>
              <a:gd name="connsiteX1653" fmla="*/ 194494 w 3286198"/>
              <a:gd name="connsiteY1653" fmla="*/ 219753 h 765348"/>
              <a:gd name="connsiteX1654" fmla="*/ 195757 w 3286198"/>
              <a:gd name="connsiteY1654" fmla="*/ 214702 h 765348"/>
              <a:gd name="connsiteX1655" fmla="*/ 189443 w 3286198"/>
              <a:gd name="connsiteY1655" fmla="*/ 215965 h 765348"/>
              <a:gd name="connsiteX1656" fmla="*/ 180602 w 3286198"/>
              <a:gd name="connsiteY1656" fmla="*/ 221016 h 765348"/>
              <a:gd name="connsiteX1657" fmla="*/ 184391 w 3286198"/>
              <a:gd name="connsiteY1657" fmla="*/ 213439 h 765348"/>
              <a:gd name="connsiteX1658" fmla="*/ 176813 w 3286198"/>
              <a:gd name="connsiteY1658" fmla="*/ 217228 h 765348"/>
              <a:gd name="connsiteX1659" fmla="*/ 176813 w 3286198"/>
              <a:gd name="connsiteY1659" fmla="*/ 214702 h 765348"/>
              <a:gd name="connsiteX1660" fmla="*/ 169235 w 3286198"/>
              <a:gd name="connsiteY1660" fmla="*/ 217228 h 765348"/>
              <a:gd name="connsiteX1661" fmla="*/ 169235 w 3286198"/>
              <a:gd name="connsiteY1661" fmla="*/ 214702 h 765348"/>
              <a:gd name="connsiteX1662" fmla="*/ 162921 w 3286198"/>
              <a:gd name="connsiteY1662" fmla="*/ 219753 h 765348"/>
              <a:gd name="connsiteX1663" fmla="*/ 146502 w 3286198"/>
              <a:gd name="connsiteY1663" fmla="*/ 224805 h 765348"/>
              <a:gd name="connsiteX1664" fmla="*/ 150291 w 3286198"/>
              <a:gd name="connsiteY1664" fmla="*/ 243750 h 765348"/>
              <a:gd name="connsiteX1665" fmla="*/ 151554 w 3286198"/>
              <a:gd name="connsiteY1665" fmla="*/ 233646 h 765348"/>
              <a:gd name="connsiteX1666" fmla="*/ 154080 w 3286198"/>
              <a:gd name="connsiteY1666" fmla="*/ 243750 h 765348"/>
              <a:gd name="connsiteX1667" fmla="*/ 155343 w 3286198"/>
              <a:gd name="connsiteY1667" fmla="*/ 233646 h 765348"/>
              <a:gd name="connsiteX1668" fmla="*/ 157869 w 3286198"/>
              <a:gd name="connsiteY1668" fmla="*/ 245012 h 765348"/>
              <a:gd name="connsiteX1669" fmla="*/ 159132 w 3286198"/>
              <a:gd name="connsiteY1669" fmla="*/ 232383 h 765348"/>
              <a:gd name="connsiteX1670" fmla="*/ 164184 w 3286198"/>
              <a:gd name="connsiteY1670" fmla="*/ 246275 h 765348"/>
              <a:gd name="connsiteX1671" fmla="*/ 164184 w 3286198"/>
              <a:gd name="connsiteY1671" fmla="*/ 232383 h 765348"/>
              <a:gd name="connsiteX1672" fmla="*/ 167972 w 3286198"/>
              <a:gd name="connsiteY1672" fmla="*/ 246275 h 765348"/>
              <a:gd name="connsiteX1673" fmla="*/ 169235 w 3286198"/>
              <a:gd name="connsiteY1673" fmla="*/ 232383 h 765348"/>
              <a:gd name="connsiteX1674" fmla="*/ 171761 w 3286198"/>
              <a:gd name="connsiteY1674" fmla="*/ 246275 h 765348"/>
              <a:gd name="connsiteX1675" fmla="*/ 173024 w 3286198"/>
              <a:gd name="connsiteY1675" fmla="*/ 231120 h 765348"/>
              <a:gd name="connsiteX1676" fmla="*/ 175550 w 3286198"/>
              <a:gd name="connsiteY1676" fmla="*/ 246275 h 765348"/>
              <a:gd name="connsiteX1677" fmla="*/ 178076 w 3286198"/>
              <a:gd name="connsiteY1677" fmla="*/ 231120 h 765348"/>
              <a:gd name="connsiteX1678" fmla="*/ 179339 w 3286198"/>
              <a:gd name="connsiteY1678" fmla="*/ 245012 h 765348"/>
              <a:gd name="connsiteX1679" fmla="*/ 184391 w 3286198"/>
              <a:gd name="connsiteY1679" fmla="*/ 231120 h 765348"/>
              <a:gd name="connsiteX1680" fmla="*/ 185654 w 3286198"/>
              <a:gd name="connsiteY1680" fmla="*/ 242487 h 765348"/>
              <a:gd name="connsiteX1681" fmla="*/ 188180 w 3286198"/>
              <a:gd name="connsiteY1681" fmla="*/ 229857 h 765348"/>
              <a:gd name="connsiteX1682" fmla="*/ 189443 w 3286198"/>
              <a:gd name="connsiteY1682" fmla="*/ 241224 h 765348"/>
              <a:gd name="connsiteX1683" fmla="*/ 193231 w 3286198"/>
              <a:gd name="connsiteY1683" fmla="*/ 231120 h 765348"/>
              <a:gd name="connsiteX1684" fmla="*/ 194494 w 3286198"/>
              <a:gd name="connsiteY1684" fmla="*/ 236172 h 765348"/>
              <a:gd name="connsiteX1685" fmla="*/ 198283 w 3286198"/>
              <a:gd name="connsiteY1685" fmla="*/ 231120 h 765348"/>
              <a:gd name="connsiteX1686" fmla="*/ 198283 w 3286198"/>
              <a:gd name="connsiteY1686" fmla="*/ 236172 h 765348"/>
              <a:gd name="connsiteX1687" fmla="*/ 208387 w 3286198"/>
              <a:gd name="connsiteY1687" fmla="*/ 234909 h 765348"/>
              <a:gd name="connsiteX1688" fmla="*/ 209650 w 3286198"/>
              <a:gd name="connsiteY1688" fmla="*/ 237435 h 765348"/>
              <a:gd name="connsiteX1689" fmla="*/ 197020 w 3286198"/>
              <a:gd name="connsiteY1689" fmla="*/ 245012 h 765348"/>
              <a:gd name="connsiteX1690" fmla="*/ 171761 w 3286198"/>
              <a:gd name="connsiteY1690" fmla="*/ 251327 h 765348"/>
              <a:gd name="connsiteX1691" fmla="*/ 152817 w 3286198"/>
              <a:gd name="connsiteY1691" fmla="*/ 256379 h 765348"/>
              <a:gd name="connsiteX1692" fmla="*/ 267746 w 3286198"/>
              <a:gd name="connsiteY1692" fmla="*/ 300582 h 765348"/>
              <a:gd name="connsiteX1693" fmla="*/ 258905 w 3286198"/>
              <a:gd name="connsiteY1693" fmla="*/ 310686 h 765348"/>
              <a:gd name="connsiteX1694" fmla="*/ 262694 w 3286198"/>
              <a:gd name="connsiteY1694" fmla="*/ 299319 h 765348"/>
              <a:gd name="connsiteX1695" fmla="*/ 255116 w 3286198"/>
              <a:gd name="connsiteY1695" fmla="*/ 309423 h 765348"/>
              <a:gd name="connsiteX1696" fmla="*/ 255116 w 3286198"/>
              <a:gd name="connsiteY1696" fmla="*/ 305634 h 765348"/>
              <a:gd name="connsiteX1697" fmla="*/ 250064 w 3286198"/>
              <a:gd name="connsiteY1697" fmla="*/ 309423 h 765348"/>
              <a:gd name="connsiteX1698" fmla="*/ 252590 w 3286198"/>
              <a:gd name="connsiteY1698" fmla="*/ 314475 h 765348"/>
              <a:gd name="connsiteX1699" fmla="*/ 287953 w 3286198"/>
              <a:gd name="connsiteY1699" fmla="*/ 308160 h 765348"/>
              <a:gd name="connsiteX1700" fmla="*/ 303108 w 3286198"/>
              <a:gd name="connsiteY1700" fmla="*/ 301845 h 765348"/>
              <a:gd name="connsiteX1701" fmla="*/ 301845 w 3286198"/>
              <a:gd name="connsiteY1701" fmla="*/ 299319 h 765348"/>
              <a:gd name="connsiteX1702" fmla="*/ 294268 w 3286198"/>
              <a:gd name="connsiteY1702" fmla="*/ 303108 h 765348"/>
              <a:gd name="connsiteX1703" fmla="*/ 295531 w 3286198"/>
              <a:gd name="connsiteY1703" fmla="*/ 296793 h 765348"/>
              <a:gd name="connsiteX1704" fmla="*/ 287953 w 3286198"/>
              <a:gd name="connsiteY1704" fmla="*/ 305634 h 765348"/>
              <a:gd name="connsiteX1705" fmla="*/ 286690 w 3286198"/>
              <a:gd name="connsiteY1705" fmla="*/ 303108 h 765348"/>
              <a:gd name="connsiteX1706" fmla="*/ 282901 w 3286198"/>
              <a:gd name="connsiteY1706" fmla="*/ 309423 h 765348"/>
              <a:gd name="connsiteX1707" fmla="*/ 281638 w 3286198"/>
              <a:gd name="connsiteY1707" fmla="*/ 305634 h 765348"/>
              <a:gd name="connsiteX1708" fmla="*/ 277849 w 3286198"/>
              <a:gd name="connsiteY1708" fmla="*/ 309423 h 765348"/>
              <a:gd name="connsiteX1709" fmla="*/ 277849 w 3286198"/>
              <a:gd name="connsiteY1709" fmla="*/ 305634 h 765348"/>
              <a:gd name="connsiteX1710" fmla="*/ 272797 w 3286198"/>
              <a:gd name="connsiteY1710" fmla="*/ 311949 h 765348"/>
              <a:gd name="connsiteX1711" fmla="*/ 274060 w 3286198"/>
              <a:gd name="connsiteY1711" fmla="*/ 306897 h 765348"/>
              <a:gd name="connsiteX1712" fmla="*/ 270271 w 3286198"/>
              <a:gd name="connsiteY1712" fmla="*/ 311949 h 765348"/>
              <a:gd name="connsiteX1713" fmla="*/ 275323 w 3286198"/>
              <a:gd name="connsiteY1713" fmla="*/ 298056 h 765348"/>
              <a:gd name="connsiteX1714" fmla="*/ 266483 w 3286198"/>
              <a:gd name="connsiteY1714" fmla="*/ 313212 h 765348"/>
              <a:gd name="connsiteX1715" fmla="*/ 265220 w 3286198"/>
              <a:gd name="connsiteY1715" fmla="*/ 311949 h 765348"/>
              <a:gd name="connsiteX1716" fmla="*/ 267746 w 3286198"/>
              <a:gd name="connsiteY1716" fmla="*/ 300582 h 765348"/>
              <a:gd name="connsiteX1717" fmla="*/ 266483 w 3286198"/>
              <a:gd name="connsiteY1717" fmla="*/ 293005 h 765348"/>
              <a:gd name="connsiteX1718" fmla="*/ 263957 w 3286198"/>
              <a:gd name="connsiteY1718" fmla="*/ 298056 h 765348"/>
              <a:gd name="connsiteX1719" fmla="*/ 266483 w 3286198"/>
              <a:gd name="connsiteY1719" fmla="*/ 293005 h 765348"/>
              <a:gd name="connsiteX1720" fmla="*/ 270271 w 3286198"/>
              <a:gd name="connsiteY1720" fmla="*/ 289216 h 765348"/>
              <a:gd name="connsiteX1721" fmla="*/ 266483 w 3286198"/>
              <a:gd name="connsiteY1721" fmla="*/ 293005 h 765348"/>
              <a:gd name="connsiteX1722" fmla="*/ 311949 w 3286198"/>
              <a:gd name="connsiteY1722" fmla="*/ 327104 h 765348"/>
              <a:gd name="connsiteX1723" fmla="*/ 317001 w 3286198"/>
              <a:gd name="connsiteY1723" fmla="*/ 320790 h 765348"/>
              <a:gd name="connsiteX1724" fmla="*/ 309423 w 3286198"/>
              <a:gd name="connsiteY1724" fmla="*/ 325841 h 765348"/>
              <a:gd name="connsiteX1725" fmla="*/ 308160 w 3286198"/>
              <a:gd name="connsiteY1725" fmla="*/ 324578 h 765348"/>
              <a:gd name="connsiteX1726" fmla="*/ 310686 w 3286198"/>
              <a:gd name="connsiteY1726" fmla="*/ 320790 h 765348"/>
              <a:gd name="connsiteX1727" fmla="*/ 305634 w 3286198"/>
              <a:gd name="connsiteY1727" fmla="*/ 323315 h 765348"/>
              <a:gd name="connsiteX1728" fmla="*/ 305634 w 3286198"/>
              <a:gd name="connsiteY1728" fmla="*/ 323315 h 765348"/>
              <a:gd name="connsiteX1729" fmla="*/ 299319 w 3286198"/>
              <a:gd name="connsiteY1729" fmla="*/ 330893 h 765348"/>
              <a:gd name="connsiteX1730" fmla="*/ 299319 w 3286198"/>
              <a:gd name="connsiteY1730" fmla="*/ 330893 h 765348"/>
              <a:gd name="connsiteX1731" fmla="*/ 296793 w 3286198"/>
              <a:gd name="connsiteY1731" fmla="*/ 337208 h 765348"/>
              <a:gd name="connsiteX1732" fmla="*/ 301845 w 3286198"/>
              <a:gd name="connsiteY1732" fmla="*/ 332156 h 765348"/>
              <a:gd name="connsiteX1733" fmla="*/ 306897 w 3286198"/>
              <a:gd name="connsiteY1733" fmla="*/ 333419 h 765348"/>
              <a:gd name="connsiteX1734" fmla="*/ 304371 w 3286198"/>
              <a:gd name="connsiteY1734" fmla="*/ 338471 h 765348"/>
              <a:gd name="connsiteX1735" fmla="*/ 309423 w 3286198"/>
              <a:gd name="connsiteY1735" fmla="*/ 333419 h 765348"/>
              <a:gd name="connsiteX1736" fmla="*/ 311949 w 3286198"/>
              <a:gd name="connsiteY1736" fmla="*/ 334682 h 765348"/>
              <a:gd name="connsiteX1737" fmla="*/ 309423 w 3286198"/>
              <a:gd name="connsiteY1737" fmla="*/ 339734 h 765348"/>
              <a:gd name="connsiteX1738" fmla="*/ 314475 w 3286198"/>
              <a:gd name="connsiteY1738" fmla="*/ 335945 h 765348"/>
              <a:gd name="connsiteX1739" fmla="*/ 318264 w 3286198"/>
              <a:gd name="connsiteY1739" fmla="*/ 337208 h 765348"/>
              <a:gd name="connsiteX1740" fmla="*/ 315738 w 3286198"/>
              <a:gd name="connsiteY1740" fmla="*/ 340997 h 765348"/>
              <a:gd name="connsiteX1741" fmla="*/ 320790 w 3286198"/>
              <a:gd name="connsiteY1741" fmla="*/ 337208 h 765348"/>
              <a:gd name="connsiteX1742" fmla="*/ 323315 w 3286198"/>
              <a:gd name="connsiteY1742" fmla="*/ 338471 h 765348"/>
              <a:gd name="connsiteX1743" fmla="*/ 320790 w 3286198"/>
              <a:gd name="connsiteY1743" fmla="*/ 340997 h 765348"/>
              <a:gd name="connsiteX1744" fmla="*/ 324578 w 3286198"/>
              <a:gd name="connsiteY1744" fmla="*/ 338471 h 765348"/>
              <a:gd name="connsiteX1745" fmla="*/ 327104 w 3286198"/>
              <a:gd name="connsiteY1745" fmla="*/ 339734 h 765348"/>
              <a:gd name="connsiteX1746" fmla="*/ 324578 w 3286198"/>
              <a:gd name="connsiteY1746" fmla="*/ 342260 h 765348"/>
              <a:gd name="connsiteX1747" fmla="*/ 328367 w 3286198"/>
              <a:gd name="connsiteY1747" fmla="*/ 339734 h 765348"/>
              <a:gd name="connsiteX1748" fmla="*/ 330893 w 3286198"/>
              <a:gd name="connsiteY1748" fmla="*/ 339734 h 765348"/>
              <a:gd name="connsiteX1749" fmla="*/ 330893 w 3286198"/>
              <a:gd name="connsiteY1749" fmla="*/ 340997 h 765348"/>
              <a:gd name="connsiteX1750" fmla="*/ 332156 w 3286198"/>
              <a:gd name="connsiteY1750" fmla="*/ 340997 h 765348"/>
              <a:gd name="connsiteX1751" fmla="*/ 342260 w 3286198"/>
              <a:gd name="connsiteY1751" fmla="*/ 344786 h 765348"/>
              <a:gd name="connsiteX1752" fmla="*/ 343523 w 3286198"/>
              <a:gd name="connsiteY1752" fmla="*/ 344786 h 765348"/>
              <a:gd name="connsiteX1753" fmla="*/ 337208 w 3286198"/>
              <a:gd name="connsiteY1753" fmla="*/ 340997 h 765348"/>
              <a:gd name="connsiteX1754" fmla="*/ 342260 w 3286198"/>
              <a:gd name="connsiteY1754" fmla="*/ 339734 h 765348"/>
              <a:gd name="connsiteX1755" fmla="*/ 335945 w 3286198"/>
              <a:gd name="connsiteY1755" fmla="*/ 340997 h 765348"/>
              <a:gd name="connsiteX1756" fmla="*/ 332156 w 3286198"/>
              <a:gd name="connsiteY1756" fmla="*/ 340997 h 765348"/>
              <a:gd name="connsiteX1757" fmla="*/ 338471 w 3286198"/>
              <a:gd name="connsiteY1757" fmla="*/ 338471 h 765348"/>
              <a:gd name="connsiteX1758" fmla="*/ 330893 w 3286198"/>
              <a:gd name="connsiteY1758" fmla="*/ 339734 h 765348"/>
              <a:gd name="connsiteX1759" fmla="*/ 329630 w 3286198"/>
              <a:gd name="connsiteY1759" fmla="*/ 338471 h 765348"/>
              <a:gd name="connsiteX1760" fmla="*/ 335945 w 3286198"/>
              <a:gd name="connsiteY1760" fmla="*/ 335945 h 765348"/>
              <a:gd name="connsiteX1761" fmla="*/ 327104 w 3286198"/>
              <a:gd name="connsiteY1761" fmla="*/ 337208 h 765348"/>
              <a:gd name="connsiteX1762" fmla="*/ 324578 w 3286198"/>
              <a:gd name="connsiteY1762" fmla="*/ 335945 h 765348"/>
              <a:gd name="connsiteX1763" fmla="*/ 330893 w 3286198"/>
              <a:gd name="connsiteY1763" fmla="*/ 332156 h 765348"/>
              <a:gd name="connsiteX1764" fmla="*/ 322052 w 3286198"/>
              <a:gd name="connsiteY1764" fmla="*/ 334682 h 765348"/>
              <a:gd name="connsiteX1765" fmla="*/ 319527 w 3286198"/>
              <a:gd name="connsiteY1765" fmla="*/ 333419 h 765348"/>
              <a:gd name="connsiteX1766" fmla="*/ 328367 w 3286198"/>
              <a:gd name="connsiteY1766" fmla="*/ 329630 h 765348"/>
              <a:gd name="connsiteX1767" fmla="*/ 320790 w 3286198"/>
              <a:gd name="connsiteY1767" fmla="*/ 330893 h 765348"/>
              <a:gd name="connsiteX1768" fmla="*/ 324578 w 3286198"/>
              <a:gd name="connsiteY1768" fmla="*/ 327104 h 765348"/>
              <a:gd name="connsiteX1769" fmla="*/ 315738 w 3286198"/>
              <a:gd name="connsiteY1769" fmla="*/ 330893 h 765348"/>
              <a:gd name="connsiteX1770" fmla="*/ 315738 w 3286198"/>
              <a:gd name="connsiteY1770" fmla="*/ 329630 h 765348"/>
              <a:gd name="connsiteX1771" fmla="*/ 322052 w 3286198"/>
              <a:gd name="connsiteY1771" fmla="*/ 323315 h 765348"/>
              <a:gd name="connsiteX1772" fmla="*/ 313212 w 3286198"/>
              <a:gd name="connsiteY1772" fmla="*/ 328367 h 765348"/>
              <a:gd name="connsiteX1773" fmla="*/ 311949 w 3286198"/>
              <a:gd name="connsiteY1773" fmla="*/ 327104 h 765348"/>
              <a:gd name="connsiteX1774" fmla="*/ 358678 w 3286198"/>
              <a:gd name="connsiteY1774" fmla="*/ 397830 h 765348"/>
              <a:gd name="connsiteX1775" fmla="*/ 357415 w 3286198"/>
              <a:gd name="connsiteY1775" fmla="*/ 399092 h 765348"/>
              <a:gd name="connsiteX1776" fmla="*/ 358678 w 3286198"/>
              <a:gd name="connsiteY1776" fmla="*/ 400355 h 765348"/>
              <a:gd name="connsiteX1777" fmla="*/ 359941 w 3286198"/>
              <a:gd name="connsiteY1777" fmla="*/ 399092 h 765348"/>
              <a:gd name="connsiteX1778" fmla="*/ 358678 w 3286198"/>
              <a:gd name="connsiteY1778" fmla="*/ 397830 h 765348"/>
              <a:gd name="connsiteX1779" fmla="*/ 357415 w 3286198"/>
              <a:gd name="connsiteY1779" fmla="*/ 395304 h 765348"/>
              <a:gd name="connsiteX1780" fmla="*/ 359941 w 3286198"/>
              <a:gd name="connsiteY1780" fmla="*/ 396567 h 765348"/>
              <a:gd name="connsiteX1781" fmla="*/ 361204 w 3286198"/>
              <a:gd name="connsiteY1781" fmla="*/ 391515 h 765348"/>
              <a:gd name="connsiteX1782" fmla="*/ 358678 w 3286198"/>
              <a:gd name="connsiteY1782" fmla="*/ 390252 h 765348"/>
              <a:gd name="connsiteX1783" fmla="*/ 357415 w 3286198"/>
              <a:gd name="connsiteY1783" fmla="*/ 395304 h 765348"/>
              <a:gd name="connsiteX1784" fmla="*/ 347312 w 3286198"/>
              <a:gd name="connsiteY1784" fmla="*/ 406670 h 765348"/>
              <a:gd name="connsiteX1785" fmla="*/ 347312 w 3286198"/>
              <a:gd name="connsiteY1785" fmla="*/ 410459 h 765348"/>
              <a:gd name="connsiteX1786" fmla="*/ 348574 w 3286198"/>
              <a:gd name="connsiteY1786" fmla="*/ 410459 h 765348"/>
              <a:gd name="connsiteX1787" fmla="*/ 348574 w 3286198"/>
              <a:gd name="connsiteY1787" fmla="*/ 410459 h 765348"/>
              <a:gd name="connsiteX1788" fmla="*/ 349837 w 3286198"/>
              <a:gd name="connsiteY1788" fmla="*/ 412985 h 765348"/>
              <a:gd name="connsiteX1789" fmla="*/ 351100 w 3286198"/>
              <a:gd name="connsiteY1789" fmla="*/ 410459 h 765348"/>
              <a:gd name="connsiteX1790" fmla="*/ 351100 w 3286198"/>
              <a:gd name="connsiteY1790" fmla="*/ 409196 h 765348"/>
              <a:gd name="connsiteX1791" fmla="*/ 353626 w 3286198"/>
              <a:gd name="connsiteY1791" fmla="*/ 409196 h 765348"/>
              <a:gd name="connsiteX1792" fmla="*/ 353626 w 3286198"/>
              <a:gd name="connsiteY1792" fmla="*/ 415511 h 765348"/>
              <a:gd name="connsiteX1793" fmla="*/ 351100 w 3286198"/>
              <a:gd name="connsiteY1793" fmla="*/ 415511 h 765348"/>
              <a:gd name="connsiteX1794" fmla="*/ 349837 w 3286198"/>
              <a:gd name="connsiteY1794" fmla="*/ 414248 h 765348"/>
              <a:gd name="connsiteX1795" fmla="*/ 348574 w 3286198"/>
              <a:gd name="connsiteY1795" fmla="*/ 415511 h 765348"/>
              <a:gd name="connsiteX1796" fmla="*/ 348574 w 3286198"/>
              <a:gd name="connsiteY1796" fmla="*/ 415511 h 765348"/>
              <a:gd name="connsiteX1797" fmla="*/ 349837 w 3286198"/>
              <a:gd name="connsiteY1797" fmla="*/ 416774 h 765348"/>
              <a:gd name="connsiteX1798" fmla="*/ 370045 w 3286198"/>
              <a:gd name="connsiteY1798" fmla="*/ 411722 h 765348"/>
              <a:gd name="connsiteX1799" fmla="*/ 376359 w 3286198"/>
              <a:gd name="connsiteY1799" fmla="*/ 400355 h 765348"/>
              <a:gd name="connsiteX1800" fmla="*/ 375096 w 3286198"/>
              <a:gd name="connsiteY1800" fmla="*/ 397830 h 765348"/>
              <a:gd name="connsiteX1801" fmla="*/ 370045 w 3286198"/>
              <a:gd name="connsiteY1801" fmla="*/ 397830 h 765348"/>
              <a:gd name="connsiteX1802" fmla="*/ 372571 w 3286198"/>
              <a:gd name="connsiteY1802" fmla="*/ 396567 h 765348"/>
              <a:gd name="connsiteX1803" fmla="*/ 372571 w 3286198"/>
              <a:gd name="connsiteY1803" fmla="*/ 394041 h 765348"/>
              <a:gd name="connsiteX1804" fmla="*/ 366256 w 3286198"/>
              <a:gd name="connsiteY1804" fmla="*/ 391515 h 765348"/>
              <a:gd name="connsiteX1805" fmla="*/ 371308 w 3286198"/>
              <a:gd name="connsiteY1805" fmla="*/ 390252 h 765348"/>
              <a:gd name="connsiteX1806" fmla="*/ 371308 w 3286198"/>
              <a:gd name="connsiteY1806" fmla="*/ 387726 h 765348"/>
              <a:gd name="connsiteX1807" fmla="*/ 366256 w 3286198"/>
              <a:gd name="connsiteY1807" fmla="*/ 387726 h 765348"/>
              <a:gd name="connsiteX1808" fmla="*/ 370045 w 3286198"/>
              <a:gd name="connsiteY1808" fmla="*/ 386463 h 765348"/>
              <a:gd name="connsiteX1809" fmla="*/ 366256 w 3286198"/>
              <a:gd name="connsiteY1809" fmla="*/ 382674 h 765348"/>
              <a:gd name="connsiteX1810" fmla="*/ 366256 w 3286198"/>
              <a:gd name="connsiteY1810" fmla="*/ 378885 h 765348"/>
              <a:gd name="connsiteX1811" fmla="*/ 363730 w 3286198"/>
              <a:gd name="connsiteY1811" fmla="*/ 378885 h 765348"/>
              <a:gd name="connsiteX1812" fmla="*/ 364993 w 3286198"/>
              <a:gd name="connsiteY1812" fmla="*/ 399092 h 765348"/>
              <a:gd name="connsiteX1813" fmla="*/ 362467 w 3286198"/>
              <a:gd name="connsiteY1813" fmla="*/ 404144 h 765348"/>
              <a:gd name="connsiteX1814" fmla="*/ 347312 w 3286198"/>
              <a:gd name="connsiteY1814" fmla="*/ 406670 h 765348"/>
              <a:gd name="connsiteX1815" fmla="*/ 382674 w 3286198"/>
              <a:gd name="connsiteY1815" fmla="*/ 420563 h 765348"/>
              <a:gd name="connsiteX1816" fmla="*/ 382674 w 3286198"/>
              <a:gd name="connsiteY1816" fmla="*/ 420563 h 765348"/>
              <a:gd name="connsiteX1817" fmla="*/ 385200 w 3286198"/>
              <a:gd name="connsiteY1817" fmla="*/ 416774 h 765348"/>
              <a:gd name="connsiteX1818" fmla="*/ 382674 w 3286198"/>
              <a:gd name="connsiteY1818" fmla="*/ 415511 h 765348"/>
              <a:gd name="connsiteX1819" fmla="*/ 382674 w 3286198"/>
              <a:gd name="connsiteY1819" fmla="*/ 420563 h 765348"/>
              <a:gd name="connsiteX1820" fmla="*/ 383937 w 3286198"/>
              <a:gd name="connsiteY1820" fmla="*/ 404144 h 765348"/>
              <a:gd name="connsiteX1821" fmla="*/ 383937 w 3286198"/>
              <a:gd name="connsiteY1821" fmla="*/ 407933 h 765348"/>
              <a:gd name="connsiteX1822" fmla="*/ 385200 w 3286198"/>
              <a:gd name="connsiteY1822" fmla="*/ 410459 h 765348"/>
              <a:gd name="connsiteX1823" fmla="*/ 385200 w 3286198"/>
              <a:gd name="connsiteY1823" fmla="*/ 407933 h 765348"/>
              <a:gd name="connsiteX1824" fmla="*/ 383937 w 3286198"/>
              <a:gd name="connsiteY1824" fmla="*/ 404144 h 765348"/>
              <a:gd name="connsiteX1825" fmla="*/ 383937 w 3286198"/>
              <a:gd name="connsiteY1825" fmla="*/ 423089 h 765348"/>
              <a:gd name="connsiteX1826" fmla="*/ 383937 w 3286198"/>
              <a:gd name="connsiteY1826" fmla="*/ 423089 h 765348"/>
              <a:gd name="connsiteX1827" fmla="*/ 383937 w 3286198"/>
              <a:gd name="connsiteY1827" fmla="*/ 425614 h 765348"/>
              <a:gd name="connsiteX1828" fmla="*/ 383937 w 3286198"/>
              <a:gd name="connsiteY1828" fmla="*/ 423089 h 765348"/>
              <a:gd name="connsiteX1829" fmla="*/ 383937 w 3286198"/>
              <a:gd name="connsiteY1829" fmla="*/ 423089 h 765348"/>
              <a:gd name="connsiteX1830" fmla="*/ 382674 w 3286198"/>
              <a:gd name="connsiteY1830" fmla="*/ 429403 h 765348"/>
              <a:gd name="connsiteX1831" fmla="*/ 382674 w 3286198"/>
              <a:gd name="connsiteY1831" fmla="*/ 426877 h 765348"/>
              <a:gd name="connsiteX1832" fmla="*/ 382674 w 3286198"/>
              <a:gd name="connsiteY1832" fmla="*/ 429403 h 765348"/>
              <a:gd name="connsiteX1833" fmla="*/ 382674 w 3286198"/>
              <a:gd name="connsiteY1833" fmla="*/ 431929 h 765348"/>
              <a:gd name="connsiteX1834" fmla="*/ 382674 w 3286198"/>
              <a:gd name="connsiteY1834" fmla="*/ 429403 h 765348"/>
              <a:gd name="connsiteX1835" fmla="*/ 381411 w 3286198"/>
              <a:gd name="connsiteY1835" fmla="*/ 402881 h 765348"/>
              <a:gd name="connsiteX1836" fmla="*/ 378885 w 3286198"/>
              <a:gd name="connsiteY1836" fmla="*/ 395304 h 765348"/>
              <a:gd name="connsiteX1837" fmla="*/ 376359 w 3286198"/>
              <a:gd name="connsiteY1837" fmla="*/ 396567 h 765348"/>
              <a:gd name="connsiteX1838" fmla="*/ 378885 w 3286198"/>
              <a:gd name="connsiteY1838" fmla="*/ 405407 h 765348"/>
              <a:gd name="connsiteX1839" fmla="*/ 381411 w 3286198"/>
              <a:gd name="connsiteY1839" fmla="*/ 402881 h 765348"/>
              <a:gd name="connsiteX1840" fmla="*/ 377622 w 3286198"/>
              <a:gd name="connsiteY1840" fmla="*/ 411722 h 765348"/>
              <a:gd name="connsiteX1841" fmla="*/ 347312 w 3286198"/>
              <a:gd name="connsiteY1841" fmla="*/ 419300 h 765348"/>
              <a:gd name="connsiteX1842" fmla="*/ 338471 w 3286198"/>
              <a:gd name="connsiteY1842" fmla="*/ 426877 h 765348"/>
              <a:gd name="connsiteX1843" fmla="*/ 342260 w 3286198"/>
              <a:gd name="connsiteY1843" fmla="*/ 425614 h 765348"/>
              <a:gd name="connsiteX1844" fmla="*/ 342260 w 3286198"/>
              <a:gd name="connsiteY1844" fmla="*/ 433192 h 765348"/>
              <a:gd name="connsiteX1845" fmla="*/ 346049 w 3286198"/>
              <a:gd name="connsiteY1845" fmla="*/ 423089 h 765348"/>
              <a:gd name="connsiteX1846" fmla="*/ 344786 w 3286198"/>
              <a:gd name="connsiteY1846" fmla="*/ 436981 h 765348"/>
              <a:gd name="connsiteX1847" fmla="*/ 349837 w 3286198"/>
              <a:gd name="connsiteY1847" fmla="*/ 423089 h 765348"/>
              <a:gd name="connsiteX1848" fmla="*/ 351100 w 3286198"/>
              <a:gd name="connsiteY1848" fmla="*/ 423089 h 765348"/>
              <a:gd name="connsiteX1849" fmla="*/ 351100 w 3286198"/>
              <a:gd name="connsiteY1849" fmla="*/ 433192 h 765348"/>
              <a:gd name="connsiteX1850" fmla="*/ 351100 w 3286198"/>
              <a:gd name="connsiteY1850" fmla="*/ 440770 h 765348"/>
              <a:gd name="connsiteX1851" fmla="*/ 356152 w 3286198"/>
              <a:gd name="connsiteY1851" fmla="*/ 421826 h 765348"/>
              <a:gd name="connsiteX1852" fmla="*/ 356152 w 3286198"/>
              <a:gd name="connsiteY1852" fmla="*/ 421826 h 765348"/>
              <a:gd name="connsiteX1853" fmla="*/ 354889 w 3286198"/>
              <a:gd name="connsiteY1853" fmla="*/ 442033 h 765348"/>
              <a:gd name="connsiteX1854" fmla="*/ 359941 w 3286198"/>
              <a:gd name="connsiteY1854" fmla="*/ 421826 h 765348"/>
              <a:gd name="connsiteX1855" fmla="*/ 361204 w 3286198"/>
              <a:gd name="connsiteY1855" fmla="*/ 421826 h 765348"/>
              <a:gd name="connsiteX1856" fmla="*/ 358678 w 3286198"/>
              <a:gd name="connsiteY1856" fmla="*/ 443296 h 765348"/>
              <a:gd name="connsiteX1857" fmla="*/ 366256 w 3286198"/>
              <a:gd name="connsiteY1857" fmla="*/ 420563 h 765348"/>
              <a:gd name="connsiteX1858" fmla="*/ 367519 w 3286198"/>
              <a:gd name="connsiteY1858" fmla="*/ 421826 h 765348"/>
              <a:gd name="connsiteX1859" fmla="*/ 366256 w 3286198"/>
              <a:gd name="connsiteY1859" fmla="*/ 434455 h 765348"/>
              <a:gd name="connsiteX1860" fmla="*/ 370045 w 3286198"/>
              <a:gd name="connsiteY1860" fmla="*/ 419300 h 765348"/>
              <a:gd name="connsiteX1861" fmla="*/ 371308 w 3286198"/>
              <a:gd name="connsiteY1861" fmla="*/ 419300 h 765348"/>
              <a:gd name="connsiteX1862" fmla="*/ 371308 w 3286198"/>
              <a:gd name="connsiteY1862" fmla="*/ 434455 h 765348"/>
              <a:gd name="connsiteX1863" fmla="*/ 375096 w 3286198"/>
              <a:gd name="connsiteY1863" fmla="*/ 418037 h 765348"/>
              <a:gd name="connsiteX1864" fmla="*/ 376359 w 3286198"/>
              <a:gd name="connsiteY1864" fmla="*/ 418037 h 765348"/>
              <a:gd name="connsiteX1865" fmla="*/ 376359 w 3286198"/>
              <a:gd name="connsiteY1865" fmla="*/ 434455 h 765348"/>
              <a:gd name="connsiteX1866" fmla="*/ 381411 w 3286198"/>
              <a:gd name="connsiteY1866" fmla="*/ 415511 h 765348"/>
              <a:gd name="connsiteX1867" fmla="*/ 377622 w 3286198"/>
              <a:gd name="connsiteY1867" fmla="*/ 411722 h 765348"/>
              <a:gd name="connsiteX1868" fmla="*/ 351100 w 3286198"/>
              <a:gd name="connsiteY1868" fmla="*/ 464766 h 765348"/>
              <a:gd name="connsiteX1869" fmla="*/ 325841 w 3286198"/>
              <a:gd name="connsiteY1869" fmla="*/ 454662 h 765348"/>
              <a:gd name="connsiteX1870" fmla="*/ 323315 w 3286198"/>
              <a:gd name="connsiteY1870" fmla="*/ 455925 h 765348"/>
              <a:gd name="connsiteX1871" fmla="*/ 335945 w 3286198"/>
              <a:gd name="connsiteY1871" fmla="*/ 463503 h 765348"/>
              <a:gd name="connsiteX1872" fmla="*/ 351100 w 3286198"/>
              <a:gd name="connsiteY1872" fmla="*/ 467292 h 765348"/>
              <a:gd name="connsiteX1873" fmla="*/ 351100 w 3286198"/>
              <a:gd name="connsiteY1873" fmla="*/ 464766 h 765348"/>
              <a:gd name="connsiteX1874" fmla="*/ 329630 w 3286198"/>
              <a:gd name="connsiteY1874" fmla="*/ 449610 h 765348"/>
              <a:gd name="connsiteX1875" fmla="*/ 328367 w 3286198"/>
              <a:gd name="connsiteY1875" fmla="*/ 454662 h 765348"/>
              <a:gd name="connsiteX1876" fmla="*/ 348574 w 3286198"/>
              <a:gd name="connsiteY1876" fmla="*/ 462240 h 765348"/>
              <a:gd name="connsiteX1877" fmla="*/ 349837 w 3286198"/>
              <a:gd name="connsiteY1877" fmla="*/ 458451 h 765348"/>
              <a:gd name="connsiteX1878" fmla="*/ 344786 w 3286198"/>
              <a:gd name="connsiteY1878" fmla="*/ 452136 h 765348"/>
              <a:gd name="connsiteX1879" fmla="*/ 339734 w 3286198"/>
              <a:gd name="connsiteY1879" fmla="*/ 448348 h 765348"/>
              <a:gd name="connsiteX1880" fmla="*/ 329630 w 3286198"/>
              <a:gd name="connsiteY1880" fmla="*/ 449610 h 765348"/>
              <a:gd name="connsiteX1881" fmla="*/ 348574 w 3286198"/>
              <a:gd name="connsiteY1881" fmla="*/ 352363 h 765348"/>
              <a:gd name="connsiteX1882" fmla="*/ 325841 w 3286198"/>
              <a:gd name="connsiteY1882" fmla="*/ 368782 h 765348"/>
              <a:gd name="connsiteX1883" fmla="*/ 327104 w 3286198"/>
              <a:gd name="connsiteY1883" fmla="*/ 372571 h 765348"/>
              <a:gd name="connsiteX1884" fmla="*/ 325841 w 3286198"/>
              <a:gd name="connsiteY1884" fmla="*/ 378885 h 765348"/>
              <a:gd name="connsiteX1885" fmla="*/ 325841 w 3286198"/>
              <a:gd name="connsiteY1885" fmla="*/ 385200 h 765348"/>
              <a:gd name="connsiteX1886" fmla="*/ 324578 w 3286198"/>
              <a:gd name="connsiteY1886" fmla="*/ 392778 h 765348"/>
              <a:gd name="connsiteX1887" fmla="*/ 322052 w 3286198"/>
              <a:gd name="connsiteY1887" fmla="*/ 400355 h 765348"/>
              <a:gd name="connsiteX1888" fmla="*/ 322052 w 3286198"/>
              <a:gd name="connsiteY1888" fmla="*/ 407933 h 765348"/>
              <a:gd name="connsiteX1889" fmla="*/ 315738 w 3286198"/>
              <a:gd name="connsiteY1889" fmla="*/ 416774 h 765348"/>
              <a:gd name="connsiteX1890" fmla="*/ 311949 w 3286198"/>
              <a:gd name="connsiteY1890" fmla="*/ 431929 h 765348"/>
              <a:gd name="connsiteX1891" fmla="*/ 319527 w 3286198"/>
              <a:gd name="connsiteY1891" fmla="*/ 445822 h 765348"/>
              <a:gd name="connsiteX1892" fmla="*/ 325841 w 3286198"/>
              <a:gd name="connsiteY1892" fmla="*/ 448348 h 765348"/>
              <a:gd name="connsiteX1893" fmla="*/ 334682 w 3286198"/>
              <a:gd name="connsiteY1893" fmla="*/ 447085 h 765348"/>
              <a:gd name="connsiteX1894" fmla="*/ 334682 w 3286198"/>
              <a:gd name="connsiteY1894" fmla="*/ 440770 h 765348"/>
              <a:gd name="connsiteX1895" fmla="*/ 329630 w 3286198"/>
              <a:gd name="connsiteY1895" fmla="*/ 438244 h 765348"/>
              <a:gd name="connsiteX1896" fmla="*/ 328367 w 3286198"/>
              <a:gd name="connsiteY1896" fmla="*/ 434455 h 765348"/>
              <a:gd name="connsiteX1897" fmla="*/ 324578 w 3286198"/>
              <a:gd name="connsiteY1897" fmla="*/ 434455 h 765348"/>
              <a:gd name="connsiteX1898" fmla="*/ 324578 w 3286198"/>
              <a:gd name="connsiteY1898" fmla="*/ 433192 h 765348"/>
              <a:gd name="connsiteX1899" fmla="*/ 328367 w 3286198"/>
              <a:gd name="connsiteY1899" fmla="*/ 429403 h 765348"/>
              <a:gd name="connsiteX1900" fmla="*/ 320790 w 3286198"/>
              <a:gd name="connsiteY1900" fmla="*/ 431929 h 765348"/>
              <a:gd name="connsiteX1901" fmla="*/ 324578 w 3286198"/>
              <a:gd name="connsiteY1901" fmla="*/ 426877 h 765348"/>
              <a:gd name="connsiteX1902" fmla="*/ 319527 w 3286198"/>
              <a:gd name="connsiteY1902" fmla="*/ 428140 h 765348"/>
              <a:gd name="connsiteX1903" fmla="*/ 327104 w 3286198"/>
              <a:gd name="connsiteY1903" fmla="*/ 419300 h 765348"/>
              <a:gd name="connsiteX1904" fmla="*/ 320790 w 3286198"/>
              <a:gd name="connsiteY1904" fmla="*/ 420563 h 765348"/>
              <a:gd name="connsiteX1905" fmla="*/ 328367 w 3286198"/>
              <a:gd name="connsiteY1905" fmla="*/ 411722 h 765348"/>
              <a:gd name="connsiteX1906" fmla="*/ 323315 w 3286198"/>
              <a:gd name="connsiteY1906" fmla="*/ 414248 h 765348"/>
              <a:gd name="connsiteX1907" fmla="*/ 329630 w 3286198"/>
              <a:gd name="connsiteY1907" fmla="*/ 409196 h 765348"/>
              <a:gd name="connsiteX1908" fmla="*/ 334682 w 3286198"/>
              <a:gd name="connsiteY1908" fmla="*/ 401618 h 765348"/>
              <a:gd name="connsiteX1909" fmla="*/ 327104 w 3286198"/>
              <a:gd name="connsiteY1909" fmla="*/ 405407 h 765348"/>
              <a:gd name="connsiteX1910" fmla="*/ 340997 w 3286198"/>
              <a:gd name="connsiteY1910" fmla="*/ 390252 h 765348"/>
              <a:gd name="connsiteX1911" fmla="*/ 325841 w 3286198"/>
              <a:gd name="connsiteY1911" fmla="*/ 399092 h 765348"/>
              <a:gd name="connsiteX1912" fmla="*/ 325841 w 3286198"/>
              <a:gd name="connsiteY1912" fmla="*/ 397830 h 765348"/>
              <a:gd name="connsiteX1913" fmla="*/ 344786 w 3286198"/>
              <a:gd name="connsiteY1913" fmla="*/ 377622 h 765348"/>
              <a:gd name="connsiteX1914" fmla="*/ 329630 w 3286198"/>
              <a:gd name="connsiteY1914" fmla="*/ 390252 h 765348"/>
              <a:gd name="connsiteX1915" fmla="*/ 343523 w 3286198"/>
              <a:gd name="connsiteY1915" fmla="*/ 373833 h 765348"/>
              <a:gd name="connsiteX1916" fmla="*/ 330893 w 3286198"/>
              <a:gd name="connsiteY1916" fmla="*/ 382674 h 765348"/>
              <a:gd name="connsiteX1917" fmla="*/ 330893 w 3286198"/>
              <a:gd name="connsiteY1917" fmla="*/ 381411 h 765348"/>
              <a:gd name="connsiteX1918" fmla="*/ 338471 w 3286198"/>
              <a:gd name="connsiteY1918" fmla="*/ 373833 h 765348"/>
              <a:gd name="connsiteX1919" fmla="*/ 349837 w 3286198"/>
              <a:gd name="connsiteY1919" fmla="*/ 361204 h 765348"/>
              <a:gd name="connsiteX1920" fmla="*/ 338471 w 3286198"/>
              <a:gd name="connsiteY1920" fmla="*/ 368782 h 765348"/>
              <a:gd name="connsiteX1921" fmla="*/ 332156 w 3286198"/>
              <a:gd name="connsiteY1921" fmla="*/ 373833 h 765348"/>
              <a:gd name="connsiteX1922" fmla="*/ 349837 w 3286198"/>
              <a:gd name="connsiteY1922" fmla="*/ 354889 h 765348"/>
              <a:gd name="connsiteX1923" fmla="*/ 348574 w 3286198"/>
              <a:gd name="connsiteY1923" fmla="*/ 352363 h 765348"/>
              <a:gd name="connsiteX1924" fmla="*/ 263957 w 3286198"/>
              <a:gd name="connsiteY1924" fmla="*/ 352363 h 765348"/>
              <a:gd name="connsiteX1925" fmla="*/ 267746 w 3286198"/>
              <a:gd name="connsiteY1925" fmla="*/ 349837 h 765348"/>
              <a:gd name="connsiteX1926" fmla="*/ 263957 w 3286198"/>
              <a:gd name="connsiteY1926" fmla="*/ 347311 h 765348"/>
              <a:gd name="connsiteX1927" fmla="*/ 253853 w 3286198"/>
              <a:gd name="connsiteY1927" fmla="*/ 391515 h 765348"/>
              <a:gd name="connsiteX1928" fmla="*/ 253853 w 3286198"/>
              <a:gd name="connsiteY1928" fmla="*/ 424351 h 765348"/>
              <a:gd name="connsiteX1929" fmla="*/ 260168 w 3286198"/>
              <a:gd name="connsiteY1929" fmla="*/ 431929 h 765348"/>
              <a:gd name="connsiteX1930" fmla="*/ 304371 w 3286198"/>
              <a:gd name="connsiteY1930" fmla="*/ 424351 h 765348"/>
              <a:gd name="connsiteX1931" fmla="*/ 309423 w 3286198"/>
              <a:gd name="connsiteY1931" fmla="*/ 418037 h 765348"/>
              <a:gd name="connsiteX1932" fmla="*/ 308160 w 3286198"/>
              <a:gd name="connsiteY1932" fmla="*/ 414248 h 765348"/>
              <a:gd name="connsiteX1933" fmla="*/ 306897 w 3286198"/>
              <a:gd name="connsiteY1933" fmla="*/ 419300 h 765348"/>
              <a:gd name="connsiteX1934" fmla="*/ 303108 w 3286198"/>
              <a:gd name="connsiteY1934" fmla="*/ 415511 h 765348"/>
              <a:gd name="connsiteX1935" fmla="*/ 301845 w 3286198"/>
              <a:gd name="connsiteY1935" fmla="*/ 420563 h 765348"/>
              <a:gd name="connsiteX1936" fmla="*/ 299319 w 3286198"/>
              <a:gd name="connsiteY1936" fmla="*/ 414248 h 765348"/>
              <a:gd name="connsiteX1937" fmla="*/ 296793 w 3286198"/>
              <a:gd name="connsiteY1937" fmla="*/ 421826 h 765348"/>
              <a:gd name="connsiteX1938" fmla="*/ 294268 w 3286198"/>
              <a:gd name="connsiteY1938" fmla="*/ 415511 h 765348"/>
              <a:gd name="connsiteX1939" fmla="*/ 293005 w 3286198"/>
              <a:gd name="connsiteY1939" fmla="*/ 421826 h 765348"/>
              <a:gd name="connsiteX1940" fmla="*/ 290479 w 3286198"/>
              <a:gd name="connsiteY1940" fmla="*/ 416774 h 765348"/>
              <a:gd name="connsiteX1941" fmla="*/ 289216 w 3286198"/>
              <a:gd name="connsiteY1941" fmla="*/ 423089 h 765348"/>
              <a:gd name="connsiteX1942" fmla="*/ 286690 w 3286198"/>
              <a:gd name="connsiteY1942" fmla="*/ 418037 h 765348"/>
              <a:gd name="connsiteX1943" fmla="*/ 285427 w 3286198"/>
              <a:gd name="connsiteY1943" fmla="*/ 424351 h 765348"/>
              <a:gd name="connsiteX1944" fmla="*/ 282901 w 3286198"/>
              <a:gd name="connsiteY1944" fmla="*/ 418037 h 765348"/>
              <a:gd name="connsiteX1945" fmla="*/ 281638 w 3286198"/>
              <a:gd name="connsiteY1945" fmla="*/ 423089 h 765348"/>
              <a:gd name="connsiteX1946" fmla="*/ 279112 w 3286198"/>
              <a:gd name="connsiteY1946" fmla="*/ 419300 h 765348"/>
              <a:gd name="connsiteX1947" fmla="*/ 277849 w 3286198"/>
              <a:gd name="connsiteY1947" fmla="*/ 421826 h 765348"/>
              <a:gd name="connsiteX1948" fmla="*/ 275323 w 3286198"/>
              <a:gd name="connsiteY1948" fmla="*/ 419300 h 765348"/>
              <a:gd name="connsiteX1949" fmla="*/ 269009 w 3286198"/>
              <a:gd name="connsiteY1949" fmla="*/ 419300 h 765348"/>
              <a:gd name="connsiteX1950" fmla="*/ 267746 w 3286198"/>
              <a:gd name="connsiteY1950" fmla="*/ 420563 h 765348"/>
              <a:gd name="connsiteX1951" fmla="*/ 266483 w 3286198"/>
              <a:gd name="connsiteY1951" fmla="*/ 419300 h 765348"/>
              <a:gd name="connsiteX1952" fmla="*/ 256379 w 3286198"/>
              <a:gd name="connsiteY1952" fmla="*/ 416774 h 765348"/>
              <a:gd name="connsiteX1953" fmla="*/ 260168 w 3286198"/>
              <a:gd name="connsiteY1953" fmla="*/ 414248 h 765348"/>
              <a:gd name="connsiteX1954" fmla="*/ 256379 w 3286198"/>
              <a:gd name="connsiteY1954" fmla="*/ 412985 h 765348"/>
              <a:gd name="connsiteX1955" fmla="*/ 261431 w 3286198"/>
              <a:gd name="connsiteY1955" fmla="*/ 409196 h 765348"/>
              <a:gd name="connsiteX1956" fmla="*/ 256379 w 3286198"/>
              <a:gd name="connsiteY1956" fmla="*/ 407933 h 765348"/>
              <a:gd name="connsiteX1957" fmla="*/ 261431 w 3286198"/>
              <a:gd name="connsiteY1957" fmla="*/ 405407 h 765348"/>
              <a:gd name="connsiteX1958" fmla="*/ 256379 w 3286198"/>
              <a:gd name="connsiteY1958" fmla="*/ 401618 h 765348"/>
              <a:gd name="connsiteX1959" fmla="*/ 261431 w 3286198"/>
              <a:gd name="connsiteY1959" fmla="*/ 400355 h 765348"/>
              <a:gd name="connsiteX1960" fmla="*/ 261431 w 3286198"/>
              <a:gd name="connsiteY1960" fmla="*/ 399092 h 765348"/>
              <a:gd name="connsiteX1961" fmla="*/ 256379 w 3286198"/>
              <a:gd name="connsiteY1961" fmla="*/ 399092 h 765348"/>
              <a:gd name="connsiteX1962" fmla="*/ 261431 w 3286198"/>
              <a:gd name="connsiteY1962" fmla="*/ 396567 h 765348"/>
              <a:gd name="connsiteX1963" fmla="*/ 257642 w 3286198"/>
              <a:gd name="connsiteY1963" fmla="*/ 392778 h 765348"/>
              <a:gd name="connsiteX1964" fmla="*/ 261431 w 3286198"/>
              <a:gd name="connsiteY1964" fmla="*/ 391515 h 765348"/>
              <a:gd name="connsiteX1965" fmla="*/ 257642 w 3286198"/>
              <a:gd name="connsiteY1965" fmla="*/ 387726 h 765348"/>
              <a:gd name="connsiteX1966" fmla="*/ 261431 w 3286198"/>
              <a:gd name="connsiteY1966" fmla="*/ 386463 h 765348"/>
              <a:gd name="connsiteX1967" fmla="*/ 257642 w 3286198"/>
              <a:gd name="connsiteY1967" fmla="*/ 383937 h 765348"/>
              <a:gd name="connsiteX1968" fmla="*/ 262694 w 3286198"/>
              <a:gd name="connsiteY1968" fmla="*/ 382674 h 765348"/>
              <a:gd name="connsiteX1969" fmla="*/ 258905 w 3286198"/>
              <a:gd name="connsiteY1969" fmla="*/ 378885 h 765348"/>
              <a:gd name="connsiteX1970" fmla="*/ 263957 w 3286198"/>
              <a:gd name="connsiteY1970" fmla="*/ 376359 h 765348"/>
              <a:gd name="connsiteX1971" fmla="*/ 258905 w 3286198"/>
              <a:gd name="connsiteY1971" fmla="*/ 372571 h 765348"/>
              <a:gd name="connsiteX1972" fmla="*/ 263957 w 3286198"/>
              <a:gd name="connsiteY1972" fmla="*/ 371308 h 765348"/>
              <a:gd name="connsiteX1973" fmla="*/ 260168 w 3286198"/>
              <a:gd name="connsiteY1973" fmla="*/ 368782 h 765348"/>
              <a:gd name="connsiteX1974" fmla="*/ 263957 w 3286198"/>
              <a:gd name="connsiteY1974" fmla="*/ 367519 h 765348"/>
              <a:gd name="connsiteX1975" fmla="*/ 260168 w 3286198"/>
              <a:gd name="connsiteY1975" fmla="*/ 366256 h 765348"/>
              <a:gd name="connsiteX1976" fmla="*/ 263957 w 3286198"/>
              <a:gd name="connsiteY1976" fmla="*/ 363730 h 765348"/>
              <a:gd name="connsiteX1977" fmla="*/ 260168 w 3286198"/>
              <a:gd name="connsiteY1977" fmla="*/ 361204 h 765348"/>
              <a:gd name="connsiteX1978" fmla="*/ 265220 w 3286198"/>
              <a:gd name="connsiteY1978" fmla="*/ 359941 h 765348"/>
              <a:gd name="connsiteX1979" fmla="*/ 265220 w 3286198"/>
              <a:gd name="connsiteY1979" fmla="*/ 358678 h 765348"/>
              <a:gd name="connsiteX1980" fmla="*/ 261431 w 3286198"/>
              <a:gd name="connsiteY1980" fmla="*/ 358678 h 765348"/>
              <a:gd name="connsiteX1981" fmla="*/ 263957 w 3286198"/>
              <a:gd name="connsiteY1981" fmla="*/ 357415 h 765348"/>
              <a:gd name="connsiteX1982" fmla="*/ 261431 w 3286198"/>
              <a:gd name="connsiteY1982" fmla="*/ 354889 h 765348"/>
              <a:gd name="connsiteX1983" fmla="*/ 267746 w 3286198"/>
              <a:gd name="connsiteY1983" fmla="*/ 353626 h 765348"/>
              <a:gd name="connsiteX1984" fmla="*/ 267746 w 3286198"/>
              <a:gd name="connsiteY1984" fmla="*/ 352363 h 765348"/>
              <a:gd name="connsiteX1985" fmla="*/ 263957 w 3286198"/>
              <a:gd name="connsiteY1985" fmla="*/ 352363 h 765348"/>
              <a:gd name="connsiteX1986" fmla="*/ 276586 w 3286198"/>
              <a:gd name="connsiteY1986" fmla="*/ 349837 h 765348"/>
              <a:gd name="connsiteX1987" fmla="*/ 269009 w 3286198"/>
              <a:gd name="connsiteY1987" fmla="*/ 412985 h 765348"/>
              <a:gd name="connsiteX1988" fmla="*/ 271534 w 3286198"/>
              <a:gd name="connsiteY1988" fmla="*/ 353626 h 765348"/>
              <a:gd name="connsiteX1989" fmla="*/ 270271 w 3286198"/>
              <a:gd name="connsiteY1989" fmla="*/ 353626 h 765348"/>
              <a:gd name="connsiteX1990" fmla="*/ 263957 w 3286198"/>
              <a:gd name="connsiteY1990" fmla="*/ 411722 h 765348"/>
              <a:gd name="connsiteX1991" fmla="*/ 267746 w 3286198"/>
              <a:gd name="connsiteY1991" fmla="*/ 416774 h 765348"/>
              <a:gd name="connsiteX1992" fmla="*/ 309423 w 3286198"/>
              <a:gd name="connsiteY1992" fmla="*/ 410459 h 765348"/>
              <a:gd name="connsiteX1993" fmla="*/ 309423 w 3286198"/>
              <a:gd name="connsiteY1993" fmla="*/ 407933 h 765348"/>
              <a:gd name="connsiteX1994" fmla="*/ 306897 w 3286198"/>
              <a:gd name="connsiteY1994" fmla="*/ 407933 h 765348"/>
              <a:gd name="connsiteX1995" fmla="*/ 308160 w 3286198"/>
              <a:gd name="connsiteY1995" fmla="*/ 358678 h 765348"/>
              <a:gd name="connsiteX1996" fmla="*/ 306897 w 3286198"/>
              <a:gd name="connsiteY1996" fmla="*/ 354889 h 765348"/>
              <a:gd name="connsiteX1997" fmla="*/ 304371 w 3286198"/>
              <a:gd name="connsiteY1997" fmla="*/ 407933 h 765348"/>
              <a:gd name="connsiteX1998" fmla="*/ 303108 w 3286198"/>
              <a:gd name="connsiteY1998" fmla="*/ 407933 h 765348"/>
              <a:gd name="connsiteX1999" fmla="*/ 303108 w 3286198"/>
              <a:gd name="connsiteY1999" fmla="*/ 359941 h 765348"/>
              <a:gd name="connsiteX2000" fmla="*/ 303108 w 3286198"/>
              <a:gd name="connsiteY2000" fmla="*/ 354889 h 765348"/>
              <a:gd name="connsiteX2001" fmla="*/ 300582 w 3286198"/>
              <a:gd name="connsiteY2001" fmla="*/ 407933 h 765348"/>
              <a:gd name="connsiteX2002" fmla="*/ 299319 w 3286198"/>
              <a:gd name="connsiteY2002" fmla="*/ 407933 h 765348"/>
              <a:gd name="connsiteX2003" fmla="*/ 299319 w 3286198"/>
              <a:gd name="connsiteY2003" fmla="*/ 353626 h 765348"/>
              <a:gd name="connsiteX2004" fmla="*/ 298056 w 3286198"/>
              <a:gd name="connsiteY2004" fmla="*/ 353626 h 765348"/>
              <a:gd name="connsiteX2005" fmla="*/ 296793 w 3286198"/>
              <a:gd name="connsiteY2005" fmla="*/ 409196 h 765348"/>
              <a:gd name="connsiteX2006" fmla="*/ 295531 w 3286198"/>
              <a:gd name="connsiteY2006" fmla="*/ 409196 h 765348"/>
              <a:gd name="connsiteX2007" fmla="*/ 295531 w 3286198"/>
              <a:gd name="connsiteY2007" fmla="*/ 356152 h 765348"/>
              <a:gd name="connsiteX2008" fmla="*/ 294268 w 3286198"/>
              <a:gd name="connsiteY2008" fmla="*/ 357415 h 765348"/>
              <a:gd name="connsiteX2009" fmla="*/ 293005 w 3286198"/>
              <a:gd name="connsiteY2009" fmla="*/ 407933 h 765348"/>
              <a:gd name="connsiteX2010" fmla="*/ 291742 w 3286198"/>
              <a:gd name="connsiteY2010" fmla="*/ 407933 h 765348"/>
              <a:gd name="connsiteX2011" fmla="*/ 291742 w 3286198"/>
              <a:gd name="connsiteY2011" fmla="*/ 354889 h 765348"/>
              <a:gd name="connsiteX2012" fmla="*/ 290479 w 3286198"/>
              <a:gd name="connsiteY2012" fmla="*/ 353626 h 765348"/>
              <a:gd name="connsiteX2013" fmla="*/ 287953 w 3286198"/>
              <a:gd name="connsiteY2013" fmla="*/ 409196 h 765348"/>
              <a:gd name="connsiteX2014" fmla="*/ 286690 w 3286198"/>
              <a:gd name="connsiteY2014" fmla="*/ 409196 h 765348"/>
              <a:gd name="connsiteX2015" fmla="*/ 287953 w 3286198"/>
              <a:gd name="connsiteY2015" fmla="*/ 353626 h 765348"/>
              <a:gd name="connsiteX2016" fmla="*/ 286690 w 3286198"/>
              <a:gd name="connsiteY2016" fmla="*/ 353626 h 765348"/>
              <a:gd name="connsiteX2017" fmla="*/ 285427 w 3286198"/>
              <a:gd name="connsiteY2017" fmla="*/ 407933 h 765348"/>
              <a:gd name="connsiteX2018" fmla="*/ 284164 w 3286198"/>
              <a:gd name="connsiteY2018" fmla="*/ 409196 h 765348"/>
              <a:gd name="connsiteX2019" fmla="*/ 285427 w 3286198"/>
              <a:gd name="connsiteY2019" fmla="*/ 352363 h 765348"/>
              <a:gd name="connsiteX2020" fmla="*/ 282901 w 3286198"/>
              <a:gd name="connsiteY2020" fmla="*/ 352363 h 765348"/>
              <a:gd name="connsiteX2021" fmla="*/ 280375 w 3286198"/>
              <a:gd name="connsiteY2021" fmla="*/ 410459 h 765348"/>
              <a:gd name="connsiteX2022" fmla="*/ 279112 w 3286198"/>
              <a:gd name="connsiteY2022" fmla="*/ 411722 h 765348"/>
              <a:gd name="connsiteX2023" fmla="*/ 279112 w 3286198"/>
              <a:gd name="connsiteY2023" fmla="*/ 358678 h 765348"/>
              <a:gd name="connsiteX2024" fmla="*/ 279112 w 3286198"/>
              <a:gd name="connsiteY2024" fmla="*/ 356152 h 765348"/>
              <a:gd name="connsiteX2025" fmla="*/ 274060 w 3286198"/>
              <a:gd name="connsiteY2025" fmla="*/ 414248 h 765348"/>
              <a:gd name="connsiteX2026" fmla="*/ 276586 w 3286198"/>
              <a:gd name="connsiteY2026" fmla="*/ 353626 h 765348"/>
              <a:gd name="connsiteX2027" fmla="*/ 276586 w 3286198"/>
              <a:gd name="connsiteY2027" fmla="*/ 349837 h 765348"/>
              <a:gd name="connsiteX2028" fmla="*/ 291742 w 3286198"/>
              <a:gd name="connsiteY2028" fmla="*/ 325841 h 765348"/>
              <a:gd name="connsiteX2029" fmla="*/ 285427 w 3286198"/>
              <a:gd name="connsiteY2029" fmla="*/ 332156 h 765348"/>
              <a:gd name="connsiteX2030" fmla="*/ 294268 w 3286198"/>
              <a:gd name="connsiteY2030" fmla="*/ 328367 h 765348"/>
              <a:gd name="connsiteX2031" fmla="*/ 300582 w 3286198"/>
              <a:gd name="connsiteY2031" fmla="*/ 322052 h 765348"/>
              <a:gd name="connsiteX2032" fmla="*/ 291742 w 3286198"/>
              <a:gd name="connsiteY2032" fmla="*/ 325841 h 765348"/>
              <a:gd name="connsiteX2033" fmla="*/ 289216 w 3286198"/>
              <a:gd name="connsiteY2033" fmla="*/ 322052 h 765348"/>
              <a:gd name="connsiteX2034" fmla="*/ 290479 w 3286198"/>
              <a:gd name="connsiteY2034" fmla="*/ 323315 h 765348"/>
              <a:gd name="connsiteX2035" fmla="*/ 291742 w 3286198"/>
              <a:gd name="connsiteY2035" fmla="*/ 322052 h 765348"/>
              <a:gd name="connsiteX2036" fmla="*/ 290479 w 3286198"/>
              <a:gd name="connsiteY2036" fmla="*/ 320790 h 765348"/>
              <a:gd name="connsiteX2037" fmla="*/ 289216 w 3286198"/>
              <a:gd name="connsiteY2037" fmla="*/ 322052 h 765348"/>
              <a:gd name="connsiteX2038" fmla="*/ 285427 w 3286198"/>
              <a:gd name="connsiteY2038" fmla="*/ 325841 h 765348"/>
              <a:gd name="connsiteX2039" fmla="*/ 286690 w 3286198"/>
              <a:gd name="connsiteY2039" fmla="*/ 324578 h 765348"/>
              <a:gd name="connsiteX2040" fmla="*/ 285427 w 3286198"/>
              <a:gd name="connsiteY2040" fmla="*/ 322052 h 765348"/>
              <a:gd name="connsiteX2041" fmla="*/ 284164 w 3286198"/>
              <a:gd name="connsiteY2041" fmla="*/ 324578 h 765348"/>
              <a:gd name="connsiteX2042" fmla="*/ 285427 w 3286198"/>
              <a:gd name="connsiteY2042" fmla="*/ 325841 h 765348"/>
              <a:gd name="connsiteX2043" fmla="*/ 309423 w 3286198"/>
              <a:gd name="connsiteY2043" fmla="*/ 401618 h 765348"/>
              <a:gd name="connsiteX2044" fmla="*/ 313212 w 3286198"/>
              <a:gd name="connsiteY2044" fmla="*/ 356152 h 765348"/>
              <a:gd name="connsiteX2045" fmla="*/ 310686 w 3286198"/>
              <a:gd name="connsiteY2045" fmla="*/ 356152 h 765348"/>
              <a:gd name="connsiteX2046" fmla="*/ 309423 w 3286198"/>
              <a:gd name="connsiteY2046" fmla="*/ 401618 h 765348"/>
              <a:gd name="connsiteX2047" fmla="*/ 309423 w 3286198"/>
              <a:gd name="connsiteY2047" fmla="*/ 401618 h 765348"/>
              <a:gd name="connsiteX2048" fmla="*/ 315738 w 3286198"/>
              <a:gd name="connsiteY2048" fmla="*/ 357415 h 765348"/>
              <a:gd name="connsiteX2049" fmla="*/ 311949 w 3286198"/>
              <a:gd name="connsiteY2049" fmla="*/ 396567 h 765348"/>
              <a:gd name="connsiteX2050" fmla="*/ 313212 w 3286198"/>
              <a:gd name="connsiteY2050" fmla="*/ 399092 h 765348"/>
              <a:gd name="connsiteX2051" fmla="*/ 318264 w 3286198"/>
              <a:gd name="connsiteY2051" fmla="*/ 357415 h 765348"/>
              <a:gd name="connsiteX2052" fmla="*/ 315738 w 3286198"/>
              <a:gd name="connsiteY2052" fmla="*/ 357415 h 765348"/>
              <a:gd name="connsiteX2053" fmla="*/ 310686 w 3286198"/>
              <a:gd name="connsiteY2053" fmla="*/ 433192 h 765348"/>
              <a:gd name="connsiteX2054" fmla="*/ 308160 w 3286198"/>
              <a:gd name="connsiteY2054" fmla="*/ 438244 h 765348"/>
              <a:gd name="connsiteX2055" fmla="*/ 314475 w 3286198"/>
              <a:gd name="connsiteY2055" fmla="*/ 442033 h 765348"/>
              <a:gd name="connsiteX2056" fmla="*/ 315738 w 3286198"/>
              <a:gd name="connsiteY2056" fmla="*/ 438244 h 765348"/>
              <a:gd name="connsiteX2057" fmla="*/ 310686 w 3286198"/>
              <a:gd name="connsiteY2057" fmla="*/ 433192 h 765348"/>
              <a:gd name="connsiteX2058" fmla="*/ 306897 w 3286198"/>
              <a:gd name="connsiteY2058" fmla="*/ 438244 h 765348"/>
              <a:gd name="connsiteX2059" fmla="*/ 304371 w 3286198"/>
              <a:gd name="connsiteY2059" fmla="*/ 443296 h 765348"/>
              <a:gd name="connsiteX2060" fmla="*/ 314475 w 3286198"/>
              <a:gd name="connsiteY2060" fmla="*/ 449610 h 765348"/>
              <a:gd name="connsiteX2061" fmla="*/ 317001 w 3286198"/>
              <a:gd name="connsiteY2061" fmla="*/ 445822 h 765348"/>
              <a:gd name="connsiteX2062" fmla="*/ 306897 w 3286198"/>
              <a:gd name="connsiteY2062" fmla="*/ 438244 h 765348"/>
              <a:gd name="connsiteX2063" fmla="*/ 320790 w 3286198"/>
              <a:gd name="connsiteY2063" fmla="*/ 366256 h 765348"/>
              <a:gd name="connsiteX2064" fmla="*/ 324578 w 3286198"/>
              <a:gd name="connsiteY2064" fmla="*/ 358678 h 765348"/>
              <a:gd name="connsiteX2065" fmla="*/ 322052 w 3286198"/>
              <a:gd name="connsiteY2065" fmla="*/ 357415 h 765348"/>
              <a:gd name="connsiteX2066" fmla="*/ 320790 w 3286198"/>
              <a:gd name="connsiteY2066" fmla="*/ 366256 h 765348"/>
              <a:gd name="connsiteX2067" fmla="*/ 320790 w 3286198"/>
              <a:gd name="connsiteY2067" fmla="*/ 366256 h 765348"/>
              <a:gd name="connsiteX2068" fmla="*/ 308160 w 3286198"/>
              <a:gd name="connsiteY2068" fmla="*/ 318264 h 765348"/>
              <a:gd name="connsiteX2069" fmla="*/ 311949 w 3286198"/>
              <a:gd name="connsiteY2069" fmla="*/ 313212 h 765348"/>
              <a:gd name="connsiteX2070" fmla="*/ 306897 w 3286198"/>
              <a:gd name="connsiteY2070" fmla="*/ 315738 h 765348"/>
              <a:gd name="connsiteX2071" fmla="*/ 303108 w 3286198"/>
              <a:gd name="connsiteY2071" fmla="*/ 320790 h 765348"/>
              <a:gd name="connsiteX2072" fmla="*/ 308160 w 3286198"/>
              <a:gd name="connsiteY2072" fmla="*/ 318264 h 765348"/>
              <a:gd name="connsiteX2073" fmla="*/ 219753 w 3286198"/>
              <a:gd name="connsiteY2073" fmla="*/ 306897 h 765348"/>
              <a:gd name="connsiteX2074" fmla="*/ 224805 w 3286198"/>
              <a:gd name="connsiteY2074" fmla="*/ 304371 h 765348"/>
              <a:gd name="connsiteX2075" fmla="*/ 219753 w 3286198"/>
              <a:gd name="connsiteY2075" fmla="*/ 303108 h 765348"/>
              <a:gd name="connsiteX2076" fmla="*/ 214702 w 3286198"/>
              <a:gd name="connsiteY2076" fmla="*/ 304371 h 765348"/>
              <a:gd name="connsiteX2077" fmla="*/ 219753 w 3286198"/>
              <a:gd name="connsiteY2077" fmla="*/ 306897 h 765348"/>
              <a:gd name="connsiteX2078" fmla="*/ 229857 w 3286198"/>
              <a:gd name="connsiteY2078" fmla="*/ 305634 h 765348"/>
              <a:gd name="connsiteX2079" fmla="*/ 231120 w 3286198"/>
              <a:gd name="connsiteY2079" fmla="*/ 301845 h 765348"/>
              <a:gd name="connsiteX2080" fmla="*/ 228594 w 3286198"/>
              <a:gd name="connsiteY2080" fmla="*/ 304371 h 765348"/>
              <a:gd name="connsiteX2081" fmla="*/ 227331 w 3286198"/>
              <a:gd name="connsiteY2081" fmla="*/ 308160 h 765348"/>
              <a:gd name="connsiteX2082" fmla="*/ 229857 w 3286198"/>
              <a:gd name="connsiteY2082" fmla="*/ 305634 h 765348"/>
              <a:gd name="connsiteX2083" fmla="*/ 236172 w 3286198"/>
              <a:gd name="connsiteY2083" fmla="*/ 304371 h 765348"/>
              <a:gd name="connsiteX2084" fmla="*/ 237435 w 3286198"/>
              <a:gd name="connsiteY2084" fmla="*/ 299319 h 765348"/>
              <a:gd name="connsiteX2085" fmla="*/ 233646 w 3286198"/>
              <a:gd name="connsiteY2085" fmla="*/ 301845 h 765348"/>
              <a:gd name="connsiteX2086" fmla="*/ 232383 w 3286198"/>
              <a:gd name="connsiteY2086" fmla="*/ 306897 h 765348"/>
              <a:gd name="connsiteX2087" fmla="*/ 236172 w 3286198"/>
              <a:gd name="connsiteY2087" fmla="*/ 304371 h 765348"/>
              <a:gd name="connsiteX2088" fmla="*/ 232383 w 3286198"/>
              <a:gd name="connsiteY2088" fmla="*/ 294268 h 765348"/>
              <a:gd name="connsiteX2089" fmla="*/ 241224 w 3286198"/>
              <a:gd name="connsiteY2089" fmla="*/ 287953 h 765348"/>
              <a:gd name="connsiteX2090" fmla="*/ 241224 w 3286198"/>
              <a:gd name="connsiteY2090" fmla="*/ 294268 h 765348"/>
              <a:gd name="connsiteX2091" fmla="*/ 246275 w 3286198"/>
              <a:gd name="connsiteY2091" fmla="*/ 286690 h 765348"/>
              <a:gd name="connsiteX2092" fmla="*/ 253853 w 3286198"/>
              <a:gd name="connsiteY2092" fmla="*/ 281638 h 765348"/>
              <a:gd name="connsiteX2093" fmla="*/ 250064 w 3286198"/>
              <a:gd name="connsiteY2093" fmla="*/ 276586 h 765348"/>
              <a:gd name="connsiteX2094" fmla="*/ 195757 w 3286198"/>
              <a:gd name="connsiteY2094" fmla="*/ 280375 h 765348"/>
              <a:gd name="connsiteX2095" fmla="*/ 146502 w 3286198"/>
              <a:gd name="connsiteY2095" fmla="*/ 275323 h 765348"/>
              <a:gd name="connsiteX2096" fmla="*/ 130084 w 3286198"/>
              <a:gd name="connsiteY2096" fmla="*/ 282901 h 765348"/>
              <a:gd name="connsiteX2097" fmla="*/ 128821 w 3286198"/>
              <a:gd name="connsiteY2097" fmla="*/ 286690 h 765348"/>
              <a:gd name="connsiteX2098" fmla="*/ 132610 w 3286198"/>
              <a:gd name="connsiteY2098" fmla="*/ 284164 h 765348"/>
              <a:gd name="connsiteX2099" fmla="*/ 131347 w 3286198"/>
              <a:gd name="connsiteY2099" fmla="*/ 289216 h 765348"/>
              <a:gd name="connsiteX2100" fmla="*/ 140188 w 3286198"/>
              <a:gd name="connsiteY2100" fmla="*/ 282901 h 765348"/>
              <a:gd name="connsiteX2101" fmla="*/ 137662 w 3286198"/>
              <a:gd name="connsiteY2101" fmla="*/ 287953 h 765348"/>
              <a:gd name="connsiteX2102" fmla="*/ 143976 w 3286198"/>
              <a:gd name="connsiteY2102" fmla="*/ 281638 h 765348"/>
              <a:gd name="connsiteX2103" fmla="*/ 142713 w 3286198"/>
              <a:gd name="connsiteY2103" fmla="*/ 287953 h 765348"/>
              <a:gd name="connsiteX2104" fmla="*/ 150291 w 3286198"/>
              <a:gd name="connsiteY2104" fmla="*/ 281638 h 765348"/>
              <a:gd name="connsiteX2105" fmla="*/ 150291 w 3286198"/>
              <a:gd name="connsiteY2105" fmla="*/ 286690 h 765348"/>
              <a:gd name="connsiteX2106" fmla="*/ 156606 w 3286198"/>
              <a:gd name="connsiteY2106" fmla="*/ 280375 h 765348"/>
              <a:gd name="connsiteX2107" fmla="*/ 157869 w 3286198"/>
              <a:gd name="connsiteY2107" fmla="*/ 284164 h 765348"/>
              <a:gd name="connsiteX2108" fmla="*/ 162921 w 3286198"/>
              <a:gd name="connsiteY2108" fmla="*/ 280375 h 765348"/>
              <a:gd name="connsiteX2109" fmla="*/ 164184 w 3286198"/>
              <a:gd name="connsiteY2109" fmla="*/ 284164 h 765348"/>
              <a:gd name="connsiteX2110" fmla="*/ 169235 w 3286198"/>
              <a:gd name="connsiteY2110" fmla="*/ 280375 h 765348"/>
              <a:gd name="connsiteX2111" fmla="*/ 170498 w 3286198"/>
              <a:gd name="connsiteY2111" fmla="*/ 284164 h 765348"/>
              <a:gd name="connsiteX2112" fmla="*/ 175550 w 3286198"/>
              <a:gd name="connsiteY2112" fmla="*/ 282901 h 765348"/>
              <a:gd name="connsiteX2113" fmla="*/ 176813 w 3286198"/>
              <a:gd name="connsiteY2113" fmla="*/ 285427 h 765348"/>
              <a:gd name="connsiteX2114" fmla="*/ 180602 w 3286198"/>
              <a:gd name="connsiteY2114" fmla="*/ 282901 h 765348"/>
              <a:gd name="connsiteX2115" fmla="*/ 180602 w 3286198"/>
              <a:gd name="connsiteY2115" fmla="*/ 287953 h 765348"/>
              <a:gd name="connsiteX2116" fmla="*/ 185654 w 3286198"/>
              <a:gd name="connsiteY2116" fmla="*/ 285427 h 765348"/>
              <a:gd name="connsiteX2117" fmla="*/ 185654 w 3286198"/>
              <a:gd name="connsiteY2117" fmla="*/ 287953 h 765348"/>
              <a:gd name="connsiteX2118" fmla="*/ 189443 w 3286198"/>
              <a:gd name="connsiteY2118" fmla="*/ 285427 h 765348"/>
              <a:gd name="connsiteX2119" fmla="*/ 189443 w 3286198"/>
              <a:gd name="connsiteY2119" fmla="*/ 289216 h 765348"/>
              <a:gd name="connsiteX2120" fmla="*/ 194494 w 3286198"/>
              <a:gd name="connsiteY2120" fmla="*/ 287953 h 765348"/>
              <a:gd name="connsiteX2121" fmla="*/ 194494 w 3286198"/>
              <a:gd name="connsiteY2121" fmla="*/ 291742 h 765348"/>
              <a:gd name="connsiteX2122" fmla="*/ 202072 w 3286198"/>
              <a:gd name="connsiteY2122" fmla="*/ 289216 h 765348"/>
              <a:gd name="connsiteX2123" fmla="*/ 199546 w 3286198"/>
              <a:gd name="connsiteY2123" fmla="*/ 294268 h 765348"/>
              <a:gd name="connsiteX2124" fmla="*/ 205861 w 3286198"/>
              <a:gd name="connsiteY2124" fmla="*/ 290479 h 765348"/>
              <a:gd name="connsiteX2125" fmla="*/ 204598 w 3286198"/>
              <a:gd name="connsiteY2125" fmla="*/ 294268 h 765348"/>
              <a:gd name="connsiteX2126" fmla="*/ 210913 w 3286198"/>
              <a:gd name="connsiteY2126" fmla="*/ 291742 h 765348"/>
              <a:gd name="connsiteX2127" fmla="*/ 207124 w 3286198"/>
              <a:gd name="connsiteY2127" fmla="*/ 298056 h 765348"/>
              <a:gd name="connsiteX2128" fmla="*/ 215965 w 3286198"/>
              <a:gd name="connsiteY2128" fmla="*/ 293005 h 765348"/>
              <a:gd name="connsiteX2129" fmla="*/ 214702 w 3286198"/>
              <a:gd name="connsiteY2129" fmla="*/ 298056 h 765348"/>
              <a:gd name="connsiteX2130" fmla="*/ 227331 w 3286198"/>
              <a:gd name="connsiteY2130" fmla="*/ 289216 h 765348"/>
              <a:gd name="connsiteX2131" fmla="*/ 224805 w 3286198"/>
              <a:gd name="connsiteY2131" fmla="*/ 298056 h 765348"/>
              <a:gd name="connsiteX2132" fmla="*/ 233646 w 3286198"/>
              <a:gd name="connsiteY2132" fmla="*/ 289216 h 765348"/>
              <a:gd name="connsiteX2133" fmla="*/ 232383 w 3286198"/>
              <a:gd name="connsiteY2133" fmla="*/ 294268 h 765348"/>
              <a:gd name="connsiteX2134" fmla="*/ 243750 w 3286198"/>
              <a:gd name="connsiteY2134" fmla="*/ 301845 h 765348"/>
              <a:gd name="connsiteX2135" fmla="*/ 245012 w 3286198"/>
              <a:gd name="connsiteY2135" fmla="*/ 295531 h 765348"/>
              <a:gd name="connsiteX2136" fmla="*/ 239961 w 3286198"/>
              <a:gd name="connsiteY2136" fmla="*/ 299319 h 765348"/>
              <a:gd name="connsiteX2137" fmla="*/ 238698 w 3286198"/>
              <a:gd name="connsiteY2137" fmla="*/ 305634 h 765348"/>
              <a:gd name="connsiteX2138" fmla="*/ 243750 w 3286198"/>
              <a:gd name="connsiteY2138" fmla="*/ 301845 h 765348"/>
              <a:gd name="connsiteX2139" fmla="*/ 217228 w 3286198"/>
              <a:gd name="connsiteY2139" fmla="*/ 352363 h 765348"/>
              <a:gd name="connsiteX2140" fmla="*/ 218490 w 3286198"/>
              <a:gd name="connsiteY2140" fmla="*/ 356152 h 765348"/>
              <a:gd name="connsiteX2141" fmla="*/ 239961 w 3286198"/>
              <a:gd name="connsiteY2141" fmla="*/ 351100 h 765348"/>
              <a:gd name="connsiteX2142" fmla="*/ 248801 w 3286198"/>
              <a:gd name="connsiteY2142" fmla="*/ 351100 h 765348"/>
              <a:gd name="connsiteX2143" fmla="*/ 248801 w 3286198"/>
              <a:gd name="connsiteY2143" fmla="*/ 346049 h 765348"/>
              <a:gd name="connsiteX2144" fmla="*/ 236172 w 3286198"/>
              <a:gd name="connsiteY2144" fmla="*/ 346049 h 765348"/>
              <a:gd name="connsiteX2145" fmla="*/ 217228 w 3286198"/>
              <a:gd name="connsiteY2145" fmla="*/ 352363 h 765348"/>
              <a:gd name="connsiteX2146" fmla="*/ 251327 w 3286198"/>
              <a:gd name="connsiteY2146" fmla="*/ 353626 h 765348"/>
              <a:gd name="connsiteX2147" fmla="*/ 245012 w 3286198"/>
              <a:gd name="connsiteY2147" fmla="*/ 352363 h 765348"/>
              <a:gd name="connsiteX2148" fmla="*/ 238698 w 3286198"/>
              <a:gd name="connsiteY2148" fmla="*/ 353626 h 765348"/>
              <a:gd name="connsiteX2149" fmla="*/ 245012 w 3286198"/>
              <a:gd name="connsiteY2149" fmla="*/ 354889 h 765348"/>
              <a:gd name="connsiteX2150" fmla="*/ 251327 w 3286198"/>
              <a:gd name="connsiteY2150" fmla="*/ 353626 h 765348"/>
              <a:gd name="connsiteX2151" fmla="*/ 75777 w 3286198"/>
              <a:gd name="connsiteY2151" fmla="*/ 424351 h 765348"/>
              <a:gd name="connsiteX2152" fmla="*/ 66936 w 3286198"/>
              <a:gd name="connsiteY2152" fmla="*/ 439507 h 765348"/>
              <a:gd name="connsiteX2153" fmla="*/ 79566 w 3286198"/>
              <a:gd name="connsiteY2153" fmla="*/ 425614 h 765348"/>
              <a:gd name="connsiteX2154" fmla="*/ 75777 w 3286198"/>
              <a:gd name="connsiteY2154" fmla="*/ 424351 h 765348"/>
              <a:gd name="connsiteX2155" fmla="*/ 69462 w 3286198"/>
              <a:gd name="connsiteY2155" fmla="*/ 474870 h 765348"/>
              <a:gd name="connsiteX2156" fmla="*/ 70725 w 3286198"/>
              <a:gd name="connsiteY2156" fmla="*/ 466029 h 765348"/>
              <a:gd name="connsiteX2157" fmla="*/ 66936 w 3286198"/>
              <a:gd name="connsiteY2157" fmla="*/ 467292 h 765348"/>
              <a:gd name="connsiteX2158" fmla="*/ 69462 w 3286198"/>
              <a:gd name="connsiteY2158" fmla="*/ 474870 h 765348"/>
              <a:gd name="connsiteX2159" fmla="*/ 106088 w 3286198"/>
              <a:gd name="connsiteY2159" fmla="*/ 423089 h 765348"/>
              <a:gd name="connsiteX2160" fmla="*/ 136399 w 3286198"/>
              <a:gd name="connsiteY2160" fmla="*/ 356152 h 765348"/>
              <a:gd name="connsiteX2161" fmla="*/ 161658 w 3286198"/>
              <a:gd name="connsiteY2161" fmla="*/ 339734 h 765348"/>
              <a:gd name="connsiteX2162" fmla="*/ 166710 w 3286198"/>
              <a:gd name="connsiteY2162" fmla="*/ 339734 h 765348"/>
              <a:gd name="connsiteX2163" fmla="*/ 131347 w 3286198"/>
              <a:gd name="connsiteY2163" fmla="*/ 363730 h 765348"/>
              <a:gd name="connsiteX2164" fmla="*/ 132610 w 3286198"/>
              <a:gd name="connsiteY2164" fmla="*/ 363730 h 765348"/>
              <a:gd name="connsiteX2165" fmla="*/ 166710 w 3286198"/>
              <a:gd name="connsiteY2165" fmla="*/ 343523 h 765348"/>
              <a:gd name="connsiteX2166" fmla="*/ 167972 w 3286198"/>
              <a:gd name="connsiteY2166" fmla="*/ 343523 h 765348"/>
              <a:gd name="connsiteX2167" fmla="*/ 149028 w 3286198"/>
              <a:gd name="connsiteY2167" fmla="*/ 353626 h 765348"/>
              <a:gd name="connsiteX2168" fmla="*/ 149028 w 3286198"/>
              <a:gd name="connsiteY2168" fmla="*/ 354889 h 765348"/>
              <a:gd name="connsiteX2169" fmla="*/ 185654 w 3286198"/>
              <a:gd name="connsiteY2169" fmla="*/ 344786 h 765348"/>
              <a:gd name="connsiteX2170" fmla="*/ 133873 w 3286198"/>
              <a:gd name="connsiteY2170" fmla="*/ 322052 h 765348"/>
              <a:gd name="connsiteX2171" fmla="*/ 87144 w 3286198"/>
              <a:gd name="connsiteY2171" fmla="*/ 375096 h 765348"/>
              <a:gd name="connsiteX2172" fmla="*/ 99773 w 3286198"/>
              <a:gd name="connsiteY2172" fmla="*/ 361204 h 765348"/>
              <a:gd name="connsiteX2173" fmla="*/ 78303 w 3286198"/>
              <a:gd name="connsiteY2173" fmla="*/ 426877 h 765348"/>
              <a:gd name="connsiteX2174" fmla="*/ 73251 w 3286198"/>
              <a:gd name="connsiteY2174" fmla="*/ 434455 h 765348"/>
              <a:gd name="connsiteX2175" fmla="*/ 64410 w 3286198"/>
              <a:gd name="connsiteY2175" fmla="*/ 450873 h 765348"/>
              <a:gd name="connsiteX2176" fmla="*/ 70725 w 3286198"/>
              <a:gd name="connsiteY2176" fmla="*/ 442033 h 765348"/>
              <a:gd name="connsiteX2177" fmla="*/ 80829 w 3286198"/>
              <a:gd name="connsiteY2177" fmla="*/ 425614 h 765348"/>
              <a:gd name="connsiteX2178" fmla="*/ 87144 w 3286198"/>
              <a:gd name="connsiteY2178" fmla="*/ 396567 h 765348"/>
              <a:gd name="connsiteX2179" fmla="*/ 98510 w 3286198"/>
              <a:gd name="connsiteY2179" fmla="*/ 370045 h 765348"/>
              <a:gd name="connsiteX2180" fmla="*/ 133873 w 3286198"/>
              <a:gd name="connsiteY2180" fmla="*/ 334682 h 765348"/>
              <a:gd name="connsiteX2181" fmla="*/ 133873 w 3286198"/>
              <a:gd name="connsiteY2181" fmla="*/ 335945 h 765348"/>
              <a:gd name="connsiteX2182" fmla="*/ 99773 w 3286198"/>
              <a:gd name="connsiteY2182" fmla="*/ 372571 h 765348"/>
              <a:gd name="connsiteX2183" fmla="*/ 93458 w 3286198"/>
              <a:gd name="connsiteY2183" fmla="*/ 387726 h 765348"/>
              <a:gd name="connsiteX2184" fmla="*/ 88407 w 3286198"/>
              <a:gd name="connsiteY2184" fmla="*/ 407933 h 765348"/>
              <a:gd name="connsiteX2185" fmla="*/ 78303 w 3286198"/>
              <a:gd name="connsiteY2185" fmla="*/ 440770 h 765348"/>
              <a:gd name="connsiteX2186" fmla="*/ 69462 w 3286198"/>
              <a:gd name="connsiteY2186" fmla="*/ 452136 h 765348"/>
              <a:gd name="connsiteX2187" fmla="*/ 68199 w 3286198"/>
              <a:gd name="connsiteY2187" fmla="*/ 459714 h 765348"/>
              <a:gd name="connsiteX2188" fmla="*/ 87144 w 3286198"/>
              <a:gd name="connsiteY2188" fmla="*/ 428140 h 765348"/>
              <a:gd name="connsiteX2189" fmla="*/ 117454 w 3286198"/>
              <a:gd name="connsiteY2189" fmla="*/ 353626 h 765348"/>
              <a:gd name="connsiteX2190" fmla="*/ 119980 w 3286198"/>
              <a:gd name="connsiteY2190" fmla="*/ 353626 h 765348"/>
              <a:gd name="connsiteX2191" fmla="*/ 92195 w 3286198"/>
              <a:gd name="connsiteY2191" fmla="*/ 415511 h 765348"/>
              <a:gd name="connsiteX2192" fmla="*/ 88407 w 3286198"/>
              <a:gd name="connsiteY2192" fmla="*/ 433192 h 765348"/>
              <a:gd name="connsiteX2193" fmla="*/ 75777 w 3286198"/>
              <a:gd name="connsiteY2193" fmla="*/ 452136 h 765348"/>
              <a:gd name="connsiteX2194" fmla="*/ 77040 w 3286198"/>
              <a:gd name="connsiteY2194" fmla="*/ 452136 h 765348"/>
              <a:gd name="connsiteX2195" fmla="*/ 90932 w 3286198"/>
              <a:gd name="connsiteY2195" fmla="*/ 434455 h 765348"/>
              <a:gd name="connsiteX2196" fmla="*/ 108614 w 3286198"/>
              <a:gd name="connsiteY2196" fmla="*/ 377622 h 765348"/>
              <a:gd name="connsiteX2197" fmla="*/ 151554 w 3286198"/>
              <a:gd name="connsiteY2197" fmla="*/ 334682 h 765348"/>
              <a:gd name="connsiteX2198" fmla="*/ 154080 w 3286198"/>
              <a:gd name="connsiteY2198" fmla="*/ 334682 h 765348"/>
              <a:gd name="connsiteX2199" fmla="*/ 114929 w 3286198"/>
              <a:gd name="connsiteY2199" fmla="*/ 371308 h 765348"/>
              <a:gd name="connsiteX2200" fmla="*/ 106088 w 3286198"/>
              <a:gd name="connsiteY2200" fmla="*/ 390252 h 765348"/>
              <a:gd name="connsiteX2201" fmla="*/ 99773 w 3286198"/>
              <a:gd name="connsiteY2201" fmla="*/ 419300 h 765348"/>
              <a:gd name="connsiteX2202" fmla="*/ 88407 w 3286198"/>
              <a:gd name="connsiteY2202" fmla="*/ 444559 h 765348"/>
              <a:gd name="connsiteX2203" fmla="*/ 82092 w 3286198"/>
              <a:gd name="connsiteY2203" fmla="*/ 452136 h 765348"/>
              <a:gd name="connsiteX2204" fmla="*/ 77040 w 3286198"/>
              <a:gd name="connsiteY2204" fmla="*/ 463503 h 765348"/>
              <a:gd name="connsiteX2205" fmla="*/ 78303 w 3286198"/>
              <a:gd name="connsiteY2205" fmla="*/ 463503 h 765348"/>
              <a:gd name="connsiteX2206" fmla="*/ 93458 w 3286198"/>
              <a:gd name="connsiteY2206" fmla="*/ 443296 h 765348"/>
              <a:gd name="connsiteX2207" fmla="*/ 101036 w 3286198"/>
              <a:gd name="connsiteY2207" fmla="*/ 424351 h 765348"/>
              <a:gd name="connsiteX2208" fmla="*/ 112403 w 3286198"/>
              <a:gd name="connsiteY2208" fmla="*/ 382674 h 765348"/>
              <a:gd name="connsiteX2209" fmla="*/ 138925 w 3286198"/>
              <a:gd name="connsiteY2209" fmla="*/ 347311 h 765348"/>
              <a:gd name="connsiteX2210" fmla="*/ 155343 w 3286198"/>
              <a:gd name="connsiteY2210" fmla="*/ 338471 h 765348"/>
              <a:gd name="connsiteX2211" fmla="*/ 156606 w 3286198"/>
              <a:gd name="connsiteY2211" fmla="*/ 338471 h 765348"/>
              <a:gd name="connsiteX2212" fmla="*/ 136399 w 3286198"/>
              <a:gd name="connsiteY2212" fmla="*/ 351100 h 765348"/>
              <a:gd name="connsiteX2213" fmla="*/ 111140 w 3286198"/>
              <a:gd name="connsiteY2213" fmla="*/ 386463 h 765348"/>
              <a:gd name="connsiteX2214" fmla="*/ 102299 w 3286198"/>
              <a:gd name="connsiteY2214" fmla="*/ 424351 h 765348"/>
              <a:gd name="connsiteX2215" fmla="*/ 106088 w 3286198"/>
              <a:gd name="connsiteY2215" fmla="*/ 423089 h 765348"/>
              <a:gd name="connsiteX2216" fmla="*/ 162921 w 3286198"/>
              <a:gd name="connsiteY2216" fmla="*/ 440770 h 765348"/>
              <a:gd name="connsiteX2217" fmla="*/ 183128 w 3286198"/>
              <a:gd name="connsiteY2217" fmla="*/ 356152 h 765348"/>
              <a:gd name="connsiteX2218" fmla="*/ 117454 w 3286198"/>
              <a:gd name="connsiteY2218" fmla="*/ 418037 h 765348"/>
              <a:gd name="connsiteX2219" fmla="*/ 125032 w 3286198"/>
              <a:gd name="connsiteY2219" fmla="*/ 502654 h 765348"/>
              <a:gd name="connsiteX2220" fmla="*/ 127558 w 3286198"/>
              <a:gd name="connsiteY2220" fmla="*/ 532965 h 765348"/>
              <a:gd name="connsiteX2221" fmla="*/ 132610 w 3286198"/>
              <a:gd name="connsiteY2221" fmla="*/ 508969 h 765348"/>
              <a:gd name="connsiteX2222" fmla="*/ 152817 w 3286198"/>
              <a:gd name="connsiteY2222" fmla="*/ 486236 h 765348"/>
              <a:gd name="connsiteX2223" fmla="*/ 162921 w 3286198"/>
              <a:gd name="connsiteY2223" fmla="*/ 440770 h 765348"/>
              <a:gd name="connsiteX2224" fmla="*/ 119980 w 3286198"/>
              <a:gd name="connsiteY2224" fmla="*/ 474870 h 765348"/>
              <a:gd name="connsiteX2225" fmla="*/ 128821 w 3286198"/>
              <a:gd name="connsiteY2225" fmla="*/ 472344 h 765348"/>
              <a:gd name="connsiteX2226" fmla="*/ 123769 w 3286198"/>
              <a:gd name="connsiteY2226" fmla="*/ 472344 h 765348"/>
              <a:gd name="connsiteX2227" fmla="*/ 119980 w 3286198"/>
              <a:gd name="connsiteY2227" fmla="*/ 474870 h 765348"/>
              <a:gd name="connsiteX2228" fmla="*/ 122506 w 3286198"/>
              <a:gd name="connsiteY2228" fmla="*/ 467292 h 765348"/>
              <a:gd name="connsiteX2229" fmla="*/ 130084 w 3286198"/>
              <a:gd name="connsiteY2229" fmla="*/ 468555 h 765348"/>
              <a:gd name="connsiteX2230" fmla="*/ 126295 w 3286198"/>
              <a:gd name="connsiteY2230" fmla="*/ 466029 h 765348"/>
              <a:gd name="connsiteX2231" fmla="*/ 122506 w 3286198"/>
              <a:gd name="connsiteY2231" fmla="*/ 467292 h 765348"/>
              <a:gd name="connsiteX2232" fmla="*/ 126295 w 3286198"/>
              <a:gd name="connsiteY2232" fmla="*/ 479921 h 765348"/>
              <a:gd name="connsiteX2233" fmla="*/ 122506 w 3286198"/>
              <a:gd name="connsiteY2233" fmla="*/ 479921 h 765348"/>
              <a:gd name="connsiteX2234" fmla="*/ 119980 w 3286198"/>
              <a:gd name="connsiteY2234" fmla="*/ 481184 h 765348"/>
              <a:gd name="connsiteX2235" fmla="*/ 126295 w 3286198"/>
              <a:gd name="connsiteY2235" fmla="*/ 479921 h 765348"/>
              <a:gd name="connsiteX2236" fmla="*/ 116191 w 3286198"/>
              <a:gd name="connsiteY2236" fmla="*/ 486236 h 765348"/>
              <a:gd name="connsiteX2237" fmla="*/ 127558 w 3286198"/>
              <a:gd name="connsiteY2237" fmla="*/ 484973 h 765348"/>
              <a:gd name="connsiteX2238" fmla="*/ 121243 w 3286198"/>
              <a:gd name="connsiteY2238" fmla="*/ 483710 h 765348"/>
              <a:gd name="connsiteX2239" fmla="*/ 116191 w 3286198"/>
              <a:gd name="connsiteY2239" fmla="*/ 486236 h 765348"/>
              <a:gd name="connsiteX2240" fmla="*/ 186917 w 3286198"/>
              <a:gd name="connsiteY2240" fmla="*/ 349837 h 765348"/>
              <a:gd name="connsiteX2241" fmla="*/ 186917 w 3286198"/>
              <a:gd name="connsiteY2241" fmla="*/ 347311 h 765348"/>
              <a:gd name="connsiteX2242" fmla="*/ 175550 w 3286198"/>
              <a:gd name="connsiteY2242" fmla="*/ 349837 h 765348"/>
              <a:gd name="connsiteX2243" fmla="*/ 186917 w 3286198"/>
              <a:gd name="connsiteY2243" fmla="*/ 349837 h 765348"/>
              <a:gd name="connsiteX2244" fmla="*/ 104825 w 3286198"/>
              <a:gd name="connsiteY2244" fmla="*/ 506443 h 765348"/>
              <a:gd name="connsiteX2245" fmla="*/ 112403 w 3286198"/>
              <a:gd name="connsiteY2245" fmla="*/ 502654 h 765348"/>
              <a:gd name="connsiteX2246" fmla="*/ 107351 w 3286198"/>
              <a:gd name="connsiteY2246" fmla="*/ 502654 h 765348"/>
              <a:gd name="connsiteX2247" fmla="*/ 104825 w 3286198"/>
              <a:gd name="connsiteY2247" fmla="*/ 506443 h 765348"/>
              <a:gd name="connsiteX2248" fmla="*/ 101036 w 3286198"/>
              <a:gd name="connsiteY2248" fmla="*/ 515284 h 765348"/>
              <a:gd name="connsiteX2249" fmla="*/ 111140 w 3286198"/>
              <a:gd name="connsiteY2249" fmla="*/ 510232 h 765348"/>
              <a:gd name="connsiteX2250" fmla="*/ 104825 w 3286198"/>
              <a:gd name="connsiteY2250" fmla="*/ 511495 h 765348"/>
              <a:gd name="connsiteX2251" fmla="*/ 101036 w 3286198"/>
              <a:gd name="connsiteY2251" fmla="*/ 515284 h 765348"/>
              <a:gd name="connsiteX2252" fmla="*/ 102299 w 3286198"/>
              <a:gd name="connsiteY2252" fmla="*/ 520336 h 765348"/>
              <a:gd name="connsiteX2253" fmla="*/ 113666 w 3286198"/>
              <a:gd name="connsiteY2253" fmla="*/ 516547 h 765348"/>
              <a:gd name="connsiteX2254" fmla="*/ 107351 w 3286198"/>
              <a:gd name="connsiteY2254" fmla="*/ 516547 h 765348"/>
              <a:gd name="connsiteX2255" fmla="*/ 102299 w 3286198"/>
              <a:gd name="connsiteY2255" fmla="*/ 520336 h 765348"/>
              <a:gd name="connsiteX2256" fmla="*/ 103562 w 3286198"/>
              <a:gd name="connsiteY2256" fmla="*/ 524125 h 765348"/>
              <a:gd name="connsiteX2257" fmla="*/ 113666 w 3286198"/>
              <a:gd name="connsiteY2257" fmla="*/ 520336 h 765348"/>
              <a:gd name="connsiteX2258" fmla="*/ 107351 w 3286198"/>
              <a:gd name="connsiteY2258" fmla="*/ 520336 h 765348"/>
              <a:gd name="connsiteX2259" fmla="*/ 103562 w 3286198"/>
              <a:gd name="connsiteY2259" fmla="*/ 524125 h 765348"/>
              <a:gd name="connsiteX2260" fmla="*/ 104825 w 3286198"/>
              <a:gd name="connsiteY2260" fmla="*/ 529176 h 765348"/>
              <a:gd name="connsiteX2261" fmla="*/ 112403 w 3286198"/>
              <a:gd name="connsiteY2261" fmla="*/ 525388 h 765348"/>
              <a:gd name="connsiteX2262" fmla="*/ 107351 w 3286198"/>
              <a:gd name="connsiteY2262" fmla="*/ 525388 h 765348"/>
              <a:gd name="connsiteX2263" fmla="*/ 104825 w 3286198"/>
              <a:gd name="connsiteY2263" fmla="*/ 529176 h 765348"/>
              <a:gd name="connsiteX2264" fmla="*/ 109877 w 3286198"/>
              <a:gd name="connsiteY2264" fmla="*/ 539280 h 765348"/>
              <a:gd name="connsiteX2265" fmla="*/ 119980 w 3286198"/>
              <a:gd name="connsiteY2265" fmla="*/ 535491 h 765348"/>
              <a:gd name="connsiteX2266" fmla="*/ 114929 w 3286198"/>
              <a:gd name="connsiteY2266" fmla="*/ 535491 h 765348"/>
              <a:gd name="connsiteX2267" fmla="*/ 109877 w 3286198"/>
              <a:gd name="connsiteY2267" fmla="*/ 539280 h 765348"/>
              <a:gd name="connsiteX2268" fmla="*/ 111140 w 3286198"/>
              <a:gd name="connsiteY2268" fmla="*/ 544332 h 765348"/>
              <a:gd name="connsiteX2269" fmla="*/ 122506 w 3286198"/>
              <a:gd name="connsiteY2269" fmla="*/ 538017 h 765348"/>
              <a:gd name="connsiteX2270" fmla="*/ 116191 w 3286198"/>
              <a:gd name="connsiteY2270" fmla="*/ 539280 h 765348"/>
              <a:gd name="connsiteX2271" fmla="*/ 111140 w 3286198"/>
              <a:gd name="connsiteY2271" fmla="*/ 544332 h 765348"/>
              <a:gd name="connsiteX2272" fmla="*/ 113666 w 3286198"/>
              <a:gd name="connsiteY2272" fmla="*/ 546858 h 765348"/>
              <a:gd name="connsiteX2273" fmla="*/ 119980 w 3286198"/>
              <a:gd name="connsiteY2273" fmla="*/ 545595 h 765348"/>
              <a:gd name="connsiteX2274" fmla="*/ 116191 w 3286198"/>
              <a:gd name="connsiteY2274" fmla="*/ 545595 h 765348"/>
              <a:gd name="connsiteX2275" fmla="*/ 113666 w 3286198"/>
              <a:gd name="connsiteY2275" fmla="*/ 546858 h 765348"/>
              <a:gd name="connsiteX2276" fmla="*/ 131347 w 3286198"/>
              <a:gd name="connsiteY2276" fmla="*/ 623898 h 765348"/>
              <a:gd name="connsiteX2277" fmla="*/ 135136 w 3286198"/>
              <a:gd name="connsiteY2277" fmla="*/ 626424 h 765348"/>
              <a:gd name="connsiteX2278" fmla="*/ 130084 w 3286198"/>
              <a:gd name="connsiteY2278" fmla="*/ 620109 h 765348"/>
              <a:gd name="connsiteX2279" fmla="*/ 135136 w 3286198"/>
              <a:gd name="connsiteY2279" fmla="*/ 621372 h 765348"/>
              <a:gd name="connsiteX2280" fmla="*/ 130084 w 3286198"/>
              <a:gd name="connsiteY2280" fmla="*/ 615057 h 765348"/>
              <a:gd name="connsiteX2281" fmla="*/ 132610 w 3286198"/>
              <a:gd name="connsiteY2281" fmla="*/ 615057 h 765348"/>
              <a:gd name="connsiteX2282" fmla="*/ 126295 w 3286198"/>
              <a:gd name="connsiteY2282" fmla="*/ 612531 h 765348"/>
              <a:gd name="connsiteX2283" fmla="*/ 127558 w 3286198"/>
              <a:gd name="connsiteY2283" fmla="*/ 623898 h 765348"/>
              <a:gd name="connsiteX2284" fmla="*/ 133873 w 3286198"/>
              <a:gd name="connsiteY2284" fmla="*/ 626424 h 765348"/>
              <a:gd name="connsiteX2285" fmla="*/ 131347 w 3286198"/>
              <a:gd name="connsiteY2285" fmla="*/ 623898 h 765348"/>
              <a:gd name="connsiteX2286" fmla="*/ 137662 w 3286198"/>
              <a:gd name="connsiteY2286" fmla="*/ 621372 h 765348"/>
              <a:gd name="connsiteX2287" fmla="*/ 138925 w 3286198"/>
              <a:gd name="connsiteY2287" fmla="*/ 617583 h 765348"/>
              <a:gd name="connsiteX2288" fmla="*/ 136399 w 3286198"/>
              <a:gd name="connsiteY2288" fmla="*/ 615057 h 765348"/>
              <a:gd name="connsiteX2289" fmla="*/ 135136 w 3286198"/>
              <a:gd name="connsiteY2289" fmla="*/ 618846 h 765348"/>
              <a:gd name="connsiteX2290" fmla="*/ 137662 w 3286198"/>
              <a:gd name="connsiteY2290" fmla="*/ 621372 h 765348"/>
              <a:gd name="connsiteX2291" fmla="*/ 135136 w 3286198"/>
              <a:gd name="connsiteY2291" fmla="*/ 602428 h 765348"/>
              <a:gd name="connsiteX2292" fmla="*/ 130084 w 3286198"/>
              <a:gd name="connsiteY2292" fmla="*/ 594850 h 765348"/>
              <a:gd name="connsiteX2293" fmla="*/ 123769 w 3286198"/>
              <a:gd name="connsiteY2293" fmla="*/ 589798 h 765348"/>
              <a:gd name="connsiteX2294" fmla="*/ 126295 w 3286198"/>
              <a:gd name="connsiteY2294" fmla="*/ 602428 h 765348"/>
              <a:gd name="connsiteX2295" fmla="*/ 131347 w 3286198"/>
              <a:gd name="connsiteY2295" fmla="*/ 610005 h 765348"/>
              <a:gd name="connsiteX2296" fmla="*/ 135136 w 3286198"/>
              <a:gd name="connsiteY2296" fmla="*/ 602428 h 765348"/>
              <a:gd name="connsiteX2297" fmla="*/ 131347 w 3286198"/>
              <a:gd name="connsiteY2297" fmla="*/ 545595 h 765348"/>
              <a:gd name="connsiteX2298" fmla="*/ 136399 w 3286198"/>
              <a:gd name="connsiteY2298" fmla="*/ 545595 h 765348"/>
              <a:gd name="connsiteX2299" fmla="*/ 146502 w 3286198"/>
              <a:gd name="connsiteY2299" fmla="*/ 529176 h 765348"/>
              <a:gd name="connsiteX2300" fmla="*/ 143976 w 3286198"/>
              <a:gd name="connsiteY2300" fmla="*/ 524125 h 765348"/>
              <a:gd name="connsiteX2301" fmla="*/ 133873 w 3286198"/>
              <a:gd name="connsiteY2301" fmla="*/ 538017 h 765348"/>
              <a:gd name="connsiteX2302" fmla="*/ 138925 w 3286198"/>
              <a:gd name="connsiteY2302" fmla="*/ 522862 h 765348"/>
              <a:gd name="connsiteX2303" fmla="*/ 146502 w 3286198"/>
              <a:gd name="connsiteY2303" fmla="*/ 502654 h 765348"/>
              <a:gd name="connsiteX2304" fmla="*/ 151554 w 3286198"/>
              <a:gd name="connsiteY2304" fmla="*/ 507706 h 765348"/>
              <a:gd name="connsiteX2305" fmla="*/ 152817 w 3286198"/>
              <a:gd name="connsiteY2305" fmla="*/ 501392 h 765348"/>
              <a:gd name="connsiteX2306" fmla="*/ 155343 w 3286198"/>
              <a:gd name="connsiteY2306" fmla="*/ 508969 h 765348"/>
              <a:gd name="connsiteX2307" fmla="*/ 159132 w 3286198"/>
              <a:gd name="connsiteY2307" fmla="*/ 497603 h 765348"/>
              <a:gd name="connsiteX2308" fmla="*/ 159132 w 3286198"/>
              <a:gd name="connsiteY2308" fmla="*/ 507706 h 765348"/>
              <a:gd name="connsiteX2309" fmla="*/ 164184 w 3286198"/>
              <a:gd name="connsiteY2309" fmla="*/ 498866 h 765348"/>
              <a:gd name="connsiteX2310" fmla="*/ 165447 w 3286198"/>
              <a:gd name="connsiteY2310" fmla="*/ 506443 h 765348"/>
              <a:gd name="connsiteX2311" fmla="*/ 170498 w 3286198"/>
              <a:gd name="connsiteY2311" fmla="*/ 495077 h 765348"/>
              <a:gd name="connsiteX2312" fmla="*/ 173024 w 3286198"/>
              <a:gd name="connsiteY2312" fmla="*/ 501392 h 765348"/>
              <a:gd name="connsiteX2313" fmla="*/ 176813 w 3286198"/>
              <a:gd name="connsiteY2313" fmla="*/ 491288 h 765348"/>
              <a:gd name="connsiteX2314" fmla="*/ 176813 w 3286198"/>
              <a:gd name="connsiteY2314" fmla="*/ 498866 h 765348"/>
              <a:gd name="connsiteX2315" fmla="*/ 179339 w 3286198"/>
              <a:gd name="connsiteY2315" fmla="*/ 493814 h 765348"/>
              <a:gd name="connsiteX2316" fmla="*/ 181865 w 3286198"/>
              <a:gd name="connsiteY2316" fmla="*/ 488762 h 765348"/>
              <a:gd name="connsiteX2317" fmla="*/ 181865 w 3286198"/>
              <a:gd name="connsiteY2317" fmla="*/ 497603 h 765348"/>
              <a:gd name="connsiteX2318" fmla="*/ 186917 w 3286198"/>
              <a:gd name="connsiteY2318" fmla="*/ 487499 h 765348"/>
              <a:gd name="connsiteX2319" fmla="*/ 188180 w 3286198"/>
              <a:gd name="connsiteY2319" fmla="*/ 496340 h 765348"/>
              <a:gd name="connsiteX2320" fmla="*/ 190706 w 3286198"/>
              <a:gd name="connsiteY2320" fmla="*/ 484973 h 765348"/>
              <a:gd name="connsiteX2321" fmla="*/ 191969 w 3286198"/>
              <a:gd name="connsiteY2321" fmla="*/ 493814 h 765348"/>
              <a:gd name="connsiteX2322" fmla="*/ 198283 w 3286198"/>
              <a:gd name="connsiteY2322" fmla="*/ 481184 h 765348"/>
              <a:gd name="connsiteX2323" fmla="*/ 202072 w 3286198"/>
              <a:gd name="connsiteY2323" fmla="*/ 486236 h 765348"/>
              <a:gd name="connsiteX2324" fmla="*/ 210913 w 3286198"/>
              <a:gd name="connsiteY2324" fmla="*/ 474870 h 765348"/>
              <a:gd name="connsiteX2325" fmla="*/ 212176 w 3286198"/>
              <a:gd name="connsiteY2325" fmla="*/ 481184 h 765348"/>
              <a:gd name="connsiteX2326" fmla="*/ 217228 w 3286198"/>
              <a:gd name="connsiteY2326" fmla="*/ 471081 h 765348"/>
              <a:gd name="connsiteX2327" fmla="*/ 219753 w 3286198"/>
              <a:gd name="connsiteY2327" fmla="*/ 474870 h 765348"/>
              <a:gd name="connsiteX2328" fmla="*/ 222279 w 3286198"/>
              <a:gd name="connsiteY2328" fmla="*/ 468555 h 765348"/>
              <a:gd name="connsiteX2329" fmla="*/ 215965 w 3286198"/>
              <a:gd name="connsiteY2329" fmla="*/ 468555 h 765348"/>
              <a:gd name="connsiteX2330" fmla="*/ 185654 w 3286198"/>
              <a:gd name="connsiteY2330" fmla="*/ 477395 h 765348"/>
              <a:gd name="connsiteX2331" fmla="*/ 183128 w 3286198"/>
              <a:gd name="connsiteY2331" fmla="*/ 476132 h 765348"/>
              <a:gd name="connsiteX2332" fmla="*/ 194494 w 3286198"/>
              <a:gd name="connsiteY2332" fmla="*/ 455925 h 765348"/>
              <a:gd name="connsiteX2333" fmla="*/ 194494 w 3286198"/>
              <a:gd name="connsiteY2333" fmla="*/ 457188 h 765348"/>
              <a:gd name="connsiteX2334" fmla="*/ 190706 w 3286198"/>
              <a:gd name="connsiteY2334" fmla="*/ 472344 h 765348"/>
              <a:gd name="connsiteX2335" fmla="*/ 198283 w 3286198"/>
              <a:gd name="connsiteY2335" fmla="*/ 454662 h 765348"/>
              <a:gd name="connsiteX2336" fmla="*/ 202072 w 3286198"/>
              <a:gd name="connsiteY2336" fmla="*/ 453399 h 765348"/>
              <a:gd name="connsiteX2337" fmla="*/ 198283 w 3286198"/>
              <a:gd name="connsiteY2337" fmla="*/ 462240 h 765348"/>
              <a:gd name="connsiteX2338" fmla="*/ 194494 w 3286198"/>
              <a:gd name="connsiteY2338" fmla="*/ 472344 h 765348"/>
              <a:gd name="connsiteX2339" fmla="*/ 207124 w 3286198"/>
              <a:gd name="connsiteY2339" fmla="*/ 448348 h 765348"/>
              <a:gd name="connsiteX2340" fmla="*/ 199546 w 3286198"/>
              <a:gd name="connsiteY2340" fmla="*/ 469818 h 765348"/>
              <a:gd name="connsiteX2341" fmla="*/ 200809 w 3286198"/>
              <a:gd name="connsiteY2341" fmla="*/ 469818 h 765348"/>
              <a:gd name="connsiteX2342" fmla="*/ 210913 w 3286198"/>
              <a:gd name="connsiteY2342" fmla="*/ 445822 h 765348"/>
              <a:gd name="connsiteX2343" fmla="*/ 212176 w 3286198"/>
              <a:gd name="connsiteY2343" fmla="*/ 445822 h 765348"/>
              <a:gd name="connsiteX2344" fmla="*/ 207124 w 3286198"/>
              <a:gd name="connsiteY2344" fmla="*/ 462240 h 765348"/>
              <a:gd name="connsiteX2345" fmla="*/ 208387 w 3286198"/>
              <a:gd name="connsiteY2345" fmla="*/ 467292 h 765348"/>
              <a:gd name="connsiteX2346" fmla="*/ 217228 w 3286198"/>
              <a:gd name="connsiteY2346" fmla="*/ 443296 h 765348"/>
              <a:gd name="connsiteX2347" fmla="*/ 214702 w 3286198"/>
              <a:gd name="connsiteY2347" fmla="*/ 455925 h 765348"/>
              <a:gd name="connsiteX2348" fmla="*/ 217228 w 3286198"/>
              <a:gd name="connsiteY2348" fmla="*/ 455925 h 765348"/>
              <a:gd name="connsiteX2349" fmla="*/ 222279 w 3286198"/>
              <a:gd name="connsiteY2349" fmla="*/ 440770 h 765348"/>
              <a:gd name="connsiteX2350" fmla="*/ 219753 w 3286198"/>
              <a:gd name="connsiteY2350" fmla="*/ 455925 h 765348"/>
              <a:gd name="connsiteX2351" fmla="*/ 226068 w 3286198"/>
              <a:gd name="connsiteY2351" fmla="*/ 433192 h 765348"/>
              <a:gd name="connsiteX2352" fmla="*/ 227331 w 3286198"/>
              <a:gd name="connsiteY2352" fmla="*/ 433192 h 765348"/>
              <a:gd name="connsiteX2353" fmla="*/ 226068 w 3286198"/>
              <a:gd name="connsiteY2353" fmla="*/ 447085 h 765348"/>
              <a:gd name="connsiteX2354" fmla="*/ 228594 w 3286198"/>
              <a:gd name="connsiteY2354" fmla="*/ 445822 h 765348"/>
              <a:gd name="connsiteX2355" fmla="*/ 233646 w 3286198"/>
              <a:gd name="connsiteY2355" fmla="*/ 420563 h 765348"/>
              <a:gd name="connsiteX2356" fmla="*/ 234909 w 3286198"/>
              <a:gd name="connsiteY2356" fmla="*/ 419300 h 765348"/>
              <a:gd name="connsiteX2357" fmla="*/ 231120 w 3286198"/>
              <a:gd name="connsiteY2357" fmla="*/ 447085 h 765348"/>
              <a:gd name="connsiteX2358" fmla="*/ 238698 w 3286198"/>
              <a:gd name="connsiteY2358" fmla="*/ 416774 h 765348"/>
              <a:gd name="connsiteX2359" fmla="*/ 241224 w 3286198"/>
              <a:gd name="connsiteY2359" fmla="*/ 412985 h 765348"/>
              <a:gd name="connsiteX2360" fmla="*/ 236172 w 3286198"/>
              <a:gd name="connsiteY2360" fmla="*/ 440770 h 765348"/>
              <a:gd name="connsiteX2361" fmla="*/ 238698 w 3286198"/>
              <a:gd name="connsiteY2361" fmla="*/ 440770 h 765348"/>
              <a:gd name="connsiteX2362" fmla="*/ 245012 w 3286198"/>
              <a:gd name="connsiteY2362" fmla="*/ 406670 h 765348"/>
              <a:gd name="connsiteX2363" fmla="*/ 243750 w 3286198"/>
              <a:gd name="connsiteY2363" fmla="*/ 434455 h 765348"/>
              <a:gd name="connsiteX2364" fmla="*/ 245012 w 3286198"/>
              <a:gd name="connsiteY2364" fmla="*/ 433192 h 765348"/>
              <a:gd name="connsiteX2365" fmla="*/ 250064 w 3286198"/>
              <a:gd name="connsiteY2365" fmla="*/ 387726 h 765348"/>
              <a:gd name="connsiteX2366" fmla="*/ 251327 w 3286198"/>
              <a:gd name="connsiteY2366" fmla="*/ 371308 h 765348"/>
              <a:gd name="connsiteX2367" fmla="*/ 248801 w 3286198"/>
              <a:gd name="connsiteY2367" fmla="*/ 364993 h 765348"/>
              <a:gd name="connsiteX2368" fmla="*/ 221016 w 3286198"/>
              <a:gd name="connsiteY2368" fmla="*/ 373833 h 765348"/>
              <a:gd name="connsiteX2369" fmla="*/ 221016 w 3286198"/>
              <a:gd name="connsiteY2369" fmla="*/ 372571 h 765348"/>
              <a:gd name="connsiteX2370" fmla="*/ 251327 w 3286198"/>
              <a:gd name="connsiteY2370" fmla="*/ 363730 h 765348"/>
              <a:gd name="connsiteX2371" fmla="*/ 252590 w 3286198"/>
              <a:gd name="connsiteY2371" fmla="*/ 361204 h 765348"/>
              <a:gd name="connsiteX2372" fmla="*/ 212176 w 3286198"/>
              <a:gd name="connsiteY2372" fmla="*/ 375096 h 765348"/>
              <a:gd name="connsiteX2373" fmla="*/ 210913 w 3286198"/>
              <a:gd name="connsiteY2373" fmla="*/ 373833 h 765348"/>
              <a:gd name="connsiteX2374" fmla="*/ 251327 w 3286198"/>
              <a:gd name="connsiteY2374" fmla="*/ 357415 h 765348"/>
              <a:gd name="connsiteX2375" fmla="*/ 252590 w 3286198"/>
              <a:gd name="connsiteY2375" fmla="*/ 356152 h 765348"/>
              <a:gd name="connsiteX2376" fmla="*/ 226068 w 3286198"/>
              <a:gd name="connsiteY2376" fmla="*/ 358678 h 765348"/>
              <a:gd name="connsiteX2377" fmla="*/ 189443 w 3286198"/>
              <a:gd name="connsiteY2377" fmla="*/ 424351 h 765348"/>
              <a:gd name="connsiteX2378" fmla="*/ 188180 w 3286198"/>
              <a:gd name="connsiteY2378" fmla="*/ 425614 h 765348"/>
              <a:gd name="connsiteX2379" fmla="*/ 222279 w 3286198"/>
              <a:gd name="connsiteY2379" fmla="*/ 358678 h 765348"/>
              <a:gd name="connsiteX2380" fmla="*/ 222279 w 3286198"/>
              <a:gd name="connsiteY2380" fmla="*/ 356152 h 765348"/>
              <a:gd name="connsiteX2381" fmla="*/ 191969 w 3286198"/>
              <a:gd name="connsiteY2381" fmla="*/ 385200 h 765348"/>
              <a:gd name="connsiteX2382" fmla="*/ 181865 w 3286198"/>
              <a:gd name="connsiteY2382" fmla="*/ 459714 h 765348"/>
              <a:gd name="connsiteX2383" fmla="*/ 179339 w 3286198"/>
              <a:gd name="connsiteY2383" fmla="*/ 472344 h 765348"/>
              <a:gd name="connsiteX2384" fmla="*/ 178076 w 3286198"/>
              <a:gd name="connsiteY2384" fmla="*/ 472344 h 765348"/>
              <a:gd name="connsiteX2385" fmla="*/ 180602 w 3286198"/>
              <a:gd name="connsiteY2385" fmla="*/ 463503 h 765348"/>
              <a:gd name="connsiteX2386" fmla="*/ 183128 w 3286198"/>
              <a:gd name="connsiteY2386" fmla="*/ 400355 h 765348"/>
              <a:gd name="connsiteX2387" fmla="*/ 204598 w 3286198"/>
              <a:gd name="connsiteY2387" fmla="*/ 361204 h 765348"/>
              <a:gd name="connsiteX2388" fmla="*/ 204598 w 3286198"/>
              <a:gd name="connsiteY2388" fmla="*/ 358678 h 765348"/>
              <a:gd name="connsiteX2389" fmla="*/ 197020 w 3286198"/>
              <a:gd name="connsiteY2389" fmla="*/ 363730 h 765348"/>
              <a:gd name="connsiteX2390" fmla="*/ 191969 w 3286198"/>
              <a:gd name="connsiteY2390" fmla="*/ 371308 h 765348"/>
              <a:gd name="connsiteX2391" fmla="*/ 178076 w 3286198"/>
              <a:gd name="connsiteY2391" fmla="*/ 402881 h 765348"/>
              <a:gd name="connsiteX2392" fmla="*/ 176813 w 3286198"/>
              <a:gd name="connsiteY2392" fmla="*/ 466029 h 765348"/>
              <a:gd name="connsiteX2393" fmla="*/ 175550 w 3286198"/>
              <a:gd name="connsiteY2393" fmla="*/ 468555 h 765348"/>
              <a:gd name="connsiteX2394" fmla="*/ 175550 w 3286198"/>
              <a:gd name="connsiteY2394" fmla="*/ 439507 h 765348"/>
              <a:gd name="connsiteX2395" fmla="*/ 212176 w 3286198"/>
              <a:gd name="connsiteY2395" fmla="*/ 352363 h 765348"/>
              <a:gd name="connsiteX2396" fmla="*/ 213439 w 3286198"/>
              <a:gd name="connsiteY2396" fmla="*/ 349837 h 765348"/>
              <a:gd name="connsiteX2397" fmla="*/ 169235 w 3286198"/>
              <a:gd name="connsiteY2397" fmla="*/ 458451 h 765348"/>
              <a:gd name="connsiteX2398" fmla="*/ 150291 w 3286198"/>
              <a:gd name="connsiteY2398" fmla="*/ 495077 h 765348"/>
              <a:gd name="connsiteX2399" fmla="*/ 137662 w 3286198"/>
              <a:gd name="connsiteY2399" fmla="*/ 511495 h 765348"/>
              <a:gd name="connsiteX2400" fmla="*/ 113666 w 3286198"/>
              <a:gd name="connsiteY2400" fmla="*/ 570854 h 765348"/>
              <a:gd name="connsiteX2401" fmla="*/ 119980 w 3286198"/>
              <a:gd name="connsiteY2401" fmla="*/ 574643 h 765348"/>
              <a:gd name="connsiteX2402" fmla="*/ 127558 w 3286198"/>
              <a:gd name="connsiteY2402" fmla="*/ 567065 h 765348"/>
              <a:gd name="connsiteX2403" fmla="*/ 130084 w 3286198"/>
              <a:gd name="connsiteY2403" fmla="*/ 565802 h 765348"/>
              <a:gd name="connsiteX2404" fmla="*/ 130084 w 3286198"/>
              <a:gd name="connsiteY2404" fmla="*/ 560750 h 765348"/>
              <a:gd name="connsiteX2405" fmla="*/ 132610 w 3286198"/>
              <a:gd name="connsiteY2405" fmla="*/ 560750 h 765348"/>
              <a:gd name="connsiteX2406" fmla="*/ 132610 w 3286198"/>
              <a:gd name="connsiteY2406" fmla="*/ 556961 h 765348"/>
              <a:gd name="connsiteX2407" fmla="*/ 135136 w 3286198"/>
              <a:gd name="connsiteY2407" fmla="*/ 554435 h 765348"/>
              <a:gd name="connsiteX2408" fmla="*/ 132610 w 3286198"/>
              <a:gd name="connsiteY2408" fmla="*/ 549384 h 765348"/>
              <a:gd name="connsiteX2409" fmla="*/ 122506 w 3286198"/>
              <a:gd name="connsiteY2409" fmla="*/ 565802 h 765348"/>
              <a:gd name="connsiteX2410" fmla="*/ 131347 w 3286198"/>
              <a:gd name="connsiteY2410" fmla="*/ 545595 h 765348"/>
              <a:gd name="connsiteX2411" fmla="*/ 247538 w 3286198"/>
              <a:gd name="connsiteY2411" fmla="*/ 449610 h 765348"/>
              <a:gd name="connsiteX2412" fmla="*/ 245012 w 3286198"/>
              <a:gd name="connsiteY2412" fmla="*/ 449610 h 765348"/>
              <a:gd name="connsiteX2413" fmla="*/ 245012 w 3286198"/>
              <a:gd name="connsiteY2413" fmla="*/ 454662 h 765348"/>
              <a:gd name="connsiteX2414" fmla="*/ 247538 w 3286198"/>
              <a:gd name="connsiteY2414" fmla="*/ 454662 h 765348"/>
              <a:gd name="connsiteX2415" fmla="*/ 247538 w 3286198"/>
              <a:gd name="connsiteY2415" fmla="*/ 449610 h 765348"/>
              <a:gd name="connsiteX2416" fmla="*/ 243750 w 3286198"/>
              <a:gd name="connsiteY2416" fmla="*/ 457188 h 765348"/>
              <a:gd name="connsiteX2417" fmla="*/ 242487 w 3286198"/>
              <a:gd name="connsiteY2417" fmla="*/ 455925 h 765348"/>
              <a:gd name="connsiteX2418" fmla="*/ 241224 w 3286198"/>
              <a:gd name="connsiteY2418" fmla="*/ 457188 h 765348"/>
              <a:gd name="connsiteX2419" fmla="*/ 242487 w 3286198"/>
              <a:gd name="connsiteY2419" fmla="*/ 458451 h 765348"/>
              <a:gd name="connsiteX2420" fmla="*/ 243750 w 3286198"/>
              <a:gd name="connsiteY2420" fmla="*/ 457188 h 765348"/>
              <a:gd name="connsiteX2421" fmla="*/ 239961 w 3286198"/>
              <a:gd name="connsiteY2421" fmla="*/ 457188 h 765348"/>
              <a:gd name="connsiteX2422" fmla="*/ 237435 w 3286198"/>
              <a:gd name="connsiteY2422" fmla="*/ 457188 h 765348"/>
              <a:gd name="connsiteX2423" fmla="*/ 237435 w 3286198"/>
              <a:gd name="connsiteY2423" fmla="*/ 460977 h 765348"/>
              <a:gd name="connsiteX2424" fmla="*/ 239961 w 3286198"/>
              <a:gd name="connsiteY2424" fmla="*/ 460977 h 765348"/>
              <a:gd name="connsiteX2425" fmla="*/ 239961 w 3286198"/>
              <a:gd name="connsiteY2425" fmla="*/ 457188 h 765348"/>
              <a:gd name="connsiteX2426" fmla="*/ 234909 w 3286198"/>
              <a:gd name="connsiteY2426" fmla="*/ 463503 h 765348"/>
              <a:gd name="connsiteX2427" fmla="*/ 233646 w 3286198"/>
              <a:gd name="connsiteY2427" fmla="*/ 462240 h 765348"/>
              <a:gd name="connsiteX2428" fmla="*/ 232383 w 3286198"/>
              <a:gd name="connsiteY2428" fmla="*/ 463503 h 765348"/>
              <a:gd name="connsiteX2429" fmla="*/ 233646 w 3286198"/>
              <a:gd name="connsiteY2429" fmla="*/ 464766 h 765348"/>
              <a:gd name="connsiteX2430" fmla="*/ 234909 w 3286198"/>
              <a:gd name="connsiteY2430" fmla="*/ 463503 h 765348"/>
              <a:gd name="connsiteX2431" fmla="*/ 231120 w 3286198"/>
              <a:gd name="connsiteY2431" fmla="*/ 463503 h 765348"/>
              <a:gd name="connsiteX2432" fmla="*/ 229857 w 3286198"/>
              <a:gd name="connsiteY2432" fmla="*/ 463503 h 765348"/>
              <a:gd name="connsiteX2433" fmla="*/ 229857 w 3286198"/>
              <a:gd name="connsiteY2433" fmla="*/ 467292 h 765348"/>
              <a:gd name="connsiteX2434" fmla="*/ 232383 w 3286198"/>
              <a:gd name="connsiteY2434" fmla="*/ 467292 h 765348"/>
              <a:gd name="connsiteX2435" fmla="*/ 232383 w 3286198"/>
              <a:gd name="connsiteY2435" fmla="*/ 463503 h 765348"/>
              <a:gd name="connsiteX2436" fmla="*/ 226068 w 3286198"/>
              <a:gd name="connsiteY2436" fmla="*/ 466029 h 765348"/>
              <a:gd name="connsiteX2437" fmla="*/ 223542 w 3286198"/>
              <a:gd name="connsiteY2437" fmla="*/ 466029 h 765348"/>
              <a:gd name="connsiteX2438" fmla="*/ 223542 w 3286198"/>
              <a:gd name="connsiteY2438" fmla="*/ 469818 h 765348"/>
              <a:gd name="connsiteX2439" fmla="*/ 226068 w 3286198"/>
              <a:gd name="connsiteY2439" fmla="*/ 469818 h 765348"/>
              <a:gd name="connsiteX2440" fmla="*/ 226068 w 3286198"/>
              <a:gd name="connsiteY2440" fmla="*/ 466029 h 765348"/>
              <a:gd name="connsiteX2441" fmla="*/ 214702 w 3286198"/>
              <a:gd name="connsiteY2441" fmla="*/ 459714 h 765348"/>
              <a:gd name="connsiteX2442" fmla="*/ 214702 w 3286198"/>
              <a:gd name="connsiteY2442" fmla="*/ 463503 h 765348"/>
              <a:gd name="connsiteX2443" fmla="*/ 215965 w 3286198"/>
              <a:gd name="connsiteY2443" fmla="*/ 463503 h 765348"/>
              <a:gd name="connsiteX2444" fmla="*/ 217228 w 3286198"/>
              <a:gd name="connsiteY2444" fmla="*/ 459714 h 765348"/>
              <a:gd name="connsiteX2445" fmla="*/ 214702 w 3286198"/>
              <a:gd name="connsiteY2445" fmla="*/ 459714 h 765348"/>
              <a:gd name="connsiteX2446" fmla="*/ 142713 w 3286198"/>
              <a:gd name="connsiteY2446" fmla="*/ 559487 h 765348"/>
              <a:gd name="connsiteX2447" fmla="*/ 152817 w 3286198"/>
              <a:gd name="connsiteY2447" fmla="*/ 549384 h 765348"/>
              <a:gd name="connsiteX2448" fmla="*/ 146502 w 3286198"/>
              <a:gd name="connsiteY2448" fmla="*/ 553172 h 765348"/>
              <a:gd name="connsiteX2449" fmla="*/ 142713 w 3286198"/>
              <a:gd name="connsiteY2449" fmla="*/ 559487 h 765348"/>
              <a:gd name="connsiteX2450" fmla="*/ 167972 w 3286198"/>
              <a:gd name="connsiteY2450" fmla="*/ 553172 h 765348"/>
              <a:gd name="connsiteX2451" fmla="*/ 161658 w 3286198"/>
              <a:gd name="connsiteY2451" fmla="*/ 550647 h 765348"/>
              <a:gd name="connsiteX2452" fmla="*/ 156606 w 3286198"/>
              <a:gd name="connsiteY2452" fmla="*/ 553172 h 765348"/>
              <a:gd name="connsiteX2453" fmla="*/ 159132 w 3286198"/>
              <a:gd name="connsiteY2453" fmla="*/ 553172 h 765348"/>
              <a:gd name="connsiteX2454" fmla="*/ 157869 w 3286198"/>
              <a:gd name="connsiteY2454" fmla="*/ 554435 h 765348"/>
              <a:gd name="connsiteX2455" fmla="*/ 155343 w 3286198"/>
              <a:gd name="connsiteY2455" fmla="*/ 558224 h 765348"/>
              <a:gd name="connsiteX2456" fmla="*/ 161658 w 3286198"/>
              <a:gd name="connsiteY2456" fmla="*/ 553172 h 765348"/>
              <a:gd name="connsiteX2457" fmla="*/ 164184 w 3286198"/>
              <a:gd name="connsiteY2457" fmla="*/ 553172 h 765348"/>
              <a:gd name="connsiteX2458" fmla="*/ 161658 w 3286198"/>
              <a:gd name="connsiteY2458" fmla="*/ 554435 h 765348"/>
              <a:gd name="connsiteX2459" fmla="*/ 159132 w 3286198"/>
              <a:gd name="connsiteY2459" fmla="*/ 559487 h 765348"/>
              <a:gd name="connsiteX2460" fmla="*/ 167972 w 3286198"/>
              <a:gd name="connsiteY2460" fmla="*/ 553172 h 765348"/>
              <a:gd name="connsiteX2461" fmla="*/ 167972 w 3286198"/>
              <a:gd name="connsiteY2461" fmla="*/ 553172 h 765348"/>
              <a:gd name="connsiteX2462" fmla="*/ 173024 w 3286198"/>
              <a:gd name="connsiteY2462" fmla="*/ 602428 h 765348"/>
              <a:gd name="connsiteX2463" fmla="*/ 176813 w 3286198"/>
              <a:gd name="connsiteY2463" fmla="*/ 604953 h 765348"/>
              <a:gd name="connsiteX2464" fmla="*/ 181865 w 3286198"/>
              <a:gd name="connsiteY2464" fmla="*/ 604953 h 765348"/>
              <a:gd name="connsiteX2465" fmla="*/ 178076 w 3286198"/>
              <a:gd name="connsiteY2465" fmla="*/ 602428 h 765348"/>
              <a:gd name="connsiteX2466" fmla="*/ 173024 w 3286198"/>
              <a:gd name="connsiteY2466" fmla="*/ 602428 h 765348"/>
              <a:gd name="connsiteX2467" fmla="*/ 174287 w 3286198"/>
              <a:gd name="connsiteY2467" fmla="*/ 606216 h 765348"/>
              <a:gd name="connsiteX2468" fmla="*/ 178076 w 3286198"/>
              <a:gd name="connsiteY2468" fmla="*/ 607479 h 765348"/>
              <a:gd name="connsiteX2469" fmla="*/ 181865 w 3286198"/>
              <a:gd name="connsiteY2469" fmla="*/ 607479 h 765348"/>
              <a:gd name="connsiteX2470" fmla="*/ 178076 w 3286198"/>
              <a:gd name="connsiteY2470" fmla="*/ 606216 h 765348"/>
              <a:gd name="connsiteX2471" fmla="*/ 174287 w 3286198"/>
              <a:gd name="connsiteY2471" fmla="*/ 606216 h 765348"/>
              <a:gd name="connsiteX2472" fmla="*/ 179339 w 3286198"/>
              <a:gd name="connsiteY2472" fmla="*/ 611268 h 765348"/>
              <a:gd name="connsiteX2473" fmla="*/ 183128 w 3286198"/>
              <a:gd name="connsiteY2473" fmla="*/ 611268 h 765348"/>
              <a:gd name="connsiteX2474" fmla="*/ 180602 w 3286198"/>
              <a:gd name="connsiteY2474" fmla="*/ 610005 h 765348"/>
              <a:gd name="connsiteX2475" fmla="*/ 178076 w 3286198"/>
              <a:gd name="connsiteY2475" fmla="*/ 610005 h 765348"/>
              <a:gd name="connsiteX2476" fmla="*/ 179339 w 3286198"/>
              <a:gd name="connsiteY2476" fmla="*/ 611268 h 765348"/>
              <a:gd name="connsiteX2477" fmla="*/ 185654 w 3286198"/>
              <a:gd name="connsiteY2477" fmla="*/ 582220 h 765348"/>
              <a:gd name="connsiteX2478" fmla="*/ 185654 w 3286198"/>
              <a:gd name="connsiteY2478" fmla="*/ 569591 h 765348"/>
              <a:gd name="connsiteX2479" fmla="*/ 178076 w 3286198"/>
              <a:gd name="connsiteY2479" fmla="*/ 577169 h 765348"/>
              <a:gd name="connsiteX2480" fmla="*/ 178076 w 3286198"/>
              <a:gd name="connsiteY2480" fmla="*/ 589798 h 765348"/>
              <a:gd name="connsiteX2481" fmla="*/ 179339 w 3286198"/>
              <a:gd name="connsiteY2481" fmla="*/ 582220 h 765348"/>
              <a:gd name="connsiteX2482" fmla="*/ 183128 w 3286198"/>
              <a:gd name="connsiteY2482" fmla="*/ 586009 h 765348"/>
              <a:gd name="connsiteX2483" fmla="*/ 181865 w 3286198"/>
              <a:gd name="connsiteY2483" fmla="*/ 578431 h 765348"/>
              <a:gd name="connsiteX2484" fmla="*/ 185654 w 3286198"/>
              <a:gd name="connsiteY2484" fmla="*/ 582220 h 765348"/>
              <a:gd name="connsiteX2485" fmla="*/ 189443 w 3286198"/>
              <a:gd name="connsiteY2485" fmla="*/ 556961 h 765348"/>
              <a:gd name="connsiteX2486" fmla="*/ 181865 w 3286198"/>
              <a:gd name="connsiteY2486" fmla="*/ 554435 h 765348"/>
              <a:gd name="connsiteX2487" fmla="*/ 175550 w 3286198"/>
              <a:gd name="connsiteY2487" fmla="*/ 558224 h 765348"/>
              <a:gd name="connsiteX2488" fmla="*/ 174287 w 3286198"/>
              <a:gd name="connsiteY2488" fmla="*/ 560750 h 765348"/>
              <a:gd name="connsiteX2489" fmla="*/ 179339 w 3286198"/>
              <a:gd name="connsiteY2489" fmla="*/ 556961 h 765348"/>
              <a:gd name="connsiteX2490" fmla="*/ 180602 w 3286198"/>
              <a:gd name="connsiteY2490" fmla="*/ 556961 h 765348"/>
              <a:gd name="connsiteX2491" fmla="*/ 179339 w 3286198"/>
              <a:gd name="connsiteY2491" fmla="*/ 558224 h 765348"/>
              <a:gd name="connsiteX2492" fmla="*/ 176813 w 3286198"/>
              <a:gd name="connsiteY2492" fmla="*/ 562013 h 765348"/>
              <a:gd name="connsiteX2493" fmla="*/ 183128 w 3286198"/>
              <a:gd name="connsiteY2493" fmla="*/ 556961 h 765348"/>
              <a:gd name="connsiteX2494" fmla="*/ 185654 w 3286198"/>
              <a:gd name="connsiteY2494" fmla="*/ 556961 h 765348"/>
              <a:gd name="connsiteX2495" fmla="*/ 184391 w 3286198"/>
              <a:gd name="connsiteY2495" fmla="*/ 558224 h 765348"/>
              <a:gd name="connsiteX2496" fmla="*/ 181865 w 3286198"/>
              <a:gd name="connsiteY2496" fmla="*/ 563276 h 765348"/>
              <a:gd name="connsiteX2497" fmla="*/ 189443 w 3286198"/>
              <a:gd name="connsiteY2497" fmla="*/ 556961 h 765348"/>
              <a:gd name="connsiteX2498" fmla="*/ 173024 w 3286198"/>
              <a:gd name="connsiteY2498" fmla="*/ 551910 h 765348"/>
              <a:gd name="connsiteX2499" fmla="*/ 191969 w 3286198"/>
              <a:gd name="connsiteY2499" fmla="*/ 553172 h 765348"/>
              <a:gd name="connsiteX2500" fmla="*/ 215965 w 3286198"/>
              <a:gd name="connsiteY2500" fmla="*/ 549384 h 765348"/>
              <a:gd name="connsiteX2501" fmla="*/ 245012 w 3286198"/>
              <a:gd name="connsiteY2501" fmla="*/ 543069 h 765348"/>
              <a:gd name="connsiteX2502" fmla="*/ 232383 w 3286198"/>
              <a:gd name="connsiteY2502" fmla="*/ 529176 h 765348"/>
              <a:gd name="connsiteX2503" fmla="*/ 231120 w 3286198"/>
              <a:gd name="connsiteY2503" fmla="*/ 511495 h 765348"/>
              <a:gd name="connsiteX2504" fmla="*/ 241224 w 3286198"/>
              <a:gd name="connsiteY2504" fmla="*/ 500129 h 765348"/>
              <a:gd name="connsiteX2505" fmla="*/ 237435 w 3286198"/>
              <a:gd name="connsiteY2505" fmla="*/ 491288 h 765348"/>
              <a:gd name="connsiteX2506" fmla="*/ 179339 w 3286198"/>
              <a:gd name="connsiteY2506" fmla="*/ 514021 h 765348"/>
              <a:gd name="connsiteX2507" fmla="*/ 145239 w 3286198"/>
              <a:gd name="connsiteY2507" fmla="*/ 544332 h 765348"/>
              <a:gd name="connsiteX2508" fmla="*/ 156606 w 3286198"/>
              <a:gd name="connsiteY2508" fmla="*/ 550647 h 765348"/>
              <a:gd name="connsiteX2509" fmla="*/ 173024 w 3286198"/>
              <a:gd name="connsiteY2509" fmla="*/ 551910 h 765348"/>
              <a:gd name="connsiteX2510" fmla="*/ 219753 w 3286198"/>
              <a:gd name="connsiteY2510" fmla="*/ 596113 h 765348"/>
              <a:gd name="connsiteX2511" fmla="*/ 218490 w 3286198"/>
              <a:gd name="connsiteY2511" fmla="*/ 594850 h 765348"/>
              <a:gd name="connsiteX2512" fmla="*/ 219753 w 3286198"/>
              <a:gd name="connsiteY2512" fmla="*/ 596113 h 765348"/>
              <a:gd name="connsiteX2513" fmla="*/ 221016 w 3286198"/>
              <a:gd name="connsiteY2513" fmla="*/ 598639 h 765348"/>
              <a:gd name="connsiteX2514" fmla="*/ 219753 w 3286198"/>
              <a:gd name="connsiteY2514" fmla="*/ 596113 h 765348"/>
              <a:gd name="connsiteX2515" fmla="*/ 203335 w 3286198"/>
              <a:gd name="connsiteY2515" fmla="*/ 602428 h 765348"/>
              <a:gd name="connsiteX2516" fmla="*/ 204598 w 3286198"/>
              <a:gd name="connsiteY2516" fmla="*/ 593587 h 765348"/>
              <a:gd name="connsiteX2517" fmla="*/ 203335 w 3286198"/>
              <a:gd name="connsiteY2517" fmla="*/ 602428 h 765348"/>
              <a:gd name="connsiteX2518" fmla="*/ 210913 w 3286198"/>
              <a:gd name="connsiteY2518" fmla="*/ 553172 h 765348"/>
              <a:gd name="connsiteX2519" fmla="*/ 200809 w 3286198"/>
              <a:gd name="connsiteY2519" fmla="*/ 551910 h 765348"/>
              <a:gd name="connsiteX2520" fmla="*/ 193231 w 3286198"/>
              <a:gd name="connsiteY2520" fmla="*/ 556961 h 765348"/>
              <a:gd name="connsiteX2521" fmla="*/ 193231 w 3286198"/>
              <a:gd name="connsiteY2521" fmla="*/ 556961 h 765348"/>
              <a:gd name="connsiteX2522" fmla="*/ 193231 w 3286198"/>
              <a:gd name="connsiteY2522" fmla="*/ 556961 h 765348"/>
              <a:gd name="connsiteX2523" fmla="*/ 193231 w 3286198"/>
              <a:gd name="connsiteY2523" fmla="*/ 556961 h 765348"/>
              <a:gd name="connsiteX2524" fmla="*/ 193231 w 3286198"/>
              <a:gd name="connsiteY2524" fmla="*/ 558224 h 765348"/>
              <a:gd name="connsiteX2525" fmla="*/ 193231 w 3286198"/>
              <a:gd name="connsiteY2525" fmla="*/ 564539 h 765348"/>
              <a:gd name="connsiteX2526" fmla="*/ 195757 w 3286198"/>
              <a:gd name="connsiteY2526" fmla="*/ 555698 h 765348"/>
              <a:gd name="connsiteX2527" fmla="*/ 197020 w 3286198"/>
              <a:gd name="connsiteY2527" fmla="*/ 562013 h 765348"/>
              <a:gd name="connsiteX2528" fmla="*/ 198283 w 3286198"/>
              <a:gd name="connsiteY2528" fmla="*/ 556961 h 765348"/>
              <a:gd name="connsiteX2529" fmla="*/ 198283 w 3286198"/>
              <a:gd name="connsiteY2529" fmla="*/ 556961 h 765348"/>
              <a:gd name="connsiteX2530" fmla="*/ 202072 w 3286198"/>
              <a:gd name="connsiteY2530" fmla="*/ 565802 h 765348"/>
              <a:gd name="connsiteX2531" fmla="*/ 202072 w 3286198"/>
              <a:gd name="connsiteY2531" fmla="*/ 555698 h 765348"/>
              <a:gd name="connsiteX2532" fmla="*/ 203335 w 3286198"/>
              <a:gd name="connsiteY2532" fmla="*/ 555698 h 765348"/>
              <a:gd name="connsiteX2533" fmla="*/ 205861 w 3286198"/>
              <a:gd name="connsiteY2533" fmla="*/ 562013 h 765348"/>
              <a:gd name="connsiteX2534" fmla="*/ 205861 w 3286198"/>
              <a:gd name="connsiteY2534" fmla="*/ 554435 h 765348"/>
              <a:gd name="connsiteX2535" fmla="*/ 207124 w 3286198"/>
              <a:gd name="connsiteY2535" fmla="*/ 554435 h 765348"/>
              <a:gd name="connsiteX2536" fmla="*/ 209650 w 3286198"/>
              <a:gd name="connsiteY2536" fmla="*/ 559487 h 765348"/>
              <a:gd name="connsiteX2537" fmla="*/ 209650 w 3286198"/>
              <a:gd name="connsiteY2537" fmla="*/ 554435 h 765348"/>
              <a:gd name="connsiteX2538" fmla="*/ 210913 w 3286198"/>
              <a:gd name="connsiteY2538" fmla="*/ 553172 h 765348"/>
              <a:gd name="connsiteX2539" fmla="*/ 214702 w 3286198"/>
              <a:gd name="connsiteY2539" fmla="*/ 616320 h 765348"/>
              <a:gd name="connsiteX2540" fmla="*/ 214702 w 3286198"/>
              <a:gd name="connsiteY2540" fmla="*/ 611268 h 765348"/>
              <a:gd name="connsiteX2541" fmla="*/ 212176 w 3286198"/>
              <a:gd name="connsiteY2541" fmla="*/ 607479 h 765348"/>
              <a:gd name="connsiteX2542" fmla="*/ 212176 w 3286198"/>
              <a:gd name="connsiteY2542" fmla="*/ 612531 h 765348"/>
              <a:gd name="connsiteX2543" fmla="*/ 214702 w 3286198"/>
              <a:gd name="connsiteY2543" fmla="*/ 616320 h 765348"/>
              <a:gd name="connsiteX2544" fmla="*/ 217228 w 3286198"/>
              <a:gd name="connsiteY2544" fmla="*/ 610005 h 765348"/>
              <a:gd name="connsiteX2545" fmla="*/ 217228 w 3286198"/>
              <a:gd name="connsiteY2545" fmla="*/ 607479 h 765348"/>
              <a:gd name="connsiteX2546" fmla="*/ 214702 w 3286198"/>
              <a:gd name="connsiteY2546" fmla="*/ 604953 h 765348"/>
              <a:gd name="connsiteX2547" fmla="*/ 214702 w 3286198"/>
              <a:gd name="connsiteY2547" fmla="*/ 608742 h 765348"/>
              <a:gd name="connsiteX2548" fmla="*/ 217228 w 3286198"/>
              <a:gd name="connsiteY2548" fmla="*/ 610005 h 765348"/>
              <a:gd name="connsiteX2549" fmla="*/ 221016 w 3286198"/>
              <a:gd name="connsiteY2549" fmla="*/ 604953 h 765348"/>
              <a:gd name="connsiteX2550" fmla="*/ 219753 w 3286198"/>
              <a:gd name="connsiteY2550" fmla="*/ 601165 h 765348"/>
              <a:gd name="connsiteX2551" fmla="*/ 217228 w 3286198"/>
              <a:gd name="connsiteY2551" fmla="*/ 598639 h 765348"/>
              <a:gd name="connsiteX2552" fmla="*/ 218490 w 3286198"/>
              <a:gd name="connsiteY2552" fmla="*/ 602428 h 765348"/>
              <a:gd name="connsiteX2553" fmla="*/ 221016 w 3286198"/>
              <a:gd name="connsiteY2553" fmla="*/ 604953 h 765348"/>
              <a:gd name="connsiteX2554" fmla="*/ 247538 w 3286198"/>
              <a:gd name="connsiteY2554" fmla="*/ 548121 h 765348"/>
              <a:gd name="connsiteX2555" fmla="*/ 231120 w 3286198"/>
              <a:gd name="connsiteY2555" fmla="*/ 543069 h 765348"/>
              <a:gd name="connsiteX2556" fmla="*/ 219753 w 3286198"/>
              <a:gd name="connsiteY2556" fmla="*/ 551910 h 765348"/>
              <a:gd name="connsiteX2557" fmla="*/ 226068 w 3286198"/>
              <a:gd name="connsiteY2557" fmla="*/ 546858 h 765348"/>
              <a:gd name="connsiteX2558" fmla="*/ 224805 w 3286198"/>
              <a:gd name="connsiteY2558" fmla="*/ 551910 h 765348"/>
              <a:gd name="connsiteX2559" fmla="*/ 227331 w 3286198"/>
              <a:gd name="connsiteY2559" fmla="*/ 546858 h 765348"/>
              <a:gd name="connsiteX2560" fmla="*/ 231120 w 3286198"/>
              <a:gd name="connsiteY2560" fmla="*/ 545595 h 765348"/>
              <a:gd name="connsiteX2561" fmla="*/ 229857 w 3286198"/>
              <a:gd name="connsiteY2561" fmla="*/ 546858 h 765348"/>
              <a:gd name="connsiteX2562" fmla="*/ 227331 w 3286198"/>
              <a:gd name="connsiteY2562" fmla="*/ 554435 h 765348"/>
              <a:gd name="connsiteX2563" fmla="*/ 231120 w 3286198"/>
              <a:gd name="connsiteY2563" fmla="*/ 549384 h 765348"/>
              <a:gd name="connsiteX2564" fmla="*/ 232383 w 3286198"/>
              <a:gd name="connsiteY2564" fmla="*/ 546858 h 765348"/>
              <a:gd name="connsiteX2565" fmla="*/ 234909 w 3286198"/>
              <a:gd name="connsiteY2565" fmla="*/ 546858 h 765348"/>
              <a:gd name="connsiteX2566" fmla="*/ 233646 w 3286198"/>
              <a:gd name="connsiteY2566" fmla="*/ 549384 h 765348"/>
              <a:gd name="connsiteX2567" fmla="*/ 229857 w 3286198"/>
              <a:gd name="connsiteY2567" fmla="*/ 554435 h 765348"/>
              <a:gd name="connsiteX2568" fmla="*/ 234909 w 3286198"/>
              <a:gd name="connsiteY2568" fmla="*/ 549384 h 765348"/>
              <a:gd name="connsiteX2569" fmla="*/ 237435 w 3286198"/>
              <a:gd name="connsiteY2569" fmla="*/ 546858 h 765348"/>
              <a:gd name="connsiteX2570" fmla="*/ 238698 w 3286198"/>
              <a:gd name="connsiteY2570" fmla="*/ 546858 h 765348"/>
              <a:gd name="connsiteX2571" fmla="*/ 237435 w 3286198"/>
              <a:gd name="connsiteY2571" fmla="*/ 549384 h 765348"/>
              <a:gd name="connsiteX2572" fmla="*/ 233646 w 3286198"/>
              <a:gd name="connsiteY2572" fmla="*/ 555698 h 765348"/>
              <a:gd name="connsiteX2573" fmla="*/ 238698 w 3286198"/>
              <a:gd name="connsiteY2573" fmla="*/ 550647 h 765348"/>
              <a:gd name="connsiteX2574" fmla="*/ 241224 w 3286198"/>
              <a:gd name="connsiteY2574" fmla="*/ 548121 h 765348"/>
              <a:gd name="connsiteX2575" fmla="*/ 245012 w 3286198"/>
              <a:gd name="connsiteY2575" fmla="*/ 549384 h 765348"/>
              <a:gd name="connsiteX2576" fmla="*/ 243750 w 3286198"/>
              <a:gd name="connsiteY2576" fmla="*/ 553172 h 765348"/>
              <a:gd name="connsiteX2577" fmla="*/ 241224 w 3286198"/>
              <a:gd name="connsiteY2577" fmla="*/ 559487 h 765348"/>
              <a:gd name="connsiteX2578" fmla="*/ 245012 w 3286198"/>
              <a:gd name="connsiteY2578" fmla="*/ 553172 h 765348"/>
              <a:gd name="connsiteX2579" fmla="*/ 247538 w 3286198"/>
              <a:gd name="connsiteY2579" fmla="*/ 548121 h 765348"/>
              <a:gd name="connsiteX2580" fmla="*/ 247538 w 3286198"/>
              <a:gd name="connsiteY2580" fmla="*/ 548121 h 765348"/>
              <a:gd name="connsiteX2581" fmla="*/ 252590 w 3286198"/>
              <a:gd name="connsiteY2581" fmla="*/ 438244 h 765348"/>
              <a:gd name="connsiteX2582" fmla="*/ 250064 w 3286198"/>
              <a:gd name="connsiteY2582" fmla="*/ 453399 h 765348"/>
              <a:gd name="connsiteX2583" fmla="*/ 258905 w 3286198"/>
              <a:gd name="connsiteY2583" fmla="*/ 438244 h 765348"/>
              <a:gd name="connsiteX2584" fmla="*/ 262694 w 3286198"/>
              <a:gd name="connsiteY2584" fmla="*/ 445822 h 765348"/>
              <a:gd name="connsiteX2585" fmla="*/ 266483 w 3286198"/>
              <a:gd name="connsiteY2585" fmla="*/ 436981 h 765348"/>
              <a:gd name="connsiteX2586" fmla="*/ 267746 w 3286198"/>
              <a:gd name="connsiteY2586" fmla="*/ 436981 h 765348"/>
              <a:gd name="connsiteX2587" fmla="*/ 267746 w 3286198"/>
              <a:gd name="connsiteY2587" fmla="*/ 450873 h 765348"/>
              <a:gd name="connsiteX2588" fmla="*/ 271534 w 3286198"/>
              <a:gd name="connsiteY2588" fmla="*/ 436981 h 765348"/>
              <a:gd name="connsiteX2589" fmla="*/ 272797 w 3286198"/>
              <a:gd name="connsiteY2589" fmla="*/ 438244 h 765348"/>
              <a:gd name="connsiteX2590" fmla="*/ 272797 w 3286198"/>
              <a:gd name="connsiteY2590" fmla="*/ 450873 h 765348"/>
              <a:gd name="connsiteX2591" fmla="*/ 277849 w 3286198"/>
              <a:gd name="connsiteY2591" fmla="*/ 436981 h 765348"/>
              <a:gd name="connsiteX2592" fmla="*/ 279112 w 3286198"/>
              <a:gd name="connsiteY2592" fmla="*/ 448348 h 765348"/>
              <a:gd name="connsiteX2593" fmla="*/ 285427 w 3286198"/>
              <a:gd name="connsiteY2593" fmla="*/ 435718 h 765348"/>
              <a:gd name="connsiteX2594" fmla="*/ 285427 w 3286198"/>
              <a:gd name="connsiteY2594" fmla="*/ 448348 h 765348"/>
              <a:gd name="connsiteX2595" fmla="*/ 291742 w 3286198"/>
              <a:gd name="connsiteY2595" fmla="*/ 433192 h 765348"/>
              <a:gd name="connsiteX2596" fmla="*/ 290479 w 3286198"/>
              <a:gd name="connsiteY2596" fmla="*/ 447085 h 765348"/>
              <a:gd name="connsiteX2597" fmla="*/ 296793 w 3286198"/>
              <a:gd name="connsiteY2597" fmla="*/ 430666 h 765348"/>
              <a:gd name="connsiteX2598" fmla="*/ 298056 w 3286198"/>
              <a:gd name="connsiteY2598" fmla="*/ 442033 h 765348"/>
              <a:gd name="connsiteX2599" fmla="*/ 300582 w 3286198"/>
              <a:gd name="connsiteY2599" fmla="*/ 431929 h 765348"/>
              <a:gd name="connsiteX2600" fmla="*/ 298056 w 3286198"/>
              <a:gd name="connsiteY2600" fmla="*/ 428140 h 765348"/>
              <a:gd name="connsiteX2601" fmla="*/ 257642 w 3286198"/>
              <a:gd name="connsiteY2601" fmla="*/ 434455 h 765348"/>
              <a:gd name="connsiteX2602" fmla="*/ 252590 w 3286198"/>
              <a:gd name="connsiteY2602" fmla="*/ 438244 h 765348"/>
              <a:gd name="connsiteX2603" fmla="*/ 258905 w 3286198"/>
              <a:gd name="connsiteY2603" fmla="*/ 501392 h 765348"/>
              <a:gd name="connsiteX2604" fmla="*/ 261431 w 3286198"/>
              <a:gd name="connsiteY2604" fmla="*/ 500129 h 765348"/>
              <a:gd name="connsiteX2605" fmla="*/ 257642 w 3286198"/>
              <a:gd name="connsiteY2605" fmla="*/ 496340 h 765348"/>
              <a:gd name="connsiteX2606" fmla="*/ 256379 w 3286198"/>
              <a:gd name="connsiteY2606" fmla="*/ 497603 h 765348"/>
              <a:gd name="connsiteX2607" fmla="*/ 258905 w 3286198"/>
              <a:gd name="connsiteY2607" fmla="*/ 501392 h 765348"/>
              <a:gd name="connsiteX2608" fmla="*/ 256379 w 3286198"/>
              <a:gd name="connsiteY2608" fmla="*/ 503917 h 765348"/>
              <a:gd name="connsiteX2609" fmla="*/ 257642 w 3286198"/>
              <a:gd name="connsiteY2609" fmla="*/ 502654 h 765348"/>
              <a:gd name="connsiteX2610" fmla="*/ 255116 w 3286198"/>
              <a:gd name="connsiteY2610" fmla="*/ 500129 h 765348"/>
              <a:gd name="connsiteX2611" fmla="*/ 253853 w 3286198"/>
              <a:gd name="connsiteY2611" fmla="*/ 501392 h 765348"/>
              <a:gd name="connsiteX2612" fmla="*/ 256379 w 3286198"/>
              <a:gd name="connsiteY2612" fmla="*/ 503917 h 765348"/>
              <a:gd name="connsiteX2613" fmla="*/ 262694 w 3286198"/>
              <a:gd name="connsiteY2613" fmla="*/ 498866 h 765348"/>
              <a:gd name="connsiteX2614" fmla="*/ 265220 w 3286198"/>
              <a:gd name="connsiteY2614" fmla="*/ 496340 h 765348"/>
              <a:gd name="connsiteX2615" fmla="*/ 260168 w 3286198"/>
              <a:gd name="connsiteY2615" fmla="*/ 491288 h 765348"/>
              <a:gd name="connsiteX2616" fmla="*/ 257642 w 3286198"/>
              <a:gd name="connsiteY2616" fmla="*/ 493814 h 765348"/>
              <a:gd name="connsiteX2617" fmla="*/ 262694 w 3286198"/>
              <a:gd name="connsiteY2617" fmla="*/ 498866 h 765348"/>
              <a:gd name="connsiteX2618" fmla="*/ 269009 w 3286198"/>
              <a:gd name="connsiteY2618" fmla="*/ 495077 h 765348"/>
              <a:gd name="connsiteX2619" fmla="*/ 271534 w 3286198"/>
              <a:gd name="connsiteY2619" fmla="*/ 492551 h 765348"/>
              <a:gd name="connsiteX2620" fmla="*/ 265220 w 3286198"/>
              <a:gd name="connsiteY2620" fmla="*/ 486236 h 765348"/>
              <a:gd name="connsiteX2621" fmla="*/ 262694 w 3286198"/>
              <a:gd name="connsiteY2621" fmla="*/ 488762 h 765348"/>
              <a:gd name="connsiteX2622" fmla="*/ 269009 w 3286198"/>
              <a:gd name="connsiteY2622" fmla="*/ 495077 h 765348"/>
              <a:gd name="connsiteX2623" fmla="*/ 271534 w 3286198"/>
              <a:gd name="connsiteY2623" fmla="*/ 491288 h 765348"/>
              <a:gd name="connsiteX2624" fmla="*/ 274060 w 3286198"/>
              <a:gd name="connsiteY2624" fmla="*/ 488762 h 765348"/>
              <a:gd name="connsiteX2625" fmla="*/ 269009 w 3286198"/>
              <a:gd name="connsiteY2625" fmla="*/ 483710 h 765348"/>
              <a:gd name="connsiteX2626" fmla="*/ 267746 w 3286198"/>
              <a:gd name="connsiteY2626" fmla="*/ 486236 h 765348"/>
              <a:gd name="connsiteX2627" fmla="*/ 271534 w 3286198"/>
              <a:gd name="connsiteY2627" fmla="*/ 491288 h 765348"/>
              <a:gd name="connsiteX2628" fmla="*/ 275323 w 3286198"/>
              <a:gd name="connsiteY2628" fmla="*/ 488762 h 765348"/>
              <a:gd name="connsiteX2629" fmla="*/ 276586 w 3286198"/>
              <a:gd name="connsiteY2629" fmla="*/ 486236 h 765348"/>
              <a:gd name="connsiteX2630" fmla="*/ 271534 w 3286198"/>
              <a:gd name="connsiteY2630" fmla="*/ 482447 h 765348"/>
              <a:gd name="connsiteX2631" fmla="*/ 270271 w 3286198"/>
              <a:gd name="connsiteY2631" fmla="*/ 484973 h 765348"/>
              <a:gd name="connsiteX2632" fmla="*/ 275323 w 3286198"/>
              <a:gd name="connsiteY2632" fmla="*/ 488762 h 765348"/>
              <a:gd name="connsiteX2633" fmla="*/ 253853 w 3286198"/>
              <a:gd name="connsiteY2633" fmla="*/ 506443 h 765348"/>
              <a:gd name="connsiteX2634" fmla="*/ 256379 w 3286198"/>
              <a:gd name="connsiteY2634" fmla="*/ 505180 h 765348"/>
              <a:gd name="connsiteX2635" fmla="*/ 252590 w 3286198"/>
              <a:gd name="connsiteY2635" fmla="*/ 501392 h 765348"/>
              <a:gd name="connsiteX2636" fmla="*/ 251327 w 3286198"/>
              <a:gd name="connsiteY2636" fmla="*/ 502654 h 765348"/>
              <a:gd name="connsiteX2637" fmla="*/ 253853 w 3286198"/>
              <a:gd name="connsiteY2637" fmla="*/ 506443 h 765348"/>
              <a:gd name="connsiteX2638" fmla="*/ 256379 w 3286198"/>
              <a:gd name="connsiteY2638" fmla="*/ 623898 h 765348"/>
              <a:gd name="connsiteX2639" fmla="*/ 260168 w 3286198"/>
              <a:gd name="connsiteY2639" fmla="*/ 622635 h 765348"/>
              <a:gd name="connsiteX2640" fmla="*/ 260168 w 3286198"/>
              <a:gd name="connsiteY2640" fmla="*/ 617583 h 765348"/>
              <a:gd name="connsiteX2641" fmla="*/ 257642 w 3286198"/>
              <a:gd name="connsiteY2641" fmla="*/ 616320 h 765348"/>
              <a:gd name="connsiteX2642" fmla="*/ 256379 w 3286198"/>
              <a:gd name="connsiteY2642" fmla="*/ 623898 h 765348"/>
              <a:gd name="connsiteX2643" fmla="*/ 262694 w 3286198"/>
              <a:gd name="connsiteY2643" fmla="*/ 625161 h 765348"/>
              <a:gd name="connsiteX2644" fmla="*/ 263957 w 3286198"/>
              <a:gd name="connsiteY2644" fmla="*/ 622635 h 765348"/>
              <a:gd name="connsiteX2645" fmla="*/ 262694 w 3286198"/>
              <a:gd name="connsiteY2645" fmla="*/ 618846 h 765348"/>
              <a:gd name="connsiteX2646" fmla="*/ 260168 w 3286198"/>
              <a:gd name="connsiteY2646" fmla="*/ 618846 h 765348"/>
              <a:gd name="connsiteX2647" fmla="*/ 262694 w 3286198"/>
              <a:gd name="connsiteY2647" fmla="*/ 625161 h 765348"/>
              <a:gd name="connsiteX2648" fmla="*/ 260168 w 3286198"/>
              <a:gd name="connsiteY2648" fmla="*/ 584746 h 765348"/>
              <a:gd name="connsiteX2649" fmla="*/ 262694 w 3286198"/>
              <a:gd name="connsiteY2649" fmla="*/ 596113 h 765348"/>
              <a:gd name="connsiteX2650" fmla="*/ 263957 w 3286198"/>
              <a:gd name="connsiteY2650" fmla="*/ 593587 h 765348"/>
              <a:gd name="connsiteX2651" fmla="*/ 260168 w 3286198"/>
              <a:gd name="connsiteY2651" fmla="*/ 584746 h 765348"/>
              <a:gd name="connsiteX2652" fmla="*/ 267746 w 3286198"/>
              <a:gd name="connsiteY2652" fmla="*/ 650420 h 765348"/>
              <a:gd name="connsiteX2653" fmla="*/ 270271 w 3286198"/>
              <a:gd name="connsiteY2653" fmla="*/ 651683 h 765348"/>
              <a:gd name="connsiteX2654" fmla="*/ 272797 w 3286198"/>
              <a:gd name="connsiteY2654" fmla="*/ 650420 h 765348"/>
              <a:gd name="connsiteX2655" fmla="*/ 270271 w 3286198"/>
              <a:gd name="connsiteY2655" fmla="*/ 649157 h 765348"/>
              <a:gd name="connsiteX2656" fmla="*/ 267746 w 3286198"/>
              <a:gd name="connsiteY2656" fmla="*/ 650420 h 765348"/>
              <a:gd name="connsiteX2657" fmla="*/ 274060 w 3286198"/>
              <a:gd name="connsiteY2657" fmla="*/ 656734 h 765348"/>
              <a:gd name="connsiteX2658" fmla="*/ 270271 w 3286198"/>
              <a:gd name="connsiteY2658" fmla="*/ 659260 h 765348"/>
              <a:gd name="connsiteX2659" fmla="*/ 275323 w 3286198"/>
              <a:gd name="connsiteY2659" fmla="*/ 659260 h 765348"/>
              <a:gd name="connsiteX2660" fmla="*/ 279112 w 3286198"/>
              <a:gd name="connsiteY2660" fmla="*/ 656734 h 765348"/>
              <a:gd name="connsiteX2661" fmla="*/ 274060 w 3286198"/>
              <a:gd name="connsiteY2661" fmla="*/ 656734 h 765348"/>
              <a:gd name="connsiteX2662" fmla="*/ 274060 w 3286198"/>
              <a:gd name="connsiteY2662" fmla="*/ 589798 h 765348"/>
              <a:gd name="connsiteX2663" fmla="*/ 275323 w 3286198"/>
              <a:gd name="connsiteY2663" fmla="*/ 593587 h 765348"/>
              <a:gd name="connsiteX2664" fmla="*/ 276586 w 3286198"/>
              <a:gd name="connsiteY2664" fmla="*/ 589798 h 765348"/>
              <a:gd name="connsiteX2665" fmla="*/ 275323 w 3286198"/>
              <a:gd name="connsiteY2665" fmla="*/ 586009 h 765348"/>
              <a:gd name="connsiteX2666" fmla="*/ 274060 w 3286198"/>
              <a:gd name="connsiteY2666" fmla="*/ 589798 h 765348"/>
              <a:gd name="connsiteX2667" fmla="*/ 280375 w 3286198"/>
              <a:gd name="connsiteY2667" fmla="*/ 625161 h 765348"/>
              <a:gd name="connsiteX2668" fmla="*/ 277849 w 3286198"/>
              <a:gd name="connsiteY2668" fmla="*/ 634001 h 765348"/>
              <a:gd name="connsiteX2669" fmla="*/ 284164 w 3286198"/>
              <a:gd name="connsiteY2669" fmla="*/ 640316 h 765348"/>
              <a:gd name="connsiteX2670" fmla="*/ 282901 w 3286198"/>
              <a:gd name="connsiteY2670" fmla="*/ 631475 h 765348"/>
              <a:gd name="connsiteX2671" fmla="*/ 280375 w 3286198"/>
              <a:gd name="connsiteY2671" fmla="*/ 625161 h 765348"/>
              <a:gd name="connsiteX2672" fmla="*/ 271534 w 3286198"/>
              <a:gd name="connsiteY2672" fmla="*/ 661786 h 765348"/>
              <a:gd name="connsiteX2673" fmla="*/ 277849 w 3286198"/>
              <a:gd name="connsiteY2673" fmla="*/ 661786 h 765348"/>
              <a:gd name="connsiteX2674" fmla="*/ 281638 w 3286198"/>
              <a:gd name="connsiteY2674" fmla="*/ 659260 h 765348"/>
              <a:gd name="connsiteX2675" fmla="*/ 275323 w 3286198"/>
              <a:gd name="connsiteY2675" fmla="*/ 659260 h 765348"/>
              <a:gd name="connsiteX2676" fmla="*/ 271534 w 3286198"/>
              <a:gd name="connsiteY2676" fmla="*/ 661786 h 765348"/>
              <a:gd name="connsiteX2677" fmla="*/ 276586 w 3286198"/>
              <a:gd name="connsiteY2677" fmla="*/ 663049 h 765348"/>
              <a:gd name="connsiteX2678" fmla="*/ 280375 w 3286198"/>
              <a:gd name="connsiteY2678" fmla="*/ 663049 h 765348"/>
              <a:gd name="connsiteX2679" fmla="*/ 282901 w 3286198"/>
              <a:gd name="connsiteY2679" fmla="*/ 661786 h 765348"/>
              <a:gd name="connsiteX2680" fmla="*/ 279112 w 3286198"/>
              <a:gd name="connsiteY2680" fmla="*/ 661786 h 765348"/>
              <a:gd name="connsiteX2681" fmla="*/ 276586 w 3286198"/>
              <a:gd name="connsiteY2681" fmla="*/ 663049 h 765348"/>
              <a:gd name="connsiteX2682" fmla="*/ 282901 w 3286198"/>
              <a:gd name="connsiteY2682" fmla="*/ 666838 h 765348"/>
              <a:gd name="connsiteX2683" fmla="*/ 285427 w 3286198"/>
              <a:gd name="connsiteY2683" fmla="*/ 665575 h 765348"/>
              <a:gd name="connsiteX2684" fmla="*/ 282901 w 3286198"/>
              <a:gd name="connsiteY2684" fmla="*/ 664312 h 765348"/>
              <a:gd name="connsiteX2685" fmla="*/ 280375 w 3286198"/>
              <a:gd name="connsiteY2685" fmla="*/ 665575 h 765348"/>
              <a:gd name="connsiteX2686" fmla="*/ 282901 w 3286198"/>
              <a:gd name="connsiteY2686" fmla="*/ 666838 h 765348"/>
              <a:gd name="connsiteX2687" fmla="*/ 287953 w 3286198"/>
              <a:gd name="connsiteY2687" fmla="*/ 574643 h 765348"/>
              <a:gd name="connsiteX2688" fmla="*/ 287953 w 3286198"/>
              <a:gd name="connsiteY2688" fmla="*/ 570854 h 765348"/>
              <a:gd name="connsiteX2689" fmla="*/ 285427 w 3286198"/>
              <a:gd name="connsiteY2689" fmla="*/ 573380 h 765348"/>
              <a:gd name="connsiteX2690" fmla="*/ 285427 w 3286198"/>
              <a:gd name="connsiteY2690" fmla="*/ 577169 h 765348"/>
              <a:gd name="connsiteX2691" fmla="*/ 287953 w 3286198"/>
              <a:gd name="connsiteY2691" fmla="*/ 574643 h 765348"/>
              <a:gd name="connsiteX2692" fmla="*/ 290479 w 3286198"/>
              <a:gd name="connsiteY2692" fmla="*/ 567065 h 765348"/>
              <a:gd name="connsiteX2693" fmla="*/ 291742 w 3286198"/>
              <a:gd name="connsiteY2693" fmla="*/ 564539 h 765348"/>
              <a:gd name="connsiteX2694" fmla="*/ 289216 w 3286198"/>
              <a:gd name="connsiteY2694" fmla="*/ 567065 h 765348"/>
              <a:gd name="connsiteX2695" fmla="*/ 287953 w 3286198"/>
              <a:gd name="connsiteY2695" fmla="*/ 569591 h 765348"/>
              <a:gd name="connsiteX2696" fmla="*/ 290479 w 3286198"/>
              <a:gd name="connsiteY2696" fmla="*/ 567065 h 765348"/>
              <a:gd name="connsiteX2697" fmla="*/ 299319 w 3286198"/>
              <a:gd name="connsiteY2697" fmla="*/ 551910 h 765348"/>
              <a:gd name="connsiteX2698" fmla="*/ 300582 w 3286198"/>
              <a:gd name="connsiteY2698" fmla="*/ 546858 h 765348"/>
              <a:gd name="connsiteX2699" fmla="*/ 287953 w 3286198"/>
              <a:gd name="connsiteY2699" fmla="*/ 546858 h 765348"/>
              <a:gd name="connsiteX2700" fmla="*/ 267746 w 3286198"/>
              <a:gd name="connsiteY2700" fmla="*/ 545595 h 765348"/>
              <a:gd name="connsiteX2701" fmla="*/ 256379 w 3286198"/>
              <a:gd name="connsiteY2701" fmla="*/ 550647 h 765348"/>
              <a:gd name="connsiteX2702" fmla="*/ 261431 w 3286198"/>
              <a:gd name="connsiteY2702" fmla="*/ 548121 h 765348"/>
              <a:gd name="connsiteX2703" fmla="*/ 260168 w 3286198"/>
              <a:gd name="connsiteY2703" fmla="*/ 553172 h 765348"/>
              <a:gd name="connsiteX2704" fmla="*/ 266483 w 3286198"/>
              <a:gd name="connsiteY2704" fmla="*/ 548121 h 765348"/>
              <a:gd name="connsiteX2705" fmla="*/ 266483 w 3286198"/>
              <a:gd name="connsiteY2705" fmla="*/ 550647 h 765348"/>
              <a:gd name="connsiteX2706" fmla="*/ 271534 w 3286198"/>
              <a:gd name="connsiteY2706" fmla="*/ 548121 h 765348"/>
              <a:gd name="connsiteX2707" fmla="*/ 270271 w 3286198"/>
              <a:gd name="connsiteY2707" fmla="*/ 550647 h 765348"/>
              <a:gd name="connsiteX2708" fmla="*/ 277849 w 3286198"/>
              <a:gd name="connsiteY2708" fmla="*/ 548121 h 765348"/>
              <a:gd name="connsiteX2709" fmla="*/ 266483 w 3286198"/>
              <a:gd name="connsiteY2709" fmla="*/ 565802 h 765348"/>
              <a:gd name="connsiteX2710" fmla="*/ 279112 w 3286198"/>
              <a:gd name="connsiteY2710" fmla="*/ 551910 h 765348"/>
              <a:gd name="connsiteX2711" fmla="*/ 271534 w 3286198"/>
              <a:gd name="connsiteY2711" fmla="*/ 593587 h 765348"/>
              <a:gd name="connsiteX2712" fmla="*/ 290479 w 3286198"/>
              <a:gd name="connsiteY2712" fmla="*/ 548121 h 765348"/>
              <a:gd name="connsiteX2713" fmla="*/ 280375 w 3286198"/>
              <a:gd name="connsiteY2713" fmla="*/ 567065 h 765348"/>
              <a:gd name="connsiteX2714" fmla="*/ 298056 w 3286198"/>
              <a:gd name="connsiteY2714" fmla="*/ 548121 h 765348"/>
              <a:gd name="connsiteX2715" fmla="*/ 284164 w 3286198"/>
              <a:gd name="connsiteY2715" fmla="*/ 578431 h 765348"/>
              <a:gd name="connsiteX2716" fmla="*/ 299319 w 3286198"/>
              <a:gd name="connsiteY2716" fmla="*/ 551910 h 765348"/>
              <a:gd name="connsiteX2717" fmla="*/ 304371 w 3286198"/>
              <a:gd name="connsiteY2717" fmla="*/ 646631 h 765348"/>
              <a:gd name="connsiteX2718" fmla="*/ 306897 w 3286198"/>
              <a:gd name="connsiteY2718" fmla="*/ 646631 h 765348"/>
              <a:gd name="connsiteX2719" fmla="*/ 309423 w 3286198"/>
              <a:gd name="connsiteY2719" fmla="*/ 644105 h 765348"/>
              <a:gd name="connsiteX2720" fmla="*/ 306897 w 3286198"/>
              <a:gd name="connsiteY2720" fmla="*/ 644105 h 765348"/>
              <a:gd name="connsiteX2721" fmla="*/ 304371 w 3286198"/>
              <a:gd name="connsiteY2721" fmla="*/ 646631 h 765348"/>
              <a:gd name="connsiteX2722" fmla="*/ 319527 w 3286198"/>
              <a:gd name="connsiteY2722" fmla="*/ 652946 h 765348"/>
              <a:gd name="connsiteX2723" fmla="*/ 314475 w 3286198"/>
              <a:gd name="connsiteY2723" fmla="*/ 652946 h 765348"/>
              <a:gd name="connsiteX2724" fmla="*/ 310686 w 3286198"/>
              <a:gd name="connsiteY2724" fmla="*/ 656734 h 765348"/>
              <a:gd name="connsiteX2725" fmla="*/ 315738 w 3286198"/>
              <a:gd name="connsiteY2725" fmla="*/ 656734 h 765348"/>
              <a:gd name="connsiteX2726" fmla="*/ 319527 w 3286198"/>
              <a:gd name="connsiteY2726" fmla="*/ 652946 h 765348"/>
              <a:gd name="connsiteX2727" fmla="*/ 309423 w 3286198"/>
              <a:gd name="connsiteY2727" fmla="*/ 649157 h 765348"/>
              <a:gd name="connsiteX2728" fmla="*/ 306897 w 3286198"/>
              <a:gd name="connsiteY2728" fmla="*/ 651683 h 765348"/>
              <a:gd name="connsiteX2729" fmla="*/ 310686 w 3286198"/>
              <a:gd name="connsiteY2729" fmla="*/ 651683 h 765348"/>
              <a:gd name="connsiteX2730" fmla="*/ 313212 w 3286198"/>
              <a:gd name="connsiteY2730" fmla="*/ 649157 h 765348"/>
              <a:gd name="connsiteX2731" fmla="*/ 309423 w 3286198"/>
              <a:gd name="connsiteY2731" fmla="*/ 649157 h 765348"/>
              <a:gd name="connsiteX2732" fmla="*/ 315738 w 3286198"/>
              <a:gd name="connsiteY2732" fmla="*/ 553172 h 765348"/>
              <a:gd name="connsiteX2733" fmla="*/ 315738 w 3286198"/>
              <a:gd name="connsiteY2733" fmla="*/ 550647 h 765348"/>
              <a:gd name="connsiteX2734" fmla="*/ 314475 w 3286198"/>
              <a:gd name="connsiteY2734" fmla="*/ 546858 h 765348"/>
              <a:gd name="connsiteX2735" fmla="*/ 314475 w 3286198"/>
              <a:gd name="connsiteY2735" fmla="*/ 549384 h 765348"/>
              <a:gd name="connsiteX2736" fmla="*/ 315738 w 3286198"/>
              <a:gd name="connsiteY2736" fmla="*/ 553172 h 765348"/>
              <a:gd name="connsiteX2737" fmla="*/ 314475 w 3286198"/>
              <a:gd name="connsiteY2737" fmla="*/ 524125 h 765348"/>
              <a:gd name="connsiteX2738" fmla="*/ 317001 w 3286198"/>
              <a:gd name="connsiteY2738" fmla="*/ 524125 h 765348"/>
              <a:gd name="connsiteX2739" fmla="*/ 317001 w 3286198"/>
              <a:gd name="connsiteY2739" fmla="*/ 524125 h 765348"/>
              <a:gd name="connsiteX2740" fmla="*/ 315738 w 3286198"/>
              <a:gd name="connsiteY2740" fmla="*/ 521599 h 765348"/>
              <a:gd name="connsiteX2741" fmla="*/ 308160 w 3286198"/>
              <a:gd name="connsiteY2741" fmla="*/ 520336 h 765348"/>
              <a:gd name="connsiteX2742" fmla="*/ 311949 w 3286198"/>
              <a:gd name="connsiteY2742" fmla="*/ 521599 h 765348"/>
              <a:gd name="connsiteX2743" fmla="*/ 314475 w 3286198"/>
              <a:gd name="connsiteY2743" fmla="*/ 524125 h 765348"/>
              <a:gd name="connsiteX2744" fmla="*/ 320790 w 3286198"/>
              <a:gd name="connsiteY2744" fmla="*/ 553172 h 765348"/>
              <a:gd name="connsiteX2745" fmla="*/ 320790 w 3286198"/>
              <a:gd name="connsiteY2745" fmla="*/ 550647 h 765348"/>
              <a:gd name="connsiteX2746" fmla="*/ 319527 w 3286198"/>
              <a:gd name="connsiteY2746" fmla="*/ 548121 h 765348"/>
              <a:gd name="connsiteX2747" fmla="*/ 319527 w 3286198"/>
              <a:gd name="connsiteY2747" fmla="*/ 550647 h 765348"/>
              <a:gd name="connsiteX2748" fmla="*/ 320790 w 3286198"/>
              <a:gd name="connsiteY2748" fmla="*/ 553172 h 765348"/>
              <a:gd name="connsiteX2749" fmla="*/ 320790 w 3286198"/>
              <a:gd name="connsiteY2749" fmla="*/ 525388 h 765348"/>
              <a:gd name="connsiteX2750" fmla="*/ 323315 w 3286198"/>
              <a:gd name="connsiteY2750" fmla="*/ 526651 h 765348"/>
              <a:gd name="connsiteX2751" fmla="*/ 320790 w 3286198"/>
              <a:gd name="connsiteY2751" fmla="*/ 522862 h 765348"/>
              <a:gd name="connsiteX2752" fmla="*/ 318264 w 3286198"/>
              <a:gd name="connsiteY2752" fmla="*/ 522862 h 765348"/>
              <a:gd name="connsiteX2753" fmla="*/ 320790 w 3286198"/>
              <a:gd name="connsiteY2753" fmla="*/ 525388 h 765348"/>
              <a:gd name="connsiteX2754" fmla="*/ 325841 w 3286198"/>
              <a:gd name="connsiteY2754" fmla="*/ 553172 h 765348"/>
              <a:gd name="connsiteX2755" fmla="*/ 327104 w 3286198"/>
              <a:gd name="connsiteY2755" fmla="*/ 550647 h 765348"/>
              <a:gd name="connsiteX2756" fmla="*/ 324578 w 3286198"/>
              <a:gd name="connsiteY2756" fmla="*/ 546858 h 765348"/>
              <a:gd name="connsiteX2757" fmla="*/ 324578 w 3286198"/>
              <a:gd name="connsiteY2757" fmla="*/ 550647 h 765348"/>
              <a:gd name="connsiteX2758" fmla="*/ 325841 w 3286198"/>
              <a:gd name="connsiteY2758" fmla="*/ 553172 h 765348"/>
              <a:gd name="connsiteX2759" fmla="*/ 332156 w 3286198"/>
              <a:gd name="connsiteY2759" fmla="*/ 553172 h 765348"/>
              <a:gd name="connsiteX2760" fmla="*/ 332156 w 3286198"/>
              <a:gd name="connsiteY2760" fmla="*/ 549384 h 765348"/>
              <a:gd name="connsiteX2761" fmla="*/ 329630 w 3286198"/>
              <a:gd name="connsiteY2761" fmla="*/ 545595 h 765348"/>
              <a:gd name="connsiteX2762" fmla="*/ 329630 w 3286198"/>
              <a:gd name="connsiteY2762" fmla="*/ 550647 h 765348"/>
              <a:gd name="connsiteX2763" fmla="*/ 332156 w 3286198"/>
              <a:gd name="connsiteY2763" fmla="*/ 553172 h 765348"/>
              <a:gd name="connsiteX2764" fmla="*/ 335945 w 3286198"/>
              <a:gd name="connsiteY2764" fmla="*/ 554435 h 765348"/>
              <a:gd name="connsiteX2765" fmla="*/ 335945 w 3286198"/>
              <a:gd name="connsiteY2765" fmla="*/ 549384 h 765348"/>
              <a:gd name="connsiteX2766" fmla="*/ 333419 w 3286198"/>
              <a:gd name="connsiteY2766" fmla="*/ 545595 h 765348"/>
              <a:gd name="connsiteX2767" fmla="*/ 333419 w 3286198"/>
              <a:gd name="connsiteY2767" fmla="*/ 550647 h 765348"/>
              <a:gd name="connsiteX2768" fmla="*/ 335945 w 3286198"/>
              <a:gd name="connsiteY2768" fmla="*/ 554435 h 765348"/>
              <a:gd name="connsiteX2769" fmla="*/ 342260 w 3286198"/>
              <a:gd name="connsiteY2769" fmla="*/ 554435 h 765348"/>
              <a:gd name="connsiteX2770" fmla="*/ 343523 w 3286198"/>
              <a:gd name="connsiteY2770" fmla="*/ 550647 h 765348"/>
              <a:gd name="connsiteX2771" fmla="*/ 340997 w 3286198"/>
              <a:gd name="connsiteY2771" fmla="*/ 545595 h 765348"/>
              <a:gd name="connsiteX2772" fmla="*/ 340997 w 3286198"/>
              <a:gd name="connsiteY2772" fmla="*/ 550647 h 765348"/>
              <a:gd name="connsiteX2773" fmla="*/ 342260 w 3286198"/>
              <a:gd name="connsiteY2773" fmla="*/ 554435 h 765348"/>
              <a:gd name="connsiteX2774" fmla="*/ 347312 w 3286198"/>
              <a:gd name="connsiteY2774" fmla="*/ 554435 h 765348"/>
              <a:gd name="connsiteX2775" fmla="*/ 347312 w 3286198"/>
              <a:gd name="connsiteY2775" fmla="*/ 549384 h 765348"/>
              <a:gd name="connsiteX2776" fmla="*/ 344786 w 3286198"/>
              <a:gd name="connsiteY2776" fmla="*/ 544332 h 765348"/>
              <a:gd name="connsiteX2777" fmla="*/ 344786 w 3286198"/>
              <a:gd name="connsiteY2777" fmla="*/ 549384 h 765348"/>
              <a:gd name="connsiteX2778" fmla="*/ 347312 w 3286198"/>
              <a:gd name="connsiteY2778" fmla="*/ 554435 h 765348"/>
              <a:gd name="connsiteX2779" fmla="*/ 348574 w 3286198"/>
              <a:gd name="connsiteY2779" fmla="*/ 574643 h 765348"/>
              <a:gd name="connsiteX2780" fmla="*/ 349837 w 3286198"/>
              <a:gd name="connsiteY2780" fmla="*/ 577169 h 765348"/>
              <a:gd name="connsiteX2781" fmla="*/ 348574 w 3286198"/>
              <a:gd name="connsiteY2781" fmla="*/ 574643 h 765348"/>
              <a:gd name="connsiteX2782" fmla="*/ 347312 w 3286198"/>
              <a:gd name="connsiteY2782" fmla="*/ 572117 h 765348"/>
              <a:gd name="connsiteX2783" fmla="*/ 348574 w 3286198"/>
              <a:gd name="connsiteY2783" fmla="*/ 574643 h 765348"/>
              <a:gd name="connsiteX2784" fmla="*/ 351100 w 3286198"/>
              <a:gd name="connsiteY2784" fmla="*/ 555698 h 765348"/>
              <a:gd name="connsiteX2785" fmla="*/ 352363 w 3286198"/>
              <a:gd name="connsiteY2785" fmla="*/ 549384 h 765348"/>
              <a:gd name="connsiteX2786" fmla="*/ 351100 w 3286198"/>
              <a:gd name="connsiteY2786" fmla="*/ 543069 h 765348"/>
              <a:gd name="connsiteX2787" fmla="*/ 349837 w 3286198"/>
              <a:gd name="connsiteY2787" fmla="*/ 549384 h 765348"/>
              <a:gd name="connsiteX2788" fmla="*/ 351100 w 3286198"/>
              <a:gd name="connsiteY2788" fmla="*/ 555698 h 765348"/>
              <a:gd name="connsiteX2789" fmla="*/ 354889 w 3286198"/>
              <a:gd name="connsiteY2789" fmla="*/ 577169 h 765348"/>
              <a:gd name="connsiteX2790" fmla="*/ 354889 w 3286198"/>
              <a:gd name="connsiteY2790" fmla="*/ 574643 h 765348"/>
              <a:gd name="connsiteX2791" fmla="*/ 352363 w 3286198"/>
              <a:gd name="connsiteY2791" fmla="*/ 570854 h 765348"/>
              <a:gd name="connsiteX2792" fmla="*/ 352363 w 3286198"/>
              <a:gd name="connsiteY2792" fmla="*/ 574643 h 765348"/>
              <a:gd name="connsiteX2793" fmla="*/ 354889 w 3286198"/>
              <a:gd name="connsiteY2793" fmla="*/ 577169 h 765348"/>
              <a:gd name="connsiteX2794" fmla="*/ 356152 w 3286198"/>
              <a:gd name="connsiteY2794" fmla="*/ 555698 h 765348"/>
              <a:gd name="connsiteX2795" fmla="*/ 357415 w 3286198"/>
              <a:gd name="connsiteY2795" fmla="*/ 550647 h 765348"/>
              <a:gd name="connsiteX2796" fmla="*/ 356152 w 3286198"/>
              <a:gd name="connsiteY2796" fmla="*/ 545595 h 765348"/>
              <a:gd name="connsiteX2797" fmla="*/ 354889 w 3286198"/>
              <a:gd name="connsiteY2797" fmla="*/ 550647 h 765348"/>
              <a:gd name="connsiteX2798" fmla="*/ 356152 w 3286198"/>
              <a:gd name="connsiteY2798" fmla="*/ 555698 h 765348"/>
              <a:gd name="connsiteX2799" fmla="*/ 361204 w 3286198"/>
              <a:gd name="connsiteY2799" fmla="*/ 587272 h 765348"/>
              <a:gd name="connsiteX2800" fmla="*/ 362467 w 3286198"/>
              <a:gd name="connsiteY2800" fmla="*/ 583483 h 765348"/>
              <a:gd name="connsiteX2801" fmla="*/ 361204 w 3286198"/>
              <a:gd name="connsiteY2801" fmla="*/ 583483 h 765348"/>
              <a:gd name="connsiteX2802" fmla="*/ 361204 w 3286198"/>
              <a:gd name="connsiteY2802" fmla="*/ 587272 h 765348"/>
              <a:gd name="connsiteX2803" fmla="*/ 366256 w 3286198"/>
              <a:gd name="connsiteY2803" fmla="*/ 587272 h 765348"/>
              <a:gd name="connsiteX2804" fmla="*/ 367519 w 3286198"/>
              <a:gd name="connsiteY2804" fmla="*/ 583483 h 765348"/>
              <a:gd name="connsiteX2805" fmla="*/ 366256 w 3286198"/>
              <a:gd name="connsiteY2805" fmla="*/ 580957 h 765348"/>
              <a:gd name="connsiteX2806" fmla="*/ 364993 w 3286198"/>
              <a:gd name="connsiteY2806" fmla="*/ 583483 h 765348"/>
              <a:gd name="connsiteX2807" fmla="*/ 366256 w 3286198"/>
              <a:gd name="connsiteY2807" fmla="*/ 587272 h 765348"/>
              <a:gd name="connsiteX2808" fmla="*/ 368782 w 3286198"/>
              <a:gd name="connsiteY2808" fmla="*/ 586009 h 765348"/>
              <a:gd name="connsiteX2809" fmla="*/ 370045 w 3286198"/>
              <a:gd name="connsiteY2809" fmla="*/ 580957 h 765348"/>
              <a:gd name="connsiteX2810" fmla="*/ 368782 w 3286198"/>
              <a:gd name="connsiteY2810" fmla="*/ 580957 h 765348"/>
              <a:gd name="connsiteX2811" fmla="*/ 368782 w 3286198"/>
              <a:gd name="connsiteY2811" fmla="*/ 586009 h 765348"/>
              <a:gd name="connsiteX2812" fmla="*/ 370045 w 3286198"/>
              <a:gd name="connsiteY2812" fmla="*/ 578431 h 765348"/>
              <a:gd name="connsiteX2813" fmla="*/ 370045 w 3286198"/>
              <a:gd name="connsiteY2813" fmla="*/ 577169 h 765348"/>
              <a:gd name="connsiteX2814" fmla="*/ 368782 w 3286198"/>
              <a:gd name="connsiteY2814" fmla="*/ 578431 h 765348"/>
              <a:gd name="connsiteX2815" fmla="*/ 370045 w 3286198"/>
              <a:gd name="connsiteY2815" fmla="*/ 578431 h 765348"/>
              <a:gd name="connsiteX2816" fmla="*/ 371308 w 3286198"/>
              <a:gd name="connsiteY2816" fmla="*/ 579694 h 765348"/>
              <a:gd name="connsiteX2817" fmla="*/ 372571 w 3286198"/>
              <a:gd name="connsiteY2817" fmla="*/ 584746 h 765348"/>
              <a:gd name="connsiteX2818" fmla="*/ 375096 w 3286198"/>
              <a:gd name="connsiteY2818" fmla="*/ 579694 h 765348"/>
              <a:gd name="connsiteX2819" fmla="*/ 373833 w 3286198"/>
              <a:gd name="connsiteY2819" fmla="*/ 575906 h 765348"/>
              <a:gd name="connsiteX2820" fmla="*/ 371308 w 3286198"/>
              <a:gd name="connsiteY2820" fmla="*/ 579694 h 765348"/>
              <a:gd name="connsiteX2821" fmla="*/ 410459 w 3286198"/>
              <a:gd name="connsiteY2821" fmla="*/ 591061 h 765348"/>
              <a:gd name="connsiteX2822" fmla="*/ 410459 w 3286198"/>
              <a:gd name="connsiteY2822" fmla="*/ 570854 h 765348"/>
              <a:gd name="connsiteX2823" fmla="*/ 400355 w 3286198"/>
              <a:gd name="connsiteY2823" fmla="*/ 554435 h 765348"/>
              <a:gd name="connsiteX2824" fmla="*/ 399092 w 3286198"/>
              <a:gd name="connsiteY2824" fmla="*/ 534228 h 765348"/>
              <a:gd name="connsiteX2825" fmla="*/ 397830 w 3286198"/>
              <a:gd name="connsiteY2825" fmla="*/ 524125 h 765348"/>
              <a:gd name="connsiteX2826" fmla="*/ 387726 w 3286198"/>
              <a:gd name="connsiteY2826" fmla="*/ 514021 h 765348"/>
              <a:gd name="connsiteX2827" fmla="*/ 371308 w 3286198"/>
              <a:gd name="connsiteY2827" fmla="*/ 517810 h 765348"/>
              <a:gd name="connsiteX2828" fmla="*/ 325841 w 3286198"/>
              <a:gd name="connsiteY2828" fmla="*/ 520336 h 765348"/>
              <a:gd name="connsiteX2829" fmla="*/ 328367 w 3286198"/>
              <a:gd name="connsiteY2829" fmla="*/ 525388 h 765348"/>
              <a:gd name="connsiteX2830" fmla="*/ 332156 w 3286198"/>
              <a:gd name="connsiteY2830" fmla="*/ 526651 h 765348"/>
              <a:gd name="connsiteX2831" fmla="*/ 337208 w 3286198"/>
              <a:gd name="connsiteY2831" fmla="*/ 532965 h 765348"/>
              <a:gd name="connsiteX2832" fmla="*/ 334682 w 3286198"/>
              <a:gd name="connsiteY2832" fmla="*/ 526651 h 765348"/>
              <a:gd name="connsiteX2833" fmla="*/ 337208 w 3286198"/>
              <a:gd name="connsiteY2833" fmla="*/ 526651 h 765348"/>
              <a:gd name="connsiteX2834" fmla="*/ 344786 w 3286198"/>
              <a:gd name="connsiteY2834" fmla="*/ 531702 h 765348"/>
              <a:gd name="connsiteX2835" fmla="*/ 343523 w 3286198"/>
              <a:gd name="connsiteY2835" fmla="*/ 527913 h 765348"/>
              <a:gd name="connsiteX2836" fmla="*/ 344786 w 3286198"/>
              <a:gd name="connsiteY2836" fmla="*/ 527913 h 765348"/>
              <a:gd name="connsiteX2837" fmla="*/ 352363 w 3286198"/>
              <a:gd name="connsiteY2837" fmla="*/ 531702 h 765348"/>
              <a:gd name="connsiteX2838" fmla="*/ 352363 w 3286198"/>
              <a:gd name="connsiteY2838" fmla="*/ 526651 h 765348"/>
              <a:gd name="connsiteX2839" fmla="*/ 353626 w 3286198"/>
              <a:gd name="connsiteY2839" fmla="*/ 526651 h 765348"/>
              <a:gd name="connsiteX2840" fmla="*/ 362467 w 3286198"/>
              <a:gd name="connsiteY2840" fmla="*/ 534228 h 765348"/>
              <a:gd name="connsiteX2841" fmla="*/ 357415 w 3286198"/>
              <a:gd name="connsiteY2841" fmla="*/ 525388 h 765348"/>
              <a:gd name="connsiteX2842" fmla="*/ 359941 w 3286198"/>
              <a:gd name="connsiteY2842" fmla="*/ 525388 h 765348"/>
              <a:gd name="connsiteX2843" fmla="*/ 370045 w 3286198"/>
              <a:gd name="connsiteY2843" fmla="*/ 534228 h 765348"/>
              <a:gd name="connsiteX2844" fmla="*/ 366256 w 3286198"/>
              <a:gd name="connsiteY2844" fmla="*/ 525388 h 765348"/>
              <a:gd name="connsiteX2845" fmla="*/ 368782 w 3286198"/>
              <a:gd name="connsiteY2845" fmla="*/ 525388 h 765348"/>
              <a:gd name="connsiteX2846" fmla="*/ 375096 w 3286198"/>
              <a:gd name="connsiteY2846" fmla="*/ 534228 h 765348"/>
              <a:gd name="connsiteX2847" fmla="*/ 372571 w 3286198"/>
              <a:gd name="connsiteY2847" fmla="*/ 522862 h 765348"/>
              <a:gd name="connsiteX2848" fmla="*/ 373833 w 3286198"/>
              <a:gd name="connsiteY2848" fmla="*/ 522862 h 765348"/>
              <a:gd name="connsiteX2849" fmla="*/ 378885 w 3286198"/>
              <a:gd name="connsiteY2849" fmla="*/ 534228 h 765348"/>
              <a:gd name="connsiteX2850" fmla="*/ 377622 w 3286198"/>
              <a:gd name="connsiteY2850" fmla="*/ 520336 h 765348"/>
              <a:gd name="connsiteX2851" fmla="*/ 378885 w 3286198"/>
              <a:gd name="connsiteY2851" fmla="*/ 520336 h 765348"/>
              <a:gd name="connsiteX2852" fmla="*/ 381411 w 3286198"/>
              <a:gd name="connsiteY2852" fmla="*/ 551910 h 765348"/>
              <a:gd name="connsiteX2853" fmla="*/ 383937 w 3286198"/>
              <a:gd name="connsiteY2853" fmla="*/ 522862 h 765348"/>
              <a:gd name="connsiteX2854" fmla="*/ 383937 w 3286198"/>
              <a:gd name="connsiteY2854" fmla="*/ 522862 h 765348"/>
              <a:gd name="connsiteX2855" fmla="*/ 383937 w 3286198"/>
              <a:gd name="connsiteY2855" fmla="*/ 522862 h 765348"/>
              <a:gd name="connsiteX2856" fmla="*/ 383937 w 3286198"/>
              <a:gd name="connsiteY2856" fmla="*/ 553172 h 765348"/>
              <a:gd name="connsiteX2857" fmla="*/ 388989 w 3286198"/>
              <a:gd name="connsiteY2857" fmla="*/ 526651 h 765348"/>
              <a:gd name="connsiteX2858" fmla="*/ 390252 w 3286198"/>
              <a:gd name="connsiteY2858" fmla="*/ 530439 h 765348"/>
              <a:gd name="connsiteX2859" fmla="*/ 385200 w 3286198"/>
              <a:gd name="connsiteY2859" fmla="*/ 559487 h 765348"/>
              <a:gd name="connsiteX2860" fmla="*/ 383937 w 3286198"/>
              <a:gd name="connsiteY2860" fmla="*/ 559487 h 765348"/>
              <a:gd name="connsiteX2861" fmla="*/ 383937 w 3286198"/>
              <a:gd name="connsiteY2861" fmla="*/ 554435 h 765348"/>
              <a:gd name="connsiteX2862" fmla="*/ 383937 w 3286198"/>
              <a:gd name="connsiteY2862" fmla="*/ 553172 h 765348"/>
              <a:gd name="connsiteX2863" fmla="*/ 382674 w 3286198"/>
              <a:gd name="connsiteY2863" fmla="*/ 555698 h 765348"/>
              <a:gd name="connsiteX2864" fmla="*/ 382674 w 3286198"/>
              <a:gd name="connsiteY2864" fmla="*/ 560750 h 765348"/>
              <a:gd name="connsiteX2865" fmla="*/ 381411 w 3286198"/>
              <a:gd name="connsiteY2865" fmla="*/ 562013 h 765348"/>
              <a:gd name="connsiteX2866" fmla="*/ 381411 w 3286198"/>
              <a:gd name="connsiteY2866" fmla="*/ 559487 h 765348"/>
              <a:gd name="connsiteX2867" fmla="*/ 381411 w 3286198"/>
              <a:gd name="connsiteY2867" fmla="*/ 558224 h 765348"/>
              <a:gd name="connsiteX2868" fmla="*/ 380148 w 3286198"/>
              <a:gd name="connsiteY2868" fmla="*/ 559487 h 765348"/>
              <a:gd name="connsiteX2869" fmla="*/ 380148 w 3286198"/>
              <a:gd name="connsiteY2869" fmla="*/ 563276 h 765348"/>
              <a:gd name="connsiteX2870" fmla="*/ 377622 w 3286198"/>
              <a:gd name="connsiteY2870" fmla="*/ 564539 h 765348"/>
              <a:gd name="connsiteX2871" fmla="*/ 376359 w 3286198"/>
              <a:gd name="connsiteY2871" fmla="*/ 562013 h 765348"/>
              <a:gd name="connsiteX2872" fmla="*/ 376359 w 3286198"/>
              <a:gd name="connsiteY2872" fmla="*/ 563276 h 765348"/>
              <a:gd name="connsiteX2873" fmla="*/ 376359 w 3286198"/>
              <a:gd name="connsiteY2873" fmla="*/ 565802 h 765348"/>
              <a:gd name="connsiteX2874" fmla="*/ 375096 w 3286198"/>
              <a:gd name="connsiteY2874" fmla="*/ 567065 h 765348"/>
              <a:gd name="connsiteX2875" fmla="*/ 373833 w 3286198"/>
              <a:gd name="connsiteY2875" fmla="*/ 563276 h 765348"/>
              <a:gd name="connsiteX2876" fmla="*/ 372571 w 3286198"/>
              <a:gd name="connsiteY2876" fmla="*/ 562013 h 765348"/>
              <a:gd name="connsiteX2877" fmla="*/ 372571 w 3286198"/>
              <a:gd name="connsiteY2877" fmla="*/ 563276 h 765348"/>
              <a:gd name="connsiteX2878" fmla="*/ 372571 w 3286198"/>
              <a:gd name="connsiteY2878" fmla="*/ 568328 h 765348"/>
              <a:gd name="connsiteX2879" fmla="*/ 372571 w 3286198"/>
              <a:gd name="connsiteY2879" fmla="*/ 568328 h 765348"/>
              <a:gd name="connsiteX2880" fmla="*/ 371308 w 3286198"/>
              <a:gd name="connsiteY2880" fmla="*/ 568328 h 765348"/>
              <a:gd name="connsiteX2881" fmla="*/ 371308 w 3286198"/>
              <a:gd name="connsiteY2881" fmla="*/ 567065 h 765348"/>
              <a:gd name="connsiteX2882" fmla="*/ 368782 w 3286198"/>
              <a:gd name="connsiteY2882" fmla="*/ 563276 h 765348"/>
              <a:gd name="connsiteX2883" fmla="*/ 368782 w 3286198"/>
              <a:gd name="connsiteY2883" fmla="*/ 564539 h 765348"/>
              <a:gd name="connsiteX2884" fmla="*/ 368782 w 3286198"/>
              <a:gd name="connsiteY2884" fmla="*/ 568328 h 765348"/>
              <a:gd name="connsiteX2885" fmla="*/ 368782 w 3286198"/>
              <a:gd name="connsiteY2885" fmla="*/ 569591 h 765348"/>
              <a:gd name="connsiteX2886" fmla="*/ 367519 w 3286198"/>
              <a:gd name="connsiteY2886" fmla="*/ 569591 h 765348"/>
              <a:gd name="connsiteX2887" fmla="*/ 366256 w 3286198"/>
              <a:gd name="connsiteY2887" fmla="*/ 567065 h 765348"/>
              <a:gd name="connsiteX2888" fmla="*/ 366256 w 3286198"/>
              <a:gd name="connsiteY2888" fmla="*/ 568328 h 765348"/>
              <a:gd name="connsiteX2889" fmla="*/ 366256 w 3286198"/>
              <a:gd name="connsiteY2889" fmla="*/ 570854 h 765348"/>
              <a:gd name="connsiteX2890" fmla="*/ 363730 w 3286198"/>
              <a:gd name="connsiteY2890" fmla="*/ 572117 h 765348"/>
              <a:gd name="connsiteX2891" fmla="*/ 363730 w 3286198"/>
              <a:gd name="connsiteY2891" fmla="*/ 570854 h 765348"/>
              <a:gd name="connsiteX2892" fmla="*/ 361204 w 3286198"/>
              <a:gd name="connsiteY2892" fmla="*/ 567065 h 765348"/>
              <a:gd name="connsiteX2893" fmla="*/ 361204 w 3286198"/>
              <a:gd name="connsiteY2893" fmla="*/ 572117 h 765348"/>
              <a:gd name="connsiteX2894" fmla="*/ 361204 w 3286198"/>
              <a:gd name="connsiteY2894" fmla="*/ 573380 h 765348"/>
              <a:gd name="connsiteX2895" fmla="*/ 358678 w 3286198"/>
              <a:gd name="connsiteY2895" fmla="*/ 573380 h 765348"/>
              <a:gd name="connsiteX2896" fmla="*/ 358678 w 3286198"/>
              <a:gd name="connsiteY2896" fmla="*/ 570854 h 765348"/>
              <a:gd name="connsiteX2897" fmla="*/ 356152 w 3286198"/>
              <a:gd name="connsiteY2897" fmla="*/ 568328 h 765348"/>
              <a:gd name="connsiteX2898" fmla="*/ 357415 w 3286198"/>
              <a:gd name="connsiteY2898" fmla="*/ 572117 h 765348"/>
              <a:gd name="connsiteX2899" fmla="*/ 357415 w 3286198"/>
              <a:gd name="connsiteY2899" fmla="*/ 573380 h 765348"/>
              <a:gd name="connsiteX2900" fmla="*/ 358678 w 3286198"/>
              <a:gd name="connsiteY2900" fmla="*/ 574643 h 765348"/>
              <a:gd name="connsiteX2901" fmla="*/ 358678 w 3286198"/>
              <a:gd name="connsiteY2901" fmla="*/ 572117 h 765348"/>
              <a:gd name="connsiteX2902" fmla="*/ 361204 w 3286198"/>
              <a:gd name="connsiteY2902" fmla="*/ 572117 h 765348"/>
              <a:gd name="connsiteX2903" fmla="*/ 362467 w 3286198"/>
              <a:gd name="connsiteY2903" fmla="*/ 573380 h 765348"/>
              <a:gd name="connsiteX2904" fmla="*/ 362467 w 3286198"/>
              <a:gd name="connsiteY2904" fmla="*/ 570854 h 765348"/>
              <a:gd name="connsiteX2905" fmla="*/ 364993 w 3286198"/>
              <a:gd name="connsiteY2905" fmla="*/ 570854 h 765348"/>
              <a:gd name="connsiteX2906" fmla="*/ 366256 w 3286198"/>
              <a:gd name="connsiteY2906" fmla="*/ 573380 h 765348"/>
              <a:gd name="connsiteX2907" fmla="*/ 367519 w 3286198"/>
              <a:gd name="connsiteY2907" fmla="*/ 570854 h 765348"/>
              <a:gd name="connsiteX2908" fmla="*/ 368782 w 3286198"/>
              <a:gd name="connsiteY2908" fmla="*/ 570854 h 765348"/>
              <a:gd name="connsiteX2909" fmla="*/ 370045 w 3286198"/>
              <a:gd name="connsiteY2909" fmla="*/ 572117 h 765348"/>
              <a:gd name="connsiteX2910" fmla="*/ 370045 w 3286198"/>
              <a:gd name="connsiteY2910" fmla="*/ 570854 h 765348"/>
              <a:gd name="connsiteX2911" fmla="*/ 370045 w 3286198"/>
              <a:gd name="connsiteY2911" fmla="*/ 570854 h 765348"/>
              <a:gd name="connsiteX2912" fmla="*/ 371308 w 3286198"/>
              <a:gd name="connsiteY2912" fmla="*/ 570854 h 765348"/>
              <a:gd name="connsiteX2913" fmla="*/ 371308 w 3286198"/>
              <a:gd name="connsiteY2913" fmla="*/ 572117 h 765348"/>
              <a:gd name="connsiteX2914" fmla="*/ 371308 w 3286198"/>
              <a:gd name="connsiteY2914" fmla="*/ 573380 h 765348"/>
              <a:gd name="connsiteX2915" fmla="*/ 372571 w 3286198"/>
              <a:gd name="connsiteY2915" fmla="*/ 570854 h 765348"/>
              <a:gd name="connsiteX2916" fmla="*/ 372571 w 3286198"/>
              <a:gd name="connsiteY2916" fmla="*/ 569591 h 765348"/>
              <a:gd name="connsiteX2917" fmla="*/ 375096 w 3286198"/>
              <a:gd name="connsiteY2917" fmla="*/ 569591 h 765348"/>
              <a:gd name="connsiteX2918" fmla="*/ 375096 w 3286198"/>
              <a:gd name="connsiteY2918" fmla="*/ 579694 h 765348"/>
              <a:gd name="connsiteX2919" fmla="*/ 377622 w 3286198"/>
              <a:gd name="connsiteY2919" fmla="*/ 573380 h 765348"/>
              <a:gd name="connsiteX2920" fmla="*/ 377622 w 3286198"/>
              <a:gd name="connsiteY2920" fmla="*/ 569591 h 765348"/>
              <a:gd name="connsiteX2921" fmla="*/ 380148 w 3286198"/>
              <a:gd name="connsiteY2921" fmla="*/ 568328 h 765348"/>
              <a:gd name="connsiteX2922" fmla="*/ 378885 w 3286198"/>
              <a:gd name="connsiteY2922" fmla="*/ 580957 h 765348"/>
              <a:gd name="connsiteX2923" fmla="*/ 382674 w 3286198"/>
              <a:gd name="connsiteY2923" fmla="*/ 569591 h 765348"/>
              <a:gd name="connsiteX2924" fmla="*/ 382674 w 3286198"/>
              <a:gd name="connsiteY2924" fmla="*/ 568328 h 765348"/>
              <a:gd name="connsiteX2925" fmla="*/ 385200 w 3286198"/>
              <a:gd name="connsiteY2925" fmla="*/ 568328 h 765348"/>
              <a:gd name="connsiteX2926" fmla="*/ 385200 w 3286198"/>
              <a:gd name="connsiteY2926" fmla="*/ 577169 h 765348"/>
              <a:gd name="connsiteX2927" fmla="*/ 390252 w 3286198"/>
              <a:gd name="connsiteY2927" fmla="*/ 564539 h 765348"/>
              <a:gd name="connsiteX2928" fmla="*/ 391515 w 3286198"/>
              <a:gd name="connsiteY2928" fmla="*/ 564539 h 765348"/>
              <a:gd name="connsiteX2929" fmla="*/ 390252 w 3286198"/>
              <a:gd name="connsiteY2929" fmla="*/ 574643 h 765348"/>
              <a:gd name="connsiteX2930" fmla="*/ 394041 w 3286198"/>
              <a:gd name="connsiteY2930" fmla="*/ 562013 h 765348"/>
              <a:gd name="connsiteX2931" fmla="*/ 394041 w 3286198"/>
              <a:gd name="connsiteY2931" fmla="*/ 569591 h 765348"/>
              <a:gd name="connsiteX2932" fmla="*/ 396567 w 3286198"/>
              <a:gd name="connsiteY2932" fmla="*/ 564539 h 765348"/>
              <a:gd name="connsiteX2933" fmla="*/ 402881 w 3286198"/>
              <a:gd name="connsiteY2933" fmla="*/ 588535 h 765348"/>
              <a:gd name="connsiteX2934" fmla="*/ 401618 w 3286198"/>
              <a:gd name="connsiteY2934" fmla="*/ 589798 h 765348"/>
              <a:gd name="connsiteX2935" fmla="*/ 397830 w 3286198"/>
              <a:gd name="connsiteY2935" fmla="*/ 574643 h 765348"/>
              <a:gd name="connsiteX2936" fmla="*/ 399092 w 3286198"/>
              <a:gd name="connsiteY2936" fmla="*/ 592324 h 765348"/>
              <a:gd name="connsiteX2937" fmla="*/ 397830 w 3286198"/>
              <a:gd name="connsiteY2937" fmla="*/ 593587 h 765348"/>
              <a:gd name="connsiteX2938" fmla="*/ 394041 w 3286198"/>
              <a:gd name="connsiteY2938" fmla="*/ 580957 h 765348"/>
              <a:gd name="connsiteX2939" fmla="*/ 395304 w 3286198"/>
              <a:gd name="connsiteY2939" fmla="*/ 596113 h 765348"/>
              <a:gd name="connsiteX2940" fmla="*/ 394041 w 3286198"/>
              <a:gd name="connsiteY2940" fmla="*/ 597376 h 765348"/>
              <a:gd name="connsiteX2941" fmla="*/ 390252 w 3286198"/>
              <a:gd name="connsiteY2941" fmla="*/ 586009 h 765348"/>
              <a:gd name="connsiteX2942" fmla="*/ 391515 w 3286198"/>
              <a:gd name="connsiteY2942" fmla="*/ 599902 h 765348"/>
              <a:gd name="connsiteX2943" fmla="*/ 388989 w 3286198"/>
              <a:gd name="connsiteY2943" fmla="*/ 602428 h 765348"/>
              <a:gd name="connsiteX2944" fmla="*/ 386463 w 3286198"/>
              <a:gd name="connsiteY2944" fmla="*/ 594850 h 765348"/>
              <a:gd name="connsiteX2945" fmla="*/ 387726 w 3286198"/>
              <a:gd name="connsiteY2945" fmla="*/ 604953 h 765348"/>
              <a:gd name="connsiteX2946" fmla="*/ 385200 w 3286198"/>
              <a:gd name="connsiteY2946" fmla="*/ 607479 h 765348"/>
              <a:gd name="connsiteX2947" fmla="*/ 382674 w 3286198"/>
              <a:gd name="connsiteY2947" fmla="*/ 601165 h 765348"/>
              <a:gd name="connsiteX2948" fmla="*/ 383937 w 3286198"/>
              <a:gd name="connsiteY2948" fmla="*/ 608742 h 765348"/>
              <a:gd name="connsiteX2949" fmla="*/ 381411 w 3286198"/>
              <a:gd name="connsiteY2949" fmla="*/ 610005 h 765348"/>
              <a:gd name="connsiteX2950" fmla="*/ 378885 w 3286198"/>
              <a:gd name="connsiteY2950" fmla="*/ 604953 h 765348"/>
              <a:gd name="connsiteX2951" fmla="*/ 380148 w 3286198"/>
              <a:gd name="connsiteY2951" fmla="*/ 610005 h 765348"/>
              <a:gd name="connsiteX2952" fmla="*/ 372571 w 3286198"/>
              <a:gd name="connsiteY2952" fmla="*/ 616320 h 765348"/>
              <a:gd name="connsiteX2953" fmla="*/ 402881 w 3286198"/>
              <a:gd name="connsiteY2953" fmla="*/ 597376 h 765348"/>
              <a:gd name="connsiteX2954" fmla="*/ 401618 w 3286198"/>
              <a:gd name="connsiteY2954" fmla="*/ 603691 h 765348"/>
              <a:gd name="connsiteX2955" fmla="*/ 400355 w 3286198"/>
              <a:gd name="connsiteY2955" fmla="*/ 601165 h 765348"/>
              <a:gd name="connsiteX2956" fmla="*/ 401618 w 3286198"/>
              <a:gd name="connsiteY2956" fmla="*/ 606216 h 765348"/>
              <a:gd name="connsiteX2957" fmla="*/ 399092 w 3286198"/>
              <a:gd name="connsiteY2957" fmla="*/ 611268 h 765348"/>
              <a:gd name="connsiteX2958" fmla="*/ 396567 w 3286198"/>
              <a:gd name="connsiteY2958" fmla="*/ 607479 h 765348"/>
              <a:gd name="connsiteX2959" fmla="*/ 397830 w 3286198"/>
              <a:gd name="connsiteY2959" fmla="*/ 612531 h 765348"/>
              <a:gd name="connsiteX2960" fmla="*/ 395304 w 3286198"/>
              <a:gd name="connsiteY2960" fmla="*/ 616320 h 765348"/>
              <a:gd name="connsiteX2961" fmla="*/ 394041 w 3286198"/>
              <a:gd name="connsiteY2961" fmla="*/ 612531 h 765348"/>
              <a:gd name="connsiteX2962" fmla="*/ 395304 w 3286198"/>
              <a:gd name="connsiteY2962" fmla="*/ 617583 h 765348"/>
              <a:gd name="connsiteX2963" fmla="*/ 392778 w 3286198"/>
              <a:gd name="connsiteY2963" fmla="*/ 621372 h 765348"/>
              <a:gd name="connsiteX2964" fmla="*/ 391515 w 3286198"/>
              <a:gd name="connsiteY2964" fmla="*/ 617583 h 765348"/>
              <a:gd name="connsiteX2965" fmla="*/ 392778 w 3286198"/>
              <a:gd name="connsiteY2965" fmla="*/ 622635 h 765348"/>
              <a:gd name="connsiteX2966" fmla="*/ 391515 w 3286198"/>
              <a:gd name="connsiteY2966" fmla="*/ 623898 h 765348"/>
              <a:gd name="connsiteX2967" fmla="*/ 392778 w 3286198"/>
              <a:gd name="connsiteY2967" fmla="*/ 622635 h 765348"/>
              <a:gd name="connsiteX2968" fmla="*/ 394041 w 3286198"/>
              <a:gd name="connsiteY2968" fmla="*/ 621372 h 765348"/>
              <a:gd name="connsiteX2969" fmla="*/ 410459 w 3286198"/>
              <a:gd name="connsiteY2969" fmla="*/ 591061 h 765348"/>
              <a:gd name="connsiteX2970" fmla="*/ 375096 w 3286198"/>
              <a:gd name="connsiteY2970" fmla="*/ 607479 h 765348"/>
              <a:gd name="connsiteX2971" fmla="*/ 376359 w 3286198"/>
              <a:gd name="connsiteY2971" fmla="*/ 612531 h 765348"/>
              <a:gd name="connsiteX2972" fmla="*/ 377622 w 3286198"/>
              <a:gd name="connsiteY2972" fmla="*/ 611268 h 765348"/>
              <a:gd name="connsiteX2973" fmla="*/ 375096 w 3286198"/>
              <a:gd name="connsiteY2973" fmla="*/ 607479 h 765348"/>
              <a:gd name="connsiteX2974" fmla="*/ 359941 w 3286198"/>
              <a:gd name="connsiteY2974" fmla="*/ 549384 h 765348"/>
              <a:gd name="connsiteX2975" fmla="*/ 361204 w 3286198"/>
              <a:gd name="connsiteY2975" fmla="*/ 555698 h 765348"/>
              <a:gd name="connsiteX2976" fmla="*/ 362467 w 3286198"/>
              <a:gd name="connsiteY2976" fmla="*/ 549384 h 765348"/>
              <a:gd name="connsiteX2977" fmla="*/ 361204 w 3286198"/>
              <a:gd name="connsiteY2977" fmla="*/ 543069 h 765348"/>
              <a:gd name="connsiteX2978" fmla="*/ 359941 w 3286198"/>
              <a:gd name="connsiteY2978" fmla="*/ 549384 h 765348"/>
              <a:gd name="connsiteX2979" fmla="*/ 363730 w 3286198"/>
              <a:gd name="connsiteY2979" fmla="*/ 548121 h 765348"/>
              <a:gd name="connsiteX2980" fmla="*/ 363730 w 3286198"/>
              <a:gd name="connsiteY2980" fmla="*/ 554435 h 765348"/>
              <a:gd name="connsiteX2981" fmla="*/ 366256 w 3286198"/>
              <a:gd name="connsiteY2981" fmla="*/ 548121 h 765348"/>
              <a:gd name="connsiteX2982" fmla="*/ 364993 w 3286198"/>
              <a:gd name="connsiteY2982" fmla="*/ 541806 h 765348"/>
              <a:gd name="connsiteX2983" fmla="*/ 363730 w 3286198"/>
              <a:gd name="connsiteY2983" fmla="*/ 548121 h 765348"/>
              <a:gd name="connsiteX2984" fmla="*/ 371308 w 3286198"/>
              <a:gd name="connsiteY2984" fmla="*/ 548121 h 765348"/>
              <a:gd name="connsiteX2985" fmla="*/ 371308 w 3286198"/>
              <a:gd name="connsiteY2985" fmla="*/ 554435 h 765348"/>
              <a:gd name="connsiteX2986" fmla="*/ 373833 w 3286198"/>
              <a:gd name="connsiteY2986" fmla="*/ 548121 h 765348"/>
              <a:gd name="connsiteX2987" fmla="*/ 373833 w 3286198"/>
              <a:gd name="connsiteY2987" fmla="*/ 541806 h 765348"/>
              <a:gd name="connsiteX2988" fmla="*/ 371308 w 3286198"/>
              <a:gd name="connsiteY2988" fmla="*/ 548121 h 765348"/>
              <a:gd name="connsiteX2989" fmla="*/ 377622 w 3286198"/>
              <a:gd name="connsiteY2989" fmla="*/ 546858 h 765348"/>
              <a:gd name="connsiteX2990" fmla="*/ 377622 w 3286198"/>
              <a:gd name="connsiteY2990" fmla="*/ 554435 h 765348"/>
              <a:gd name="connsiteX2991" fmla="*/ 380148 w 3286198"/>
              <a:gd name="connsiteY2991" fmla="*/ 546858 h 765348"/>
              <a:gd name="connsiteX2992" fmla="*/ 378885 w 3286198"/>
              <a:gd name="connsiteY2992" fmla="*/ 538017 h 765348"/>
              <a:gd name="connsiteX2993" fmla="*/ 377622 w 3286198"/>
              <a:gd name="connsiteY2993" fmla="*/ 546858 h 765348"/>
              <a:gd name="connsiteX2994" fmla="*/ 353626 w 3286198"/>
              <a:gd name="connsiteY2994" fmla="*/ 491288 h 765348"/>
              <a:gd name="connsiteX2995" fmla="*/ 375096 w 3286198"/>
              <a:gd name="connsiteY2995" fmla="*/ 507706 h 765348"/>
              <a:gd name="connsiteX2996" fmla="*/ 376359 w 3286198"/>
              <a:gd name="connsiteY2996" fmla="*/ 506443 h 765348"/>
              <a:gd name="connsiteX2997" fmla="*/ 353626 w 3286198"/>
              <a:gd name="connsiteY2997" fmla="*/ 491288 h 765348"/>
              <a:gd name="connsiteX2998" fmla="*/ 378885 w 3286198"/>
              <a:gd name="connsiteY2998" fmla="*/ 508969 h 765348"/>
              <a:gd name="connsiteX2999" fmla="*/ 380148 w 3286198"/>
              <a:gd name="connsiteY2999" fmla="*/ 511495 h 765348"/>
              <a:gd name="connsiteX3000" fmla="*/ 382674 w 3286198"/>
              <a:gd name="connsiteY3000" fmla="*/ 511495 h 765348"/>
              <a:gd name="connsiteX3001" fmla="*/ 381411 w 3286198"/>
              <a:gd name="connsiteY3001" fmla="*/ 508969 h 765348"/>
              <a:gd name="connsiteX3002" fmla="*/ 378885 w 3286198"/>
              <a:gd name="connsiteY3002" fmla="*/ 508969 h 765348"/>
              <a:gd name="connsiteX3003" fmla="*/ 419300 w 3286198"/>
              <a:gd name="connsiteY3003" fmla="*/ 550647 h 765348"/>
              <a:gd name="connsiteX3004" fmla="*/ 418037 w 3286198"/>
              <a:gd name="connsiteY3004" fmla="*/ 543069 h 765348"/>
              <a:gd name="connsiteX3005" fmla="*/ 416774 w 3286198"/>
              <a:gd name="connsiteY3005" fmla="*/ 543069 h 765348"/>
              <a:gd name="connsiteX3006" fmla="*/ 419300 w 3286198"/>
              <a:gd name="connsiteY3006" fmla="*/ 550647 h 765348"/>
              <a:gd name="connsiteX3007" fmla="*/ 420563 w 3286198"/>
              <a:gd name="connsiteY3007" fmla="*/ 543069 h 765348"/>
              <a:gd name="connsiteX3008" fmla="*/ 421826 w 3286198"/>
              <a:gd name="connsiteY3008" fmla="*/ 541806 h 765348"/>
              <a:gd name="connsiteX3009" fmla="*/ 414248 w 3286198"/>
              <a:gd name="connsiteY3009" fmla="*/ 534228 h 765348"/>
              <a:gd name="connsiteX3010" fmla="*/ 420563 w 3286198"/>
              <a:gd name="connsiteY3010" fmla="*/ 543069 h 765348"/>
              <a:gd name="connsiteX3011" fmla="*/ 423089 w 3286198"/>
              <a:gd name="connsiteY3011" fmla="*/ 536754 h 765348"/>
              <a:gd name="connsiteX3012" fmla="*/ 425614 w 3286198"/>
              <a:gd name="connsiteY3012" fmla="*/ 534228 h 765348"/>
              <a:gd name="connsiteX3013" fmla="*/ 415511 w 3286198"/>
              <a:gd name="connsiteY3013" fmla="*/ 521599 h 765348"/>
              <a:gd name="connsiteX3014" fmla="*/ 423089 w 3286198"/>
              <a:gd name="connsiteY3014" fmla="*/ 536754 h 765348"/>
              <a:gd name="connsiteX3015" fmla="*/ 426877 w 3286198"/>
              <a:gd name="connsiteY3015" fmla="*/ 527913 h 765348"/>
              <a:gd name="connsiteX3016" fmla="*/ 416774 w 3286198"/>
              <a:gd name="connsiteY3016" fmla="*/ 512758 h 765348"/>
              <a:gd name="connsiteX3017" fmla="*/ 424351 w 3286198"/>
              <a:gd name="connsiteY3017" fmla="*/ 529176 h 765348"/>
              <a:gd name="connsiteX3018" fmla="*/ 426877 w 3286198"/>
              <a:gd name="connsiteY3018" fmla="*/ 527913 h 765348"/>
              <a:gd name="connsiteX3019" fmla="*/ 419300 w 3286198"/>
              <a:gd name="connsiteY3019" fmla="*/ 508969 h 765348"/>
              <a:gd name="connsiteX3020" fmla="*/ 426877 w 3286198"/>
              <a:gd name="connsiteY3020" fmla="*/ 521599 h 765348"/>
              <a:gd name="connsiteX3021" fmla="*/ 429403 w 3286198"/>
              <a:gd name="connsiteY3021" fmla="*/ 519073 h 765348"/>
              <a:gd name="connsiteX3022" fmla="*/ 419300 w 3286198"/>
              <a:gd name="connsiteY3022" fmla="*/ 508969 h 765348"/>
              <a:gd name="connsiteX3023" fmla="*/ 426877 w 3286198"/>
              <a:gd name="connsiteY3023" fmla="*/ 617583 h 765348"/>
              <a:gd name="connsiteX3024" fmla="*/ 430666 w 3286198"/>
              <a:gd name="connsiteY3024" fmla="*/ 616320 h 765348"/>
              <a:gd name="connsiteX3025" fmla="*/ 430666 w 3286198"/>
              <a:gd name="connsiteY3025" fmla="*/ 615057 h 765348"/>
              <a:gd name="connsiteX3026" fmla="*/ 430666 w 3286198"/>
              <a:gd name="connsiteY3026" fmla="*/ 616320 h 765348"/>
              <a:gd name="connsiteX3027" fmla="*/ 429403 w 3286198"/>
              <a:gd name="connsiteY3027" fmla="*/ 617583 h 765348"/>
              <a:gd name="connsiteX3028" fmla="*/ 429403 w 3286198"/>
              <a:gd name="connsiteY3028" fmla="*/ 620109 h 765348"/>
              <a:gd name="connsiteX3029" fmla="*/ 431929 w 3286198"/>
              <a:gd name="connsiteY3029" fmla="*/ 618846 h 765348"/>
              <a:gd name="connsiteX3030" fmla="*/ 433192 w 3286198"/>
              <a:gd name="connsiteY3030" fmla="*/ 617583 h 765348"/>
              <a:gd name="connsiteX3031" fmla="*/ 434455 w 3286198"/>
              <a:gd name="connsiteY3031" fmla="*/ 620109 h 765348"/>
              <a:gd name="connsiteX3032" fmla="*/ 433192 w 3286198"/>
              <a:gd name="connsiteY3032" fmla="*/ 613794 h 765348"/>
              <a:gd name="connsiteX3033" fmla="*/ 430666 w 3286198"/>
              <a:gd name="connsiteY3033" fmla="*/ 611268 h 765348"/>
              <a:gd name="connsiteX3034" fmla="*/ 429403 w 3286198"/>
              <a:gd name="connsiteY3034" fmla="*/ 607479 h 765348"/>
              <a:gd name="connsiteX3035" fmla="*/ 424351 w 3286198"/>
              <a:gd name="connsiteY3035" fmla="*/ 602428 h 765348"/>
              <a:gd name="connsiteX3036" fmla="*/ 424351 w 3286198"/>
              <a:gd name="connsiteY3036" fmla="*/ 604953 h 765348"/>
              <a:gd name="connsiteX3037" fmla="*/ 423089 w 3286198"/>
              <a:gd name="connsiteY3037" fmla="*/ 607479 h 765348"/>
              <a:gd name="connsiteX3038" fmla="*/ 425614 w 3286198"/>
              <a:gd name="connsiteY3038" fmla="*/ 606216 h 765348"/>
              <a:gd name="connsiteX3039" fmla="*/ 426877 w 3286198"/>
              <a:gd name="connsiteY3039" fmla="*/ 607479 h 765348"/>
              <a:gd name="connsiteX3040" fmla="*/ 425614 w 3286198"/>
              <a:gd name="connsiteY3040" fmla="*/ 607479 h 765348"/>
              <a:gd name="connsiteX3041" fmla="*/ 424351 w 3286198"/>
              <a:gd name="connsiteY3041" fmla="*/ 611268 h 765348"/>
              <a:gd name="connsiteX3042" fmla="*/ 428140 w 3286198"/>
              <a:gd name="connsiteY3042" fmla="*/ 610005 h 765348"/>
              <a:gd name="connsiteX3043" fmla="*/ 428140 w 3286198"/>
              <a:gd name="connsiteY3043" fmla="*/ 611268 h 765348"/>
              <a:gd name="connsiteX3044" fmla="*/ 426877 w 3286198"/>
              <a:gd name="connsiteY3044" fmla="*/ 612531 h 765348"/>
              <a:gd name="connsiteX3045" fmla="*/ 426877 w 3286198"/>
              <a:gd name="connsiteY3045" fmla="*/ 617583 h 765348"/>
              <a:gd name="connsiteX3046" fmla="*/ 429403 w 3286198"/>
              <a:gd name="connsiteY3046" fmla="*/ 622635 h 765348"/>
              <a:gd name="connsiteX3047" fmla="*/ 428140 w 3286198"/>
              <a:gd name="connsiteY3047" fmla="*/ 626424 h 765348"/>
              <a:gd name="connsiteX3048" fmla="*/ 431929 w 3286198"/>
              <a:gd name="connsiteY3048" fmla="*/ 623898 h 765348"/>
              <a:gd name="connsiteX3049" fmla="*/ 433192 w 3286198"/>
              <a:gd name="connsiteY3049" fmla="*/ 620109 h 765348"/>
              <a:gd name="connsiteX3050" fmla="*/ 429403 w 3286198"/>
              <a:gd name="connsiteY3050" fmla="*/ 622635 h 765348"/>
              <a:gd name="connsiteX3051" fmla="*/ 430666 w 3286198"/>
              <a:gd name="connsiteY3051" fmla="*/ 663049 h 765348"/>
              <a:gd name="connsiteX3052" fmla="*/ 430666 w 3286198"/>
              <a:gd name="connsiteY3052" fmla="*/ 660523 h 765348"/>
              <a:gd name="connsiteX3053" fmla="*/ 428140 w 3286198"/>
              <a:gd name="connsiteY3053" fmla="*/ 656734 h 765348"/>
              <a:gd name="connsiteX3054" fmla="*/ 428140 w 3286198"/>
              <a:gd name="connsiteY3054" fmla="*/ 659260 h 765348"/>
              <a:gd name="connsiteX3055" fmla="*/ 430666 w 3286198"/>
              <a:gd name="connsiteY3055" fmla="*/ 663049 h 765348"/>
              <a:gd name="connsiteX3056" fmla="*/ 433192 w 3286198"/>
              <a:gd name="connsiteY3056" fmla="*/ 660523 h 765348"/>
              <a:gd name="connsiteX3057" fmla="*/ 433192 w 3286198"/>
              <a:gd name="connsiteY3057" fmla="*/ 657997 h 765348"/>
              <a:gd name="connsiteX3058" fmla="*/ 431929 w 3286198"/>
              <a:gd name="connsiteY3058" fmla="*/ 656734 h 765348"/>
              <a:gd name="connsiteX3059" fmla="*/ 431929 w 3286198"/>
              <a:gd name="connsiteY3059" fmla="*/ 659260 h 765348"/>
              <a:gd name="connsiteX3060" fmla="*/ 433192 w 3286198"/>
              <a:gd name="connsiteY3060" fmla="*/ 660523 h 765348"/>
              <a:gd name="connsiteX3061" fmla="*/ 438244 w 3286198"/>
              <a:gd name="connsiteY3061" fmla="*/ 660523 h 765348"/>
              <a:gd name="connsiteX3062" fmla="*/ 440770 w 3286198"/>
              <a:gd name="connsiteY3062" fmla="*/ 659260 h 765348"/>
              <a:gd name="connsiteX3063" fmla="*/ 438244 w 3286198"/>
              <a:gd name="connsiteY3063" fmla="*/ 657997 h 765348"/>
              <a:gd name="connsiteX3064" fmla="*/ 436981 w 3286198"/>
              <a:gd name="connsiteY3064" fmla="*/ 659260 h 765348"/>
              <a:gd name="connsiteX3065" fmla="*/ 438244 w 3286198"/>
              <a:gd name="connsiteY3065" fmla="*/ 660523 h 765348"/>
              <a:gd name="connsiteX3066" fmla="*/ 439507 w 3286198"/>
              <a:gd name="connsiteY3066" fmla="*/ 646631 h 765348"/>
              <a:gd name="connsiteX3067" fmla="*/ 435718 w 3286198"/>
              <a:gd name="connsiteY3067" fmla="*/ 636527 h 765348"/>
              <a:gd name="connsiteX3068" fmla="*/ 434455 w 3286198"/>
              <a:gd name="connsiteY3068" fmla="*/ 645368 h 765348"/>
              <a:gd name="connsiteX3069" fmla="*/ 439507 w 3286198"/>
              <a:gd name="connsiteY3069" fmla="*/ 646631 h 765348"/>
              <a:gd name="connsiteX3070" fmla="*/ 453399 w 3286198"/>
              <a:gd name="connsiteY3070" fmla="*/ 602428 h 765348"/>
              <a:gd name="connsiteX3071" fmla="*/ 453399 w 3286198"/>
              <a:gd name="connsiteY3071" fmla="*/ 597376 h 765348"/>
              <a:gd name="connsiteX3072" fmla="*/ 450873 w 3286198"/>
              <a:gd name="connsiteY3072" fmla="*/ 601165 h 765348"/>
              <a:gd name="connsiteX3073" fmla="*/ 449611 w 3286198"/>
              <a:gd name="connsiteY3073" fmla="*/ 604953 h 765348"/>
              <a:gd name="connsiteX3074" fmla="*/ 453399 w 3286198"/>
              <a:gd name="connsiteY3074" fmla="*/ 602428 h 765348"/>
              <a:gd name="connsiteX3075" fmla="*/ 466029 w 3286198"/>
              <a:gd name="connsiteY3075" fmla="*/ 652946 h 765348"/>
              <a:gd name="connsiteX3076" fmla="*/ 454662 w 3286198"/>
              <a:gd name="connsiteY3076" fmla="*/ 656734 h 765348"/>
              <a:gd name="connsiteX3077" fmla="*/ 463503 w 3286198"/>
              <a:gd name="connsiteY3077" fmla="*/ 656734 h 765348"/>
              <a:gd name="connsiteX3078" fmla="*/ 468555 w 3286198"/>
              <a:gd name="connsiteY3078" fmla="*/ 657997 h 765348"/>
              <a:gd name="connsiteX3079" fmla="*/ 466029 w 3286198"/>
              <a:gd name="connsiteY3079" fmla="*/ 652946 h 765348"/>
              <a:gd name="connsiteX3080" fmla="*/ 463503 w 3286198"/>
              <a:gd name="connsiteY3080" fmla="*/ 607479 h 765348"/>
              <a:gd name="connsiteX3081" fmla="*/ 464766 w 3286198"/>
              <a:gd name="connsiteY3081" fmla="*/ 602428 h 765348"/>
              <a:gd name="connsiteX3082" fmla="*/ 460977 w 3286198"/>
              <a:gd name="connsiteY3082" fmla="*/ 606216 h 765348"/>
              <a:gd name="connsiteX3083" fmla="*/ 459714 w 3286198"/>
              <a:gd name="connsiteY3083" fmla="*/ 611268 h 765348"/>
              <a:gd name="connsiteX3084" fmla="*/ 463503 w 3286198"/>
              <a:gd name="connsiteY3084" fmla="*/ 607479 h 765348"/>
              <a:gd name="connsiteX3085" fmla="*/ 468555 w 3286198"/>
              <a:gd name="connsiteY3085" fmla="*/ 607479 h 765348"/>
              <a:gd name="connsiteX3086" fmla="*/ 468555 w 3286198"/>
              <a:gd name="connsiteY3086" fmla="*/ 603691 h 765348"/>
              <a:gd name="connsiteX3087" fmla="*/ 466029 w 3286198"/>
              <a:gd name="connsiteY3087" fmla="*/ 606216 h 765348"/>
              <a:gd name="connsiteX3088" fmla="*/ 466029 w 3286198"/>
              <a:gd name="connsiteY3088" fmla="*/ 610005 h 765348"/>
              <a:gd name="connsiteX3089" fmla="*/ 468555 w 3286198"/>
              <a:gd name="connsiteY3089" fmla="*/ 607479 h 765348"/>
              <a:gd name="connsiteX3090" fmla="*/ 490025 w 3286198"/>
              <a:gd name="connsiteY3090" fmla="*/ 515284 h 765348"/>
              <a:gd name="connsiteX3091" fmla="*/ 483710 w 3286198"/>
              <a:gd name="connsiteY3091" fmla="*/ 525388 h 765348"/>
              <a:gd name="connsiteX3092" fmla="*/ 476132 w 3286198"/>
              <a:gd name="connsiteY3092" fmla="*/ 526651 h 765348"/>
              <a:gd name="connsiteX3093" fmla="*/ 482447 w 3286198"/>
              <a:gd name="connsiteY3093" fmla="*/ 530439 h 765348"/>
              <a:gd name="connsiteX3094" fmla="*/ 482447 w 3286198"/>
              <a:gd name="connsiteY3094" fmla="*/ 538017 h 765348"/>
              <a:gd name="connsiteX3095" fmla="*/ 484973 w 3286198"/>
              <a:gd name="connsiteY3095" fmla="*/ 535491 h 765348"/>
              <a:gd name="connsiteX3096" fmla="*/ 486236 w 3286198"/>
              <a:gd name="connsiteY3096" fmla="*/ 541806 h 765348"/>
              <a:gd name="connsiteX3097" fmla="*/ 490025 w 3286198"/>
              <a:gd name="connsiteY3097" fmla="*/ 538017 h 765348"/>
              <a:gd name="connsiteX3098" fmla="*/ 491288 w 3286198"/>
              <a:gd name="connsiteY3098" fmla="*/ 549384 h 765348"/>
              <a:gd name="connsiteX3099" fmla="*/ 493814 w 3286198"/>
              <a:gd name="connsiteY3099" fmla="*/ 543069 h 765348"/>
              <a:gd name="connsiteX3100" fmla="*/ 495077 w 3286198"/>
              <a:gd name="connsiteY3100" fmla="*/ 549384 h 765348"/>
              <a:gd name="connsiteX3101" fmla="*/ 497603 w 3286198"/>
              <a:gd name="connsiteY3101" fmla="*/ 549384 h 765348"/>
              <a:gd name="connsiteX3102" fmla="*/ 496340 w 3286198"/>
              <a:gd name="connsiteY3102" fmla="*/ 536754 h 765348"/>
              <a:gd name="connsiteX3103" fmla="*/ 492551 w 3286198"/>
              <a:gd name="connsiteY3103" fmla="*/ 540543 h 765348"/>
              <a:gd name="connsiteX3104" fmla="*/ 492551 w 3286198"/>
              <a:gd name="connsiteY3104" fmla="*/ 535491 h 765348"/>
              <a:gd name="connsiteX3105" fmla="*/ 487499 w 3286198"/>
              <a:gd name="connsiteY3105" fmla="*/ 530439 h 765348"/>
              <a:gd name="connsiteX3106" fmla="*/ 497603 w 3286198"/>
              <a:gd name="connsiteY3106" fmla="*/ 530439 h 765348"/>
              <a:gd name="connsiteX3107" fmla="*/ 500129 w 3286198"/>
              <a:gd name="connsiteY3107" fmla="*/ 530439 h 765348"/>
              <a:gd name="connsiteX3108" fmla="*/ 496340 w 3286198"/>
              <a:gd name="connsiteY3108" fmla="*/ 536754 h 765348"/>
              <a:gd name="connsiteX3109" fmla="*/ 501392 w 3286198"/>
              <a:gd name="connsiteY3109" fmla="*/ 554435 h 765348"/>
              <a:gd name="connsiteX3110" fmla="*/ 498866 w 3286198"/>
              <a:gd name="connsiteY3110" fmla="*/ 539280 h 765348"/>
              <a:gd name="connsiteX3111" fmla="*/ 510232 w 3286198"/>
              <a:gd name="connsiteY3111" fmla="*/ 556961 h 765348"/>
              <a:gd name="connsiteX3112" fmla="*/ 502654 w 3286198"/>
              <a:gd name="connsiteY3112" fmla="*/ 540543 h 765348"/>
              <a:gd name="connsiteX3113" fmla="*/ 517810 w 3286198"/>
              <a:gd name="connsiteY3113" fmla="*/ 549384 h 765348"/>
              <a:gd name="connsiteX3114" fmla="*/ 503917 w 3286198"/>
              <a:gd name="connsiteY3114" fmla="*/ 536754 h 765348"/>
              <a:gd name="connsiteX3115" fmla="*/ 512758 w 3286198"/>
              <a:gd name="connsiteY3115" fmla="*/ 541806 h 765348"/>
              <a:gd name="connsiteX3116" fmla="*/ 503917 w 3286198"/>
              <a:gd name="connsiteY3116" fmla="*/ 531702 h 765348"/>
              <a:gd name="connsiteX3117" fmla="*/ 507706 w 3286198"/>
              <a:gd name="connsiteY3117" fmla="*/ 531702 h 765348"/>
              <a:gd name="connsiteX3118" fmla="*/ 502654 w 3286198"/>
              <a:gd name="connsiteY3118" fmla="*/ 525388 h 765348"/>
              <a:gd name="connsiteX3119" fmla="*/ 506443 w 3286198"/>
              <a:gd name="connsiteY3119" fmla="*/ 526651 h 765348"/>
              <a:gd name="connsiteX3120" fmla="*/ 496340 w 3286198"/>
              <a:gd name="connsiteY3120" fmla="*/ 524125 h 765348"/>
              <a:gd name="connsiteX3121" fmla="*/ 491288 w 3286198"/>
              <a:gd name="connsiteY3121" fmla="*/ 522862 h 765348"/>
              <a:gd name="connsiteX3122" fmla="*/ 493814 w 3286198"/>
              <a:gd name="connsiteY3122" fmla="*/ 517810 h 765348"/>
              <a:gd name="connsiteX3123" fmla="*/ 493814 w 3286198"/>
              <a:gd name="connsiteY3123" fmla="*/ 512758 h 765348"/>
              <a:gd name="connsiteX3124" fmla="*/ 496340 w 3286198"/>
              <a:gd name="connsiteY3124" fmla="*/ 511495 h 765348"/>
              <a:gd name="connsiteX3125" fmla="*/ 491288 w 3286198"/>
              <a:gd name="connsiteY3125" fmla="*/ 507706 h 765348"/>
              <a:gd name="connsiteX3126" fmla="*/ 492551 w 3286198"/>
              <a:gd name="connsiteY3126" fmla="*/ 506443 h 765348"/>
              <a:gd name="connsiteX3127" fmla="*/ 490025 w 3286198"/>
              <a:gd name="connsiteY3127" fmla="*/ 503917 h 765348"/>
              <a:gd name="connsiteX3128" fmla="*/ 486236 w 3286198"/>
              <a:gd name="connsiteY3128" fmla="*/ 510232 h 765348"/>
              <a:gd name="connsiteX3129" fmla="*/ 490025 w 3286198"/>
              <a:gd name="connsiteY3129" fmla="*/ 511495 h 765348"/>
              <a:gd name="connsiteX3130" fmla="*/ 490025 w 3286198"/>
              <a:gd name="connsiteY3130" fmla="*/ 515284 h 765348"/>
              <a:gd name="connsiteX3131" fmla="*/ 466029 w 3286198"/>
              <a:gd name="connsiteY3131" fmla="*/ 483710 h 765348"/>
              <a:gd name="connsiteX3132" fmla="*/ 472344 w 3286198"/>
              <a:gd name="connsiteY3132" fmla="*/ 508969 h 765348"/>
              <a:gd name="connsiteX3133" fmla="*/ 476132 w 3286198"/>
              <a:gd name="connsiteY3133" fmla="*/ 516547 h 765348"/>
              <a:gd name="connsiteX3134" fmla="*/ 479921 w 3286198"/>
              <a:gd name="connsiteY3134" fmla="*/ 512758 h 765348"/>
              <a:gd name="connsiteX3135" fmla="*/ 477395 w 3286198"/>
              <a:gd name="connsiteY3135" fmla="*/ 511495 h 765348"/>
              <a:gd name="connsiteX3136" fmla="*/ 481184 w 3286198"/>
              <a:gd name="connsiteY3136" fmla="*/ 511495 h 765348"/>
              <a:gd name="connsiteX3137" fmla="*/ 476132 w 3286198"/>
              <a:gd name="connsiteY3137" fmla="*/ 508969 h 765348"/>
              <a:gd name="connsiteX3138" fmla="*/ 481184 w 3286198"/>
              <a:gd name="connsiteY3138" fmla="*/ 507706 h 765348"/>
              <a:gd name="connsiteX3139" fmla="*/ 474870 w 3286198"/>
              <a:gd name="connsiteY3139" fmla="*/ 505180 h 765348"/>
              <a:gd name="connsiteX3140" fmla="*/ 479921 w 3286198"/>
              <a:gd name="connsiteY3140" fmla="*/ 503917 h 765348"/>
              <a:gd name="connsiteX3141" fmla="*/ 472344 w 3286198"/>
              <a:gd name="connsiteY3141" fmla="*/ 500129 h 765348"/>
              <a:gd name="connsiteX3142" fmla="*/ 477395 w 3286198"/>
              <a:gd name="connsiteY3142" fmla="*/ 498866 h 765348"/>
              <a:gd name="connsiteX3143" fmla="*/ 472344 w 3286198"/>
              <a:gd name="connsiteY3143" fmla="*/ 495077 h 765348"/>
              <a:gd name="connsiteX3144" fmla="*/ 476132 w 3286198"/>
              <a:gd name="connsiteY3144" fmla="*/ 493814 h 765348"/>
              <a:gd name="connsiteX3145" fmla="*/ 469818 w 3286198"/>
              <a:gd name="connsiteY3145" fmla="*/ 490025 h 765348"/>
              <a:gd name="connsiteX3146" fmla="*/ 473607 w 3286198"/>
              <a:gd name="connsiteY3146" fmla="*/ 488762 h 765348"/>
              <a:gd name="connsiteX3147" fmla="*/ 469818 w 3286198"/>
              <a:gd name="connsiteY3147" fmla="*/ 487499 h 765348"/>
              <a:gd name="connsiteX3148" fmla="*/ 473607 w 3286198"/>
              <a:gd name="connsiteY3148" fmla="*/ 486236 h 765348"/>
              <a:gd name="connsiteX3149" fmla="*/ 466029 w 3286198"/>
              <a:gd name="connsiteY3149" fmla="*/ 483710 h 765348"/>
              <a:gd name="connsiteX3150" fmla="*/ 467292 w 3286198"/>
              <a:gd name="connsiteY3150" fmla="*/ 514021 h 765348"/>
              <a:gd name="connsiteX3151" fmla="*/ 468555 w 3286198"/>
              <a:gd name="connsiteY3151" fmla="*/ 511495 h 765348"/>
              <a:gd name="connsiteX3152" fmla="*/ 464766 w 3286198"/>
              <a:gd name="connsiteY3152" fmla="*/ 511495 h 765348"/>
              <a:gd name="connsiteX3153" fmla="*/ 463503 w 3286198"/>
              <a:gd name="connsiteY3153" fmla="*/ 514021 h 765348"/>
              <a:gd name="connsiteX3154" fmla="*/ 467292 w 3286198"/>
              <a:gd name="connsiteY3154" fmla="*/ 514021 h 765348"/>
              <a:gd name="connsiteX3155" fmla="*/ 464766 w 3286198"/>
              <a:gd name="connsiteY3155" fmla="*/ 508969 h 765348"/>
              <a:gd name="connsiteX3156" fmla="*/ 464766 w 3286198"/>
              <a:gd name="connsiteY3156" fmla="*/ 505180 h 765348"/>
              <a:gd name="connsiteX3157" fmla="*/ 459714 w 3286198"/>
              <a:gd name="connsiteY3157" fmla="*/ 507706 h 765348"/>
              <a:gd name="connsiteX3158" fmla="*/ 460977 w 3286198"/>
              <a:gd name="connsiteY3158" fmla="*/ 511495 h 765348"/>
              <a:gd name="connsiteX3159" fmla="*/ 464766 w 3286198"/>
              <a:gd name="connsiteY3159" fmla="*/ 508969 h 765348"/>
              <a:gd name="connsiteX3160" fmla="*/ 457188 w 3286198"/>
              <a:gd name="connsiteY3160" fmla="*/ 503917 h 765348"/>
              <a:gd name="connsiteX3161" fmla="*/ 459714 w 3286198"/>
              <a:gd name="connsiteY3161" fmla="*/ 502654 h 765348"/>
              <a:gd name="connsiteX3162" fmla="*/ 459714 w 3286198"/>
              <a:gd name="connsiteY3162" fmla="*/ 498866 h 765348"/>
              <a:gd name="connsiteX3163" fmla="*/ 457188 w 3286198"/>
              <a:gd name="connsiteY3163" fmla="*/ 500129 h 765348"/>
              <a:gd name="connsiteX3164" fmla="*/ 457188 w 3286198"/>
              <a:gd name="connsiteY3164" fmla="*/ 503917 h 765348"/>
              <a:gd name="connsiteX3165" fmla="*/ 459714 w 3286198"/>
              <a:gd name="connsiteY3165" fmla="*/ 483710 h 765348"/>
              <a:gd name="connsiteX3166" fmla="*/ 463503 w 3286198"/>
              <a:gd name="connsiteY3166" fmla="*/ 474870 h 765348"/>
              <a:gd name="connsiteX3167" fmla="*/ 457188 w 3286198"/>
              <a:gd name="connsiteY3167" fmla="*/ 481184 h 765348"/>
              <a:gd name="connsiteX3168" fmla="*/ 458451 w 3286198"/>
              <a:gd name="connsiteY3168" fmla="*/ 491288 h 765348"/>
              <a:gd name="connsiteX3169" fmla="*/ 459714 w 3286198"/>
              <a:gd name="connsiteY3169" fmla="*/ 483710 h 765348"/>
              <a:gd name="connsiteX3170" fmla="*/ 457188 w 3286198"/>
              <a:gd name="connsiteY3170" fmla="*/ 473607 h 765348"/>
              <a:gd name="connsiteX3171" fmla="*/ 455925 w 3286198"/>
              <a:gd name="connsiteY3171" fmla="*/ 477395 h 765348"/>
              <a:gd name="connsiteX3172" fmla="*/ 459714 w 3286198"/>
              <a:gd name="connsiteY3172" fmla="*/ 474870 h 765348"/>
              <a:gd name="connsiteX3173" fmla="*/ 460977 w 3286198"/>
              <a:gd name="connsiteY3173" fmla="*/ 471081 h 765348"/>
              <a:gd name="connsiteX3174" fmla="*/ 457188 w 3286198"/>
              <a:gd name="connsiteY3174" fmla="*/ 473607 h 765348"/>
              <a:gd name="connsiteX3175" fmla="*/ 455925 w 3286198"/>
              <a:gd name="connsiteY3175" fmla="*/ 492551 h 765348"/>
              <a:gd name="connsiteX3176" fmla="*/ 453399 w 3286198"/>
              <a:gd name="connsiteY3176" fmla="*/ 495077 h 765348"/>
              <a:gd name="connsiteX3177" fmla="*/ 455925 w 3286198"/>
              <a:gd name="connsiteY3177" fmla="*/ 496340 h 765348"/>
              <a:gd name="connsiteX3178" fmla="*/ 457188 w 3286198"/>
              <a:gd name="connsiteY3178" fmla="*/ 495077 h 765348"/>
              <a:gd name="connsiteX3179" fmla="*/ 455925 w 3286198"/>
              <a:gd name="connsiteY3179" fmla="*/ 492551 h 765348"/>
              <a:gd name="connsiteX3180" fmla="*/ 454662 w 3286198"/>
              <a:gd name="connsiteY3180" fmla="*/ 503917 h 765348"/>
              <a:gd name="connsiteX3181" fmla="*/ 452136 w 3286198"/>
              <a:gd name="connsiteY3181" fmla="*/ 498866 h 765348"/>
              <a:gd name="connsiteX3182" fmla="*/ 449611 w 3286198"/>
              <a:gd name="connsiteY3182" fmla="*/ 493814 h 765348"/>
              <a:gd name="connsiteX3183" fmla="*/ 434455 w 3286198"/>
              <a:gd name="connsiteY3183" fmla="*/ 482447 h 765348"/>
              <a:gd name="connsiteX3184" fmla="*/ 439507 w 3286198"/>
              <a:gd name="connsiteY3184" fmla="*/ 479921 h 765348"/>
              <a:gd name="connsiteX3185" fmla="*/ 419300 w 3286198"/>
              <a:gd name="connsiteY3185" fmla="*/ 454662 h 765348"/>
              <a:gd name="connsiteX3186" fmla="*/ 409196 w 3286198"/>
              <a:gd name="connsiteY3186" fmla="*/ 452136 h 765348"/>
              <a:gd name="connsiteX3187" fmla="*/ 319527 w 3286198"/>
              <a:gd name="connsiteY3187" fmla="*/ 477395 h 765348"/>
              <a:gd name="connsiteX3188" fmla="*/ 295531 w 3286198"/>
              <a:gd name="connsiteY3188" fmla="*/ 481184 h 765348"/>
              <a:gd name="connsiteX3189" fmla="*/ 266483 w 3286198"/>
              <a:gd name="connsiteY3189" fmla="*/ 514021 h 765348"/>
              <a:gd name="connsiteX3190" fmla="*/ 266483 w 3286198"/>
              <a:gd name="connsiteY3190" fmla="*/ 543069 h 765348"/>
              <a:gd name="connsiteX3191" fmla="*/ 279112 w 3286198"/>
              <a:gd name="connsiteY3191" fmla="*/ 545595 h 765348"/>
              <a:gd name="connsiteX3192" fmla="*/ 300582 w 3286198"/>
              <a:gd name="connsiteY3192" fmla="*/ 544332 h 765348"/>
              <a:gd name="connsiteX3193" fmla="*/ 277849 w 3286198"/>
              <a:gd name="connsiteY3193" fmla="*/ 516547 h 765348"/>
              <a:gd name="connsiteX3194" fmla="*/ 281638 w 3286198"/>
              <a:gd name="connsiteY3194" fmla="*/ 512758 h 765348"/>
              <a:gd name="connsiteX3195" fmla="*/ 338471 w 3286198"/>
              <a:gd name="connsiteY3195" fmla="*/ 521599 h 765348"/>
              <a:gd name="connsiteX3196" fmla="*/ 338471 w 3286198"/>
              <a:gd name="connsiteY3196" fmla="*/ 511495 h 765348"/>
              <a:gd name="connsiteX3197" fmla="*/ 334682 w 3286198"/>
              <a:gd name="connsiteY3197" fmla="*/ 482447 h 765348"/>
              <a:gd name="connsiteX3198" fmla="*/ 375096 w 3286198"/>
              <a:gd name="connsiteY3198" fmla="*/ 502654 h 765348"/>
              <a:gd name="connsiteX3199" fmla="*/ 395304 w 3286198"/>
              <a:gd name="connsiteY3199" fmla="*/ 506443 h 765348"/>
              <a:gd name="connsiteX3200" fmla="*/ 415511 w 3286198"/>
              <a:gd name="connsiteY3200" fmla="*/ 502654 h 765348"/>
              <a:gd name="connsiteX3201" fmla="*/ 431929 w 3286198"/>
              <a:gd name="connsiteY3201" fmla="*/ 534228 h 765348"/>
              <a:gd name="connsiteX3202" fmla="*/ 428140 w 3286198"/>
              <a:gd name="connsiteY3202" fmla="*/ 569591 h 765348"/>
              <a:gd name="connsiteX3203" fmla="*/ 458451 w 3286198"/>
              <a:gd name="connsiteY3203" fmla="*/ 587272 h 765348"/>
              <a:gd name="connsiteX3204" fmla="*/ 477395 w 3286198"/>
              <a:gd name="connsiteY3204" fmla="*/ 567065 h 765348"/>
              <a:gd name="connsiteX3205" fmla="*/ 471081 w 3286198"/>
              <a:gd name="connsiteY3205" fmla="*/ 558224 h 765348"/>
              <a:gd name="connsiteX3206" fmla="*/ 469818 w 3286198"/>
              <a:gd name="connsiteY3206" fmla="*/ 551910 h 765348"/>
              <a:gd name="connsiteX3207" fmla="*/ 463503 w 3286198"/>
              <a:gd name="connsiteY3207" fmla="*/ 538017 h 765348"/>
              <a:gd name="connsiteX3208" fmla="*/ 457188 w 3286198"/>
              <a:gd name="connsiteY3208" fmla="*/ 524125 h 765348"/>
              <a:gd name="connsiteX3209" fmla="*/ 449611 w 3286198"/>
              <a:gd name="connsiteY3209" fmla="*/ 512758 h 765348"/>
              <a:gd name="connsiteX3210" fmla="*/ 450873 w 3286198"/>
              <a:gd name="connsiteY3210" fmla="*/ 505180 h 765348"/>
              <a:gd name="connsiteX3211" fmla="*/ 454662 w 3286198"/>
              <a:gd name="connsiteY3211" fmla="*/ 503917 h 765348"/>
              <a:gd name="connsiteX3212" fmla="*/ 448348 w 3286198"/>
              <a:gd name="connsiteY3212" fmla="*/ 477395 h 765348"/>
              <a:gd name="connsiteX3213" fmla="*/ 193231 w 3286198"/>
              <a:gd name="connsiteY3213" fmla="*/ 125032 h 765348"/>
              <a:gd name="connsiteX3214" fmla="*/ 188180 w 3286198"/>
              <a:gd name="connsiteY3214" fmla="*/ 130084 h 765348"/>
              <a:gd name="connsiteX3215" fmla="*/ 443296 w 3286198"/>
              <a:gd name="connsiteY3215" fmla="*/ 481184 h 765348"/>
              <a:gd name="connsiteX3216" fmla="*/ 442033 w 3286198"/>
              <a:gd name="connsiteY3216" fmla="*/ 483710 h 765348"/>
              <a:gd name="connsiteX3217" fmla="*/ 450873 w 3286198"/>
              <a:gd name="connsiteY3217" fmla="*/ 488762 h 765348"/>
              <a:gd name="connsiteX3218" fmla="*/ 448348 w 3286198"/>
              <a:gd name="connsiteY3218" fmla="*/ 477395 h 765348"/>
              <a:gd name="connsiteX3219" fmla="*/ 448348 w 3286198"/>
              <a:gd name="connsiteY3219" fmla="*/ 477395 h 765348"/>
              <a:gd name="connsiteX3220" fmla="*/ 525388 w 3286198"/>
              <a:gd name="connsiteY3220" fmla="*/ 391515 h 765348"/>
              <a:gd name="connsiteX3221" fmla="*/ 484973 w 3286198"/>
              <a:gd name="connsiteY3221" fmla="*/ 396567 h 765348"/>
              <a:gd name="connsiteX3222" fmla="*/ 463503 w 3286198"/>
              <a:gd name="connsiteY3222" fmla="*/ 394041 h 765348"/>
              <a:gd name="connsiteX3223" fmla="*/ 460977 w 3286198"/>
              <a:gd name="connsiteY3223" fmla="*/ 386463 h 765348"/>
              <a:gd name="connsiteX3224" fmla="*/ 459714 w 3286198"/>
              <a:gd name="connsiteY3224" fmla="*/ 381411 h 765348"/>
              <a:gd name="connsiteX3225" fmla="*/ 449611 w 3286198"/>
              <a:gd name="connsiteY3225" fmla="*/ 362467 h 765348"/>
              <a:gd name="connsiteX3226" fmla="*/ 453399 w 3286198"/>
              <a:gd name="connsiteY3226" fmla="*/ 367519 h 765348"/>
              <a:gd name="connsiteX3227" fmla="*/ 460977 w 3286198"/>
              <a:gd name="connsiteY3227" fmla="*/ 378885 h 765348"/>
              <a:gd name="connsiteX3228" fmla="*/ 450873 w 3286198"/>
              <a:gd name="connsiteY3228" fmla="*/ 354889 h 765348"/>
              <a:gd name="connsiteX3229" fmla="*/ 466029 w 3286198"/>
              <a:gd name="connsiteY3229" fmla="*/ 377622 h 765348"/>
              <a:gd name="connsiteX3230" fmla="*/ 453399 w 3286198"/>
              <a:gd name="connsiteY3230" fmla="*/ 352363 h 765348"/>
              <a:gd name="connsiteX3231" fmla="*/ 457188 w 3286198"/>
              <a:gd name="connsiteY3231" fmla="*/ 356152 h 765348"/>
              <a:gd name="connsiteX3232" fmla="*/ 462240 w 3286198"/>
              <a:gd name="connsiteY3232" fmla="*/ 361204 h 765348"/>
              <a:gd name="connsiteX3233" fmla="*/ 447085 w 3286198"/>
              <a:gd name="connsiteY3233" fmla="*/ 343523 h 765348"/>
              <a:gd name="connsiteX3234" fmla="*/ 434455 w 3286198"/>
              <a:gd name="connsiteY3234" fmla="*/ 344786 h 765348"/>
              <a:gd name="connsiteX3235" fmla="*/ 430666 w 3286198"/>
              <a:gd name="connsiteY3235" fmla="*/ 339734 h 765348"/>
              <a:gd name="connsiteX3236" fmla="*/ 425614 w 3286198"/>
              <a:gd name="connsiteY3236" fmla="*/ 339734 h 765348"/>
              <a:gd name="connsiteX3237" fmla="*/ 429403 w 3286198"/>
              <a:gd name="connsiteY3237" fmla="*/ 347311 h 765348"/>
              <a:gd name="connsiteX3238" fmla="*/ 428140 w 3286198"/>
              <a:gd name="connsiteY3238" fmla="*/ 347311 h 765348"/>
              <a:gd name="connsiteX3239" fmla="*/ 423089 w 3286198"/>
              <a:gd name="connsiteY3239" fmla="*/ 339734 h 765348"/>
              <a:gd name="connsiteX3240" fmla="*/ 419300 w 3286198"/>
              <a:gd name="connsiteY3240" fmla="*/ 339734 h 765348"/>
              <a:gd name="connsiteX3241" fmla="*/ 421826 w 3286198"/>
              <a:gd name="connsiteY3241" fmla="*/ 344786 h 765348"/>
              <a:gd name="connsiteX3242" fmla="*/ 416774 w 3286198"/>
              <a:gd name="connsiteY3242" fmla="*/ 338471 h 765348"/>
              <a:gd name="connsiteX3243" fmla="*/ 411722 w 3286198"/>
              <a:gd name="connsiteY3243" fmla="*/ 337208 h 765348"/>
              <a:gd name="connsiteX3244" fmla="*/ 420563 w 3286198"/>
              <a:gd name="connsiteY3244" fmla="*/ 351100 h 765348"/>
              <a:gd name="connsiteX3245" fmla="*/ 414248 w 3286198"/>
              <a:gd name="connsiteY3245" fmla="*/ 343523 h 765348"/>
              <a:gd name="connsiteX3246" fmla="*/ 404144 w 3286198"/>
              <a:gd name="connsiteY3246" fmla="*/ 334682 h 765348"/>
              <a:gd name="connsiteX3247" fmla="*/ 412985 w 3286198"/>
              <a:gd name="connsiteY3247" fmla="*/ 353626 h 765348"/>
              <a:gd name="connsiteX3248" fmla="*/ 400355 w 3286198"/>
              <a:gd name="connsiteY3248" fmla="*/ 334682 h 765348"/>
              <a:gd name="connsiteX3249" fmla="*/ 394041 w 3286198"/>
              <a:gd name="connsiteY3249" fmla="*/ 334682 h 765348"/>
              <a:gd name="connsiteX3250" fmla="*/ 409196 w 3286198"/>
              <a:gd name="connsiteY3250" fmla="*/ 356152 h 765348"/>
              <a:gd name="connsiteX3251" fmla="*/ 391515 w 3286198"/>
              <a:gd name="connsiteY3251" fmla="*/ 334682 h 765348"/>
              <a:gd name="connsiteX3252" fmla="*/ 388989 w 3286198"/>
              <a:gd name="connsiteY3252" fmla="*/ 333419 h 765348"/>
              <a:gd name="connsiteX3253" fmla="*/ 387726 w 3286198"/>
              <a:gd name="connsiteY3253" fmla="*/ 333419 h 765348"/>
              <a:gd name="connsiteX3254" fmla="*/ 405407 w 3286198"/>
              <a:gd name="connsiteY3254" fmla="*/ 357415 h 765348"/>
              <a:gd name="connsiteX3255" fmla="*/ 395304 w 3286198"/>
              <a:gd name="connsiteY3255" fmla="*/ 347311 h 765348"/>
              <a:gd name="connsiteX3256" fmla="*/ 385200 w 3286198"/>
              <a:gd name="connsiteY3256" fmla="*/ 333419 h 765348"/>
              <a:gd name="connsiteX3257" fmla="*/ 381411 w 3286198"/>
              <a:gd name="connsiteY3257" fmla="*/ 333419 h 765348"/>
              <a:gd name="connsiteX3258" fmla="*/ 401618 w 3286198"/>
              <a:gd name="connsiteY3258" fmla="*/ 359941 h 765348"/>
              <a:gd name="connsiteX3259" fmla="*/ 378885 w 3286198"/>
              <a:gd name="connsiteY3259" fmla="*/ 333419 h 765348"/>
              <a:gd name="connsiteX3260" fmla="*/ 372571 w 3286198"/>
              <a:gd name="connsiteY3260" fmla="*/ 333419 h 765348"/>
              <a:gd name="connsiteX3261" fmla="*/ 397830 w 3286198"/>
              <a:gd name="connsiteY3261" fmla="*/ 364993 h 765348"/>
              <a:gd name="connsiteX3262" fmla="*/ 370045 w 3286198"/>
              <a:gd name="connsiteY3262" fmla="*/ 333419 h 765348"/>
              <a:gd name="connsiteX3263" fmla="*/ 364993 w 3286198"/>
              <a:gd name="connsiteY3263" fmla="*/ 333419 h 765348"/>
              <a:gd name="connsiteX3264" fmla="*/ 395304 w 3286198"/>
              <a:gd name="connsiteY3264" fmla="*/ 370045 h 765348"/>
              <a:gd name="connsiteX3265" fmla="*/ 368782 w 3286198"/>
              <a:gd name="connsiteY3265" fmla="*/ 342260 h 765348"/>
              <a:gd name="connsiteX3266" fmla="*/ 394041 w 3286198"/>
              <a:gd name="connsiteY3266" fmla="*/ 373833 h 765348"/>
              <a:gd name="connsiteX3267" fmla="*/ 367519 w 3286198"/>
              <a:gd name="connsiteY3267" fmla="*/ 346049 h 765348"/>
              <a:gd name="connsiteX3268" fmla="*/ 390252 w 3286198"/>
              <a:gd name="connsiteY3268" fmla="*/ 377622 h 765348"/>
              <a:gd name="connsiteX3269" fmla="*/ 366256 w 3286198"/>
              <a:gd name="connsiteY3269" fmla="*/ 352363 h 765348"/>
              <a:gd name="connsiteX3270" fmla="*/ 363730 w 3286198"/>
              <a:gd name="connsiteY3270" fmla="*/ 353626 h 765348"/>
              <a:gd name="connsiteX3271" fmla="*/ 396567 w 3286198"/>
              <a:gd name="connsiteY3271" fmla="*/ 399092 h 765348"/>
              <a:gd name="connsiteX3272" fmla="*/ 397830 w 3286198"/>
              <a:gd name="connsiteY3272" fmla="*/ 397830 h 765348"/>
              <a:gd name="connsiteX3273" fmla="*/ 406670 w 3286198"/>
              <a:gd name="connsiteY3273" fmla="*/ 410459 h 765348"/>
              <a:gd name="connsiteX3274" fmla="*/ 401618 w 3286198"/>
              <a:gd name="connsiteY3274" fmla="*/ 397830 h 765348"/>
              <a:gd name="connsiteX3275" fmla="*/ 418037 w 3286198"/>
              <a:gd name="connsiteY3275" fmla="*/ 418037 h 765348"/>
              <a:gd name="connsiteX3276" fmla="*/ 401618 w 3286198"/>
              <a:gd name="connsiteY3276" fmla="*/ 394041 h 765348"/>
              <a:gd name="connsiteX3277" fmla="*/ 402881 w 3286198"/>
              <a:gd name="connsiteY3277" fmla="*/ 392778 h 765348"/>
              <a:gd name="connsiteX3278" fmla="*/ 421826 w 3286198"/>
              <a:gd name="connsiteY3278" fmla="*/ 418037 h 765348"/>
              <a:gd name="connsiteX3279" fmla="*/ 423089 w 3286198"/>
              <a:gd name="connsiteY3279" fmla="*/ 418037 h 765348"/>
              <a:gd name="connsiteX3280" fmla="*/ 405407 w 3286198"/>
              <a:gd name="connsiteY3280" fmla="*/ 390252 h 765348"/>
              <a:gd name="connsiteX3281" fmla="*/ 405407 w 3286198"/>
              <a:gd name="connsiteY3281" fmla="*/ 387726 h 765348"/>
              <a:gd name="connsiteX3282" fmla="*/ 418037 w 3286198"/>
              <a:gd name="connsiteY3282" fmla="*/ 404144 h 765348"/>
              <a:gd name="connsiteX3283" fmla="*/ 430666 w 3286198"/>
              <a:gd name="connsiteY3283" fmla="*/ 419300 h 765348"/>
              <a:gd name="connsiteX3284" fmla="*/ 402881 w 3286198"/>
              <a:gd name="connsiteY3284" fmla="*/ 375096 h 765348"/>
              <a:gd name="connsiteX3285" fmla="*/ 402881 w 3286198"/>
              <a:gd name="connsiteY3285" fmla="*/ 373833 h 765348"/>
              <a:gd name="connsiteX3286" fmla="*/ 440770 w 3286198"/>
              <a:gd name="connsiteY3286" fmla="*/ 420563 h 765348"/>
              <a:gd name="connsiteX3287" fmla="*/ 442033 w 3286198"/>
              <a:gd name="connsiteY3287" fmla="*/ 418037 h 765348"/>
              <a:gd name="connsiteX3288" fmla="*/ 407933 w 3286198"/>
              <a:gd name="connsiteY3288" fmla="*/ 376359 h 765348"/>
              <a:gd name="connsiteX3289" fmla="*/ 407933 w 3286198"/>
              <a:gd name="connsiteY3289" fmla="*/ 375096 h 765348"/>
              <a:gd name="connsiteX3290" fmla="*/ 450873 w 3286198"/>
              <a:gd name="connsiteY3290" fmla="*/ 420563 h 765348"/>
              <a:gd name="connsiteX3291" fmla="*/ 454662 w 3286198"/>
              <a:gd name="connsiteY3291" fmla="*/ 421826 h 765348"/>
              <a:gd name="connsiteX3292" fmla="*/ 414248 w 3286198"/>
              <a:gd name="connsiteY3292" fmla="*/ 377622 h 765348"/>
              <a:gd name="connsiteX3293" fmla="*/ 414248 w 3286198"/>
              <a:gd name="connsiteY3293" fmla="*/ 375096 h 765348"/>
              <a:gd name="connsiteX3294" fmla="*/ 429403 w 3286198"/>
              <a:gd name="connsiteY3294" fmla="*/ 395304 h 765348"/>
              <a:gd name="connsiteX3295" fmla="*/ 455925 w 3286198"/>
              <a:gd name="connsiteY3295" fmla="*/ 415511 h 765348"/>
              <a:gd name="connsiteX3296" fmla="*/ 421826 w 3286198"/>
              <a:gd name="connsiteY3296" fmla="*/ 377622 h 765348"/>
              <a:gd name="connsiteX3297" fmla="*/ 421826 w 3286198"/>
              <a:gd name="connsiteY3297" fmla="*/ 377622 h 765348"/>
              <a:gd name="connsiteX3298" fmla="*/ 467292 w 3286198"/>
              <a:gd name="connsiteY3298" fmla="*/ 419300 h 765348"/>
              <a:gd name="connsiteX3299" fmla="*/ 472344 w 3286198"/>
              <a:gd name="connsiteY3299" fmla="*/ 420563 h 765348"/>
              <a:gd name="connsiteX3300" fmla="*/ 436981 w 3286198"/>
              <a:gd name="connsiteY3300" fmla="*/ 388989 h 765348"/>
              <a:gd name="connsiteX3301" fmla="*/ 436981 w 3286198"/>
              <a:gd name="connsiteY3301" fmla="*/ 387726 h 765348"/>
              <a:gd name="connsiteX3302" fmla="*/ 453399 w 3286198"/>
              <a:gd name="connsiteY3302" fmla="*/ 401618 h 765348"/>
              <a:gd name="connsiteX3303" fmla="*/ 474870 w 3286198"/>
              <a:gd name="connsiteY3303" fmla="*/ 415511 h 765348"/>
              <a:gd name="connsiteX3304" fmla="*/ 487499 w 3286198"/>
              <a:gd name="connsiteY3304" fmla="*/ 419300 h 765348"/>
              <a:gd name="connsiteX3305" fmla="*/ 460977 w 3286198"/>
              <a:gd name="connsiteY3305" fmla="*/ 400355 h 765348"/>
              <a:gd name="connsiteX3306" fmla="*/ 472344 w 3286198"/>
              <a:gd name="connsiteY3306" fmla="*/ 405407 h 765348"/>
              <a:gd name="connsiteX3307" fmla="*/ 493814 w 3286198"/>
              <a:gd name="connsiteY3307" fmla="*/ 412985 h 765348"/>
              <a:gd name="connsiteX3308" fmla="*/ 478658 w 3286198"/>
              <a:gd name="connsiteY3308" fmla="*/ 404144 h 765348"/>
              <a:gd name="connsiteX3309" fmla="*/ 483710 w 3286198"/>
              <a:gd name="connsiteY3309" fmla="*/ 404144 h 765348"/>
              <a:gd name="connsiteX3310" fmla="*/ 503917 w 3286198"/>
              <a:gd name="connsiteY3310" fmla="*/ 411722 h 765348"/>
              <a:gd name="connsiteX3311" fmla="*/ 493814 w 3286198"/>
              <a:gd name="connsiteY3311" fmla="*/ 402881 h 765348"/>
              <a:gd name="connsiteX3312" fmla="*/ 514021 w 3286198"/>
              <a:gd name="connsiteY3312" fmla="*/ 409196 h 765348"/>
              <a:gd name="connsiteX3313" fmla="*/ 503917 w 3286198"/>
              <a:gd name="connsiteY3313" fmla="*/ 400355 h 765348"/>
              <a:gd name="connsiteX3314" fmla="*/ 512758 w 3286198"/>
              <a:gd name="connsiteY3314" fmla="*/ 399092 h 765348"/>
              <a:gd name="connsiteX3315" fmla="*/ 514021 w 3286198"/>
              <a:gd name="connsiteY3315" fmla="*/ 399092 h 765348"/>
              <a:gd name="connsiteX3316" fmla="*/ 519073 w 3286198"/>
              <a:gd name="connsiteY3316" fmla="*/ 397830 h 765348"/>
              <a:gd name="connsiteX3317" fmla="*/ 520336 w 3286198"/>
              <a:gd name="connsiteY3317" fmla="*/ 397830 h 765348"/>
              <a:gd name="connsiteX3318" fmla="*/ 525388 w 3286198"/>
              <a:gd name="connsiteY3318" fmla="*/ 396567 h 765348"/>
              <a:gd name="connsiteX3319" fmla="*/ 529176 w 3286198"/>
              <a:gd name="connsiteY3319" fmla="*/ 396567 h 765348"/>
              <a:gd name="connsiteX3320" fmla="*/ 538017 w 3286198"/>
              <a:gd name="connsiteY3320" fmla="*/ 404144 h 765348"/>
              <a:gd name="connsiteX3321" fmla="*/ 538017 w 3286198"/>
              <a:gd name="connsiteY3321" fmla="*/ 407933 h 765348"/>
              <a:gd name="connsiteX3322" fmla="*/ 544332 w 3286198"/>
              <a:gd name="connsiteY3322" fmla="*/ 407933 h 765348"/>
              <a:gd name="connsiteX3323" fmla="*/ 536754 w 3286198"/>
              <a:gd name="connsiteY3323" fmla="*/ 391515 h 765348"/>
              <a:gd name="connsiteX3324" fmla="*/ 538017 w 3286198"/>
              <a:gd name="connsiteY3324" fmla="*/ 402881 h 765348"/>
              <a:gd name="connsiteX3325" fmla="*/ 531702 w 3286198"/>
              <a:gd name="connsiteY3325" fmla="*/ 396567 h 765348"/>
              <a:gd name="connsiteX3326" fmla="*/ 525388 w 3286198"/>
              <a:gd name="connsiteY3326" fmla="*/ 391515 h 765348"/>
              <a:gd name="connsiteX3327" fmla="*/ 520336 w 3286198"/>
              <a:gd name="connsiteY3327" fmla="*/ 357415 h 765348"/>
              <a:gd name="connsiteX3328" fmla="*/ 519073 w 3286198"/>
              <a:gd name="connsiteY3328" fmla="*/ 353626 h 765348"/>
              <a:gd name="connsiteX3329" fmla="*/ 517810 w 3286198"/>
              <a:gd name="connsiteY3329" fmla="*/ 357415 h 765348"/>
              <a:gd name="connsiteX3330" fmla="*/ 516547 w 3286198"/>
              <a:gd name="connsiteY3330" fmla="*/ 353626 h 765348"/>
              <a:gd name="connsiteX3331" fmla="*/ 514021 w 3286198"/>
              <a:gd name="connsiteY3331" fmla="*/ 358678 h 765348"/>
              <a:gd name="connsiteX3332" fmla="*/ 516547 w 3286198"/>
              <a:gd name="connsiteY3332" fmla="*/ 363730 h 765348"/>
              <a:gd name="connsiteX3333" fmla="*/ 519073 w 3286198"/>
              <a:gd name="connsiteY3333" fmla="*/ 359941 h 765348"/>
              <a:gd name="connsiteX3334" fmla="*/ 517810 w 3286198"/>
              <a:gd name="connsiteY3334" fmla="*/ 371308 h 765348"/>
              <a:gd name="connsiteX3335" fmla="*/ 521599 w 3286198"/>
              <a:gd name="connsiteY3335" fmla="*/ 371308 h 765348"/>
              <a:gd name="connsiteX3336" fmla="*/ 520336 w 3286198"/>
              <a:gd name="connsiteY3336" fmla="*/ 357415 h 765348"/>
              <a:gd name="connsiteX3337" fmla="*/ 538017 w 3286198"/>
              <a:gd name="connsiteY3337" fmla="*/ 354889 h 765348"/>
              <a:gd name="connsiteX3338" fmla="*/ 534228 w 3286198"/>
              <a:gd name="connsiteY3338" fmla="*/ 352363 h 765348"/>
              <a:gd name="connsiteX3339" fmla="*/ 532965 w 3286198"/>
              <a:gd name="connsiteY3339" fmla="*/ 351100 h 765348"/>
              <a:gd name="connsiteX3340" fmla="*/ 531702 w 3286198"/>
              <a:gd name="connsiteY3340" fmla="*/ 348574 h 765348"/>
              <a:gd name="connsiteX3341" fmla="*/ 527913 w 3286198"/>
              <a:gd name="connsiteY3341" fmla="*/ 349837 h 765348"/>
              <a:gd name="connsiteX3342" fmla="*/ 524125 w 3286198"/>
              <a:gd name="connsiteY3342" fmla="*/ 367519 h 765348"/>
              <a:gd name="connsiteX3343" fmla="*/ 526651 w 3286198"/>
              <a:gd name="connsiteY3343" fmla="*/ 366256 h 765348"/>
              <a:gd name="connsiteX3344" fmla="*/ 527913 w 3286198"/>
              <a:gd name="connsiteY3344" fmla="*/ 358678 h 765348"/>
              <a:gd name="connsiteX3345" fmla="*/ 538017 w 3286198"/>
              <a:gd name="connsiteY3345" fmla="*/ 354889 h 765348"/>
              <a:gd name="connsiteX3346" fmla="*/ 555698 w 3286198"/>
              <a:gd name="connsiteY3346" fmla="*/ 333419 h 765348"/>
              <a:gd name="connsiteX3347" fmla="*/ 556961 w 3286198"/>
              <a:gd name="connsiteY3347" fmla="*/ 330893 h 765348"/>
              <a:gd name="connsiteX3348" fmla="*/ 551910 w 3286198"/>
              <a:gd name="connsiteY3348" fmla="*/ 329630 h 765348"/>
              <a:gd name="connsiteX3349" fmla="*/ 555698 w 3286198"/>
              <a:gd name="connsiteY3349" fmla="*/ 328367 h 765348"/>
              <a:gd name="connsiteX3350" fmla="*/ 553172 w 3286198"/>
              <a:gd name="connsiteY3350" fmla="*/ 325841 h 765348"/>
              <a:gd name="connsiteX3351" fmla="*/ 546858 w 3286198"/>
              <a:gd name="connsiteY3351" fmla="*/ 327104 h 765348"/>
              <a:gd name="connsiteX3352" fmla="*/ 546858 w 3286198"/>
              <a:gd name="connsiteY3352" fmla="*/ 334682 h 765348"/>
              <a:gd name="connsiteX3353" fmla="*/ 549384 w 3286198"/>
              <a:gd name="connsiteY3353" fmla="*/ 333419 h 765348"/>
              <a:gd name="connsiteX3354" fmla="*/ 555698 w 3286198"/>
              <a:gd name="connsiteY3354" fmla="*/ 333419 h 765348"/>
              <a:gd name="connsiteX3355" fmla="*/ 588535 w 3286198"/>
              <a:gd name="connsiteY3355" fmla="*/ 386463 h 765348"/>
              <a:gd name="connsiteX3356" fmla="*/ 592324 w 3286198"/>
              <a:gd name="connsiteY3356" fmla="*/ 394041 h 765348"/>
              <a:gd name="connsiteX3357" fmla="*/ 594850 w 3286198"/>
              <a:gd name="connsiteY3357" fmla="*/ 394041 h 765348"/>
              <a:gd name="connsiteX3358" fmla="*/ 593587 w 3286198"/>
              <a:gd name="connsiteY3358" fmla="*/ 380148 h 765348"/>
              <a:gd name="connsiteX3359" fmla="*/ 589798 w 3286198"/>
              <a:gd name="connsiteY3359" fmla="*/ 381411 h 765348"/>
              <a:gd name="connsiteX3360" fmla="*/ 588535 w 3286198"/>
              <a:gd name="connsiteY3360" fmla="*/ 386463 h 765348"/>
              <a:gd name="connsiteX3361" fmla="*/ 594850 w 3286198"/>
              <a:gd name="connsiteY3361" fmla="*/ 426877 h 765348"/>
              <a:gd name="connsiteX3362" fmla="*/ 594850 w 3286198"/>
              <a:gd name="connsiteY3362" fmla="*/ 424351 h 765348"/>
              <a:gd name="connsiteX3363" fmla="*/ 593587 w 3286198"/>
              <a:gd name="connsiteY3363" fmla="*/ 419300 h 765348"/>
              <a:gd name="connsiteX3364" fmla="*/ 593587 w 3286198"/>
              <a:gd name="connsiteY3364" fmla="*/ 418037 h 765348"/>
              <a:gd name="connsiteX3365" fmla="*/ 588535 w 3286198"/>
              <a:gd name="connsiteY3365" fmla="*/ 414248 h 765348"/>
              <a:gd name="connsiteX3366" fmla="*/ 586009 w 3286198"/>
              <a:gd name="connsiteY3366" fmla="*/ 414248 h 765348"/>
              <a:gd name="connsiteX3367" fmla="*/ 583483 w 3286198"/>
              <a:gd name="connsiteY3367" fmla="*/ 424351 h 765348"/>
              <a:gd name="connsiteX3368" fmla="*/ 589798 w 3286198"/>
              <a:gd name="connsiteY3368" fmla="*/ 429403 h 765348"/>
              <a:gd name="connsiteX3369" fmla="*/ 593587 w 3286198"/>
              <a:gd name="connsiteY3369" fmla="*/ 428140 h 765348"/>
              <a:gd name="connsiteX3370" fmla="*/ 591061 w 3286198"/>
              <a:gd name="connsiteY3370" fmla="*/ 424351 h 765348"/>
              <a:gd name="connsiteX3371" fmla="*/ 594850 w 3286198"/>
              <a:gd name="connsiteY3371" fmla="*/ 426877 h 765348"/>
              <a:gd name="connsiteX3372" fmla="*/ 598639 w 3286198"/>
              <a:gd name="connsiteY3372" fmla="*/ 416774 h 765348"/>
              <a:gd name="connsiteX3373" fmla="*/ 599902 w 3286198"/>
              <a:gd name="connsiteY3373" fmla="*/ 412985 h 765348"/>
              <a:gd name="connsiteX3374" fmla="*/ 594850 w 3286198"/>
              <a:gd name="connsiteY3374" fmla="*/ 401618 h 765348"/>
              <a:gd name="connsiteX3375" fmla="*/ 593587 w 3286198"/>
              <a:gd name="connsiteY3375" fmla="*/ 401618 h 765348"/>
              <a:gd name="connsiteX3376" fmla="*/ 592324 w 3286198"/>
              <a:gd name="connsiteY3376" fmla="*/ 407933 h 765348"/>
              <a:gd name="connsiteX3377" fmla="*/ 594850 w 3286198"/>
              <a:gd name="connsiteY3377" fmla="*/ 412985 h 765348"/>
              <a:gd name="connsiteX3378" fmla="*/ 598639 w 3286198"/>
              <a:gd name="connsiteY3378" fmla="*/ 416774 h 765348"/>
              <a:gd name="connsiteX3379" fmla="*/ 315738 w 3286198"/>
              <a:gd name="connsiteY3379" fmla="*/ 131347 h 765348"/>
              <a:gd name="connsiteX3380" fmla="*/ 315738 w 3286198"/>
              <a:gd name="connsiteY3380" fmla="*/ 126295 h 765348"/>
              <a:gd name="connsiteX3381" fmla="*/ 324578 w 3286198"/>
              <a:gd name="connsiteY3381" fmla="*/ 126295 h 765348"/>
              <a:gd name="connsiteX3382" fmla="*/ 325841 w 3286198"/>
              <a:gd name="connsiteY3382" fmla="*/ 131347 h 765348"/>
              <a:gd name="connsiteX3383" fmla="*/ 315738 w 3286198"/>
              <a:gd name="connsiteY3383" fmla="*/ 131347 h 765348"/>
              <a:gd name="connsiteX3384" fmla="*/ 323315 w 3286198"/>
              <a:gd name="connsiteY3384" fmla="*/ 128821 h 765348"/>
              <a:gd name="connsiteX3385" fmla="*/ 318264 w 3286198"/>
              <a:gd name="connsiteY3385" fmla="*/ 128821 h 765348"/>
              <a:gd name="connsiteX3386" fmla="*/ 319527 w 3286198"/>
              <a:gd name="connsiteY3386" fmla="*/ 131347 h 765348"/>
              <a:gd name="connsiteX3387" fmla="*/ 323315 w 3286198"/>
              <a:gd name="connsiteY3387" fmla="*/ 131347 h 765348"/>
              <a:gd name="connsiteX3388" fmla="*/ 323315 w 3286198"/>
              <a:gd name="connsiteY3388" fmla="*/ 128821 h 765348"/>
              <a:gd name="connsiteX3389" fmla="*/ 430666 w 3286198"/>
              <a:gd name="connsiteY3389" fmla="*/ 299319 h 765348"/>
              <a:gd name="connsiteX3390" fmla="*/ 423089 w 3286198"/>
              <a:gd name="connsiteY3390" fmla="*/ 289216 h 765348"/>
              <a:gd name="connsiteX3391" fmla="*/ 428140 w 3286198"/>
              <a:gd name="connsiteY3391" fmla="*/ 295531 h 765348"/>
              <a:gd name="connsiteX3392" fmla="*/ 430666 w 3286198"/>
              <a:gd name="connsiteY3392" fmla="*/ 299319 h 765348"/>
              <a:gd name="connsiteX3393" fmla="*/ 420563 w 3286198"/>
              <a:gd name="connsiteY3393" fmla="*/ 295531 h 765348"/>
              <a:gd name="connsiteX3394" fmla="*/ 426877 w 3286198"/>
              <a:gd name="connsiteY3394" fmla="*/ 304371 h 765348"/>
              <a:gd name="connsiteX3395" fmla="*/ 430666 w 3286198"/>
              <a:gd name="connsiteY3395" fmla="*/ 310686 h 765348"/>
              <a:gd name="connsiteX3396" fmla="*/ 420563 w 3286198"/>
              <a:gd name="connsiteY3396" fmla="*/ 295531 h 765348"/>
              <a:gd name="connsiteX3397" fmla="*/ 418037 w 3286198"/>
              <a:gd name="connsiteY3397" fmla="*/ 309423 h 765348"/>
              <a:gd name="connsiteX3398" fmla="*/ 428140 w 3286198"/>
              <a:gd name="connsiteY3398" fmla="*/ 323315 h 765348"/>
              <a:gd name="connsiteX3399" fmla="*/ 433192 w 3286198"/>
              <a:gd name="connsiteY3399" fmla="*/ 332156 h 765348"/>
              <a:gd name="connsiteX3400" fmla="*/ 418037 w 3286198"/>
              <a:gd name="connsiteY3400" fmla="*/ 309423 h 765348"/>
              <a:gd name="connsiteX3401" fmla="*/ 419300 w 3286198"/>
              <a:gd name="connsiteY3401" fmla="*/ 301845 h 765348"/>
              <a:gd name="connsiteX3402" fmla="*/ 428140 w 3286198"/>
              <a:gd name="connsiteY3402" fmla="*/ 313212 h 765348"/>
              <a:gd name="connsiteX3403" fmla="*/ 433192 w 3286198"/>
              <a:gd name="connsiteY3403" fmla="*/ 322052 h 765348"/>
              <a:gd name="connsiteX3404" fmla="*/ 419300 w 3286198"/>
              <a:gd name="connsiteY3404" fmla="*/ 301845 h 765348"/>
              <a:gd name="connsiteX3405" fmla="*/ 366256 w 3286198"/>
              <a:gd name="connsiteY3405" fmla="*/ 405407 h 765348"/>
              <a:gd name="connsiteX3406" fmla="*/ 366256 w 3286198"/>
              <a:gd name="connsiteY3406" fmla="*/ 405407 h 765348"/>
              <a:gd name="connsiteX3407" fmla="*/ 366256 w 3286198"/>
              <a:gd name="connsiteY3407" fmla="*/ 410459 h 765348"/>
              <a:gd name="connsiteX3408" fmla="*/ 367519 w 3286198"/>
              <a:gd name="connsiteY3408" fmla="*/ 410459 h 765348"/>
              <a:gd name="connsiteX3409" fmla="*/ 366256 w 3286198"/>
              <a:gd name="connsiteY3409" fmla="*/ 405407 h 765348"/>
              <a:gd name="connsiteX3410" fmla="*/ 363730 w 3286198"/>
              <a:gd name="connsiteY3410" fmla="*/ 410459 h 765348"/>
              <a:gd name="connsiteX3411" fmla="*/ 363730 w 3286198"/>
              <a:gd name="connsiteY3411" fmla="*/ 405407 h 765348"/>
              <a:gd name="connsiteX3412" fmla="*/ 362467 w 3286198"/>
              <a:gd name="connsiteY3412" fmla="*/ 405407 h 765348"/>
              <a:gd name="connsiteX3413" fmla="*/ 363730 w 3286198"/>
              <a:gd name="connsiteY3413" fmla="*/ 410459 h 765348"/>
              <a:gd name="connsiteX3414" fmla="*/ 363730 w 3286198"/>
              <a:gd name="connsiteY3414" fmla="*/ 410459 h 765348"/>
              <a:gd name="connsiteX3415" fmla="*/ 370045 w 3286198"/>
              <a:gd name="connsiteY3415" fmla="*/ 402881 h 765348"/>
              <a:gd name="connsiteX3416" fmla="*/ 371308 w 3286198"/>
              <a:gd name="connsiteY3416" fmla="*/ 401618 h 765348"/>
              <a:gd name="connsiteX3417" fmla="*/ 368782 w 3286198"/>
              <a:gd name="connsiteY3417" fmla="*/ 401618 h 765348"/>
              <a:gd name="connsiteX3418" fmla="*/ 367519 w 3286198"/>
              <a:gd name="connsiteY3418" fmla="*/ 402881 h 765348"/>
              <a:gd name="connsiteX3419" fmla="*/ 370045 w 3286198"/>
              <a:gd name="connsiteY3419" fmla="*/ 402881 h 765348"/>
              <a:gd name="connsiteX3420" fmla="*/ 359941 w 3286198"/>
              <a:gd name="connsiteY3420" fmla="*/ 412985 h 765348"/>
              <a:gd name="connsiteX3421" fmla="*/ 359941 w 3286198"/>
              <a:gd name="connsiteY3421" fmla="*/ 407933 h 765348"/>
              <a:gd name="connsiteX3422" fmla="*/ 357415 w 3286198"/>
              <a:gd name="connsiteY3422" fmla="*/ 407933 h 765348"/>
              <a:gd name="connsiteX3423" fmla="*/ 358678 w 3286198"/>
              <a:gd name="connsiteY3423" fmla="*/ 412985 h 765348"/>
              <a:gd name="connsiteX3424" fmla="*/ 359941 w 3286198"/>
              <a:gd name="connsiteY3424" fmla="*/ 412985 h 765348"/>
              <a:gd name="connsiteX3425" fmla="*/ 354889 w 3286198"/>
              <a:gd name="connsiteY3425" fmla="*/ 407933 h 765348"/>
              <a:gd name="connsiteX3426" fmla="*/ 356152 w 3286198"/>
              <a:gd name="connsiteY3426" fmla="*/ 412985 h 765348"/>
              <a:gd name="connsiteX3427" fmla="*/ 356152 w 3286198"/>
              <a:gd name="connsiteY3427" fmla="*/ 412985 h 765348"/>
              <a:gd name="connsiteX3428" fmla="*/ 356152 w 3286198"/>
              <a:gd name="connsiteY3428" fmla="*/ 406670 h 765348"/>
              <a:gd name="connsiteX3429" fmla="*/ 354889 w 3286198"/>
              <a:gd name="connsiteY3429" fmla="*/ 407933 h 765348"/>
              <a:gd name="connsiteX3430" fmla="*/ 370045 w 3286198"/>
              <a:gd name="connsiteY3430" fmla="*/ 404144 h 765348"/>
              <a:gd name="connsiteX3431" fmla="*/ 370045 w 3286198"/>
              <a:gd name="connsiteY3431" fmla="*/ 404144 h 765348"/>
              <a:gd name="connsiteX3432" fmla="*/ 370045 w 3286198"/>
              <a:gd name="connsiteY3432" fmla="*/ 405407 h 765348"/>
              <a:gd name="connsiteX3433" fmla="*/ 370045 w 3286198"/>
              <a:gd name="connsiteY3433" fmla="*/ 404144 h 765348"/>
              <a:gd name="connsiteX3434" fmla="*/ 370045 w 3286198"/>
              <a:gd name="connsiteY3434" fmla="*/ 404144 h 765348"/>
              <a:gd name="connsiteX3435" fmla="*/ 391515 w 3286198"/>
              <a:gd name="connsiteY3435" fmla="*/ 176813 h 765348"/>
              <a:gd name="connsiteX3436" fmla="*/ 412985 w 3286198"/>
              <a:gd name="connsiteY3436" fmla="*/ 210913 h 765348"/>
              <a:gd name="connsiteX3437" fmla="*/ 399092 w 3286198"/>
              <a:gd name="connsiteY3437" fmla="*/ 191969 h 765348"/>
              <a:gd name="connsiteX3438" fmla="*/ 391515 w 3286198"/>
              <a:gd name="connsiteY3438" fmla="*/ 176813 h 765348"/>
              <a:gd name="connsiteX3439" fmla="*/ 426877 w 3286198"/>
              <a:gd name="connsiteY3439" fmla="*/ 155343 h 765348"/>
              <a:gd name="connsiteX3440" fmla="*/ 424351 w 3286198"/>
              <a:gd name="connsiteY3440" fmla="*/ 147765 h 765348"/>
              <a:gd name="connsiteX3441" fmla="*/ 420563 w 3286198"/>
              <a:gd name="connsiteY3441" fmla="*/ 141450 h 765348"/>
              <a:gd name="connsiteX3442" fmla="*/ 426877 w 3286198"/>
              <a:gd name="connsiteY3442" fmla="*/ 155343 h 765348"/>
              <a:gd name="connsiteX3443" fmla="*/ 394041 w 3286198"/>
              <a:gd name="connsiteY3443" fmla="*/ 171761 h 765348"/>
              <a:gd name="connsiteX3444" fmla="*/ 412985 w 3286198"/>
              <a:gd name="connsiteY3444" fmla="*/ 203335 h 765348"/>
              <a:gd name="connsiteX3445" fmla="*/ 400355 w 3286198"/>
              <a:gd name="connsiteY3445" fmla="*/ 185654 h 765348"/>
              <a:gd name="connsiteX3446" fmla="*/ 394041 w 3286198"/>
              <a:gd name="connsiteY3446" fmla="*/ 171761 h 765348"/>
              <a:gd name="connsiteX3447" fmla="*/ 381411 w 3286198"/>
              <a:gd name="connsiteY3447" fmla="*/ 200809 h 765348"/>
              <a:gd name="connsiteX3448" fmla="*/ 412985 w 3286198"/>
              <a:gd name="connsiteY3448" fmla="*/ 247538 h 765348"/>
              <a:gd name="connsiteX3449" fmla="*/ 391515 w 3286198"/>
              <a:gd name="connsiteY3449" fmla="*/ 221016 h 765348"/>
              <a:gd name="connsiteX3450" fmla="*/ 381411 w 3286198"/>
              <a:gd name="connsiteY3450" fmla="*/ 200809 h 765348"/>
              <a:gd name="connsiteX3451" fmla="*/ 400355 w 3286198"/>
              <a:gd name="connsiteY3451" fmla="*/ 160395 h 765348"/>
              <a:gd name="connsiteX3452" fmla="*/ 415511 w 3286198"/>
              <a:gd name="connsiteY3452" fmla="*/ 185654 h 765348"/>
              <a:gd name="connsiteX3453" fmla="*/ 406670 w 3286198"/>
              <a:gd name="connsiteY3453" fmla="*/ 171761 h 765348"/>
              <a:gd name="connsiteX3454" fmla="*/ 400355 w 3286198"/>
              <a:gd name="connsiteY3454" fmla="*/ 160395 h 765348"/>
              <a:gd name="connsiteX3455" fmla="*/ 396567 w 3286198"/>
              <a:gd name="connsiteY3455" fmla="*/ 165447 h 765348"/>
              <a:gd name="connsiteX3456" fmla="*/ 412985 w 3286198"/>
              <a:gd name="connsiteY3456" fmla="*/ 194494 h 765348"/>
              <a:gd name="connsiteX3457" fmla="*/ 402881 w 3286198"/>
              <a:gd name="connsiteY3457" fmla="*/ 179339 h 765348"/>
              <a:gd name="connsiteX3458" fmla="*/ 396567 w 3286198"/>
              <a:gd name="connsiteY3458" fmla="*/ 165447 h 765348"/>
              <a:gd name="connsiteX3459" fmla="*/ 428140 w 3286198"/>
              <a:gd name="connsiteY3459" fmla="*/ 145239 h 765348"/>
              <a:gd name="connsiteX3460" fmla="*/ 425614 w 3286198"/>
              <a:gd name="connsiteY3460" fmla="*/ 136399 h 765348"/>
              <a:gd name="connsiteX3461" fmla="*/ 430666 w 3286198"/>
              <a:gd name="connsiteY3461" fmla="*/ 154080 h 765348"/>
              <a:gd name="connsiteX3462" fmla="*/ 428140 w 3286198"/>
              <a:gd name="connsiteY3462" fmla="*/ 145239 h 765348"/>
              <a:gd name="connsiteX3463" fmla="*/ 423089 w 3286198"/>
              <a:gd name="connsiteY3463" fmla="*/ 162921 h 765348"/>
              <a:gd name="connsiteX3464" fmla="*/ 418037 w 3286198"/>
              <a:gd name="connsiteY3464" fmla="*/ 154080 h 765348"/>
              <a:gd name="connsiteX3465" fmla="*/ 414248 w 3286198"/>
              <a:gd name="connsiteY3465" fmla="*/ 146502 h 765348"/>
              <a:gd name="connsiteX3466" fmla="*/ 423089 w 3286198"/>
              <a:gd name="connsiteY3466" fmla="*/ 162921 h 765348"/>
              <a:gd name="connsiteX3467" fmla="*/ 416774 w 3286198"/>
              <a:gd name="connsiteY3467" fmla="*/ 178076 h 765348"/>
              <a:gd name="connsiteX3468" fmla="*/ 409196 w 3286198"/>
              <a:gd name="connsiteY3468" fmla="*/ 165447 h 765348"/>
              <a:gd name="connsiteX3469" fmla="*/ 404144 w 3286198"/>
              <a:gd name="connsiteY3469" fmla="*/ 155343 h 765348"/>
              <a:gd name="connsiteX3470" fmla="*/ 416774 w 3286198"/>
              <a:gd name="connsiteY3470" fmla="*/ 178076 h 765348"/>
              <a:gd name="connsiteX3471" fmla="*/ 420563 w 3286198"/>
              <a:gd name="connsiteY3471" fmla="*/ 170498 h 765348"/>
              <a:gd name="connsiteX3472" fmla="*/ 414248 w 3286198"/>
              <a:gd name="connsiteY3472" fmla="*/ 160395 h 765348"/>
              <a:gd name="connsiteX3473" fmla="*/ 409196 w 3286198"/>
              <a:gd name="connsiteY3473" fmla="*/ 151554 h 765348"/>
              <a:gd name="connsiteX3474" fmla="*/ 420563 w 3286198"/>
              <a:gd name="connsiteY3474" fmla="*/ 170498 h 765348"/>
              <a:gd name="connsiteX3475" fmla="*/ 472344 w 3286198"/>
              <a:gd name="connsiteY3475" fmla="*/ 190706 h 765348"/>
              <a:gd name="connsiteX3476" fmla="*/ 473607 w 3286198"/>
              <a:gd name="connsiteY3476" fmla="*/ 191969 h 765348"/>
              <a:gd name="connsiteX3477" fmla="*/ 471081 w 3286198"/>
              <a:gd name="connsiteY3477" fmla="*/ 181865 h 765348"/>
              <a:gd name="connsiteX3478" fmla="*/ 469818 w 3286198"/>
              <a:gd name="connsiteY3478" fmla="*/ 179339 h 765348"/>
              <a:gd name="connsiteX3479" fmla="*/ 469818 w 3286198"/>
              <a:gd name="connsiteY3479" fmla="*/ 185654 h 765348"/>
              <a:gd name="connsiteX3480" fmla="*/ 472344 w 3286198"/>
              <a:gd name="connsiteY3480" fmla="*/ 190706 h 765348"/>
              <a:gd name="connsiteX3481" fmla="*/ 462240 w 3286198"/>
              <a:gd name="connsiteY3481" fmla="*/ 184391 h 765348"/>
              <a:gd name="connsiteX3482" fmla="*/ 463503 w 3286198"/>
              <a:gd name="connsiteY3482" fmla="*/ 185654 h 765348"/>
              <a:gd name="connsiteX3483" fmla="*/ 460977 w 3286198"/>
              <a:gd name="connsiteY3483" fmla="*/ 171761 h 765348"/>
              <a:gd name="connsiteX3484" fmla="*/ 459714 w 3286198"/>
              <a:gd name="connsiteY3484" fmla="*/ 169235 h 765348"/>
              <a:gd name="connsiteX3485" fmla="*/ 459714 w 3286198"/>
              <a:gd name="connsiteY3485" fmla="*/ 176813 h 765348"/>
              <a:gd name="connsiteX3486" fmla="*/ 462240 w 3286198"/>
              <a:gd name="connsiteY3486" fmla="*/ 184391 h 765348"/>
              <a:gd name="connsiteX3487" fmla="*/ 467292 w 3286198"/>
              <a:gd name="connsiteY3487" fmla="*/ 188180 h 765348"/>
              <a:gd name="connsiteX3488" fmla="*/ 468555 w 3286198"/>
              <a:gd name="connsiteY3488" fmla="*/ 189443 h 765348"/>
              <a:gd name="connsiteX3489" fmla="*/ 466029 w 3286198"/>
              <a:gd name="connsiteY3489" fmla="*/ 176813 h 765348"/>
              <a:gd name="connsiteX3490" fmla="*/ 464766 w 3286198"/>
              <a:gd name="connsiteY3490" fmla="*/ 174287 h 765348"/>
              <a:gd name="connsiteX3491" fmla="*/ 464766 w 3286198"/>
              <a:gd name="connsiteY3491" fmla="*/ 180602 h 765348"/>
              <a:gd name="connsiteX3492" fmla="*/ 467292 w 3286198"/>
              <a:gd name="connsiteY3492" fmla="*/ 188180 h 765348"/>
              <a:gd name="connsiteX3493" fmla="*/ 459714 w 3286198"/>
              <a:gd name="connsiteY3493" fmla="*/ 184391 h 765348"/>
              <a:gd name="connsiteX3494" fmla="*/ 458451 w 3286198"/>
              <a:gd name="connsiteY3494" fmla="*/ 169235 h 765348"/>
              <a:gd name="connsiteX3495" fmla="*/ 457188 w 3286198"/>
              <a:gd name="connsiteY3495" fmla="*/ 165447 h 765348"/>
              <a:gd name="connsiteX3496" fmla="*/ 457188 w 3286198"/>
              <a:gd name="connsiteY3496" fmla="*/ 174287 h 765348"/>
              <a:gd name="connsiteX3497" fmla="*/ 458451 w 3286198"/>
              <a:gd name="connsiteY3497" fmla="*/ 181865 h 765348"/>
              <a:gd name="connsiteX3498" fmla="*/ 459714 w 3286198"/>
              <a:gd name="connsiteY3498" fmla="*/ 184391 h 765348"/>
              <a:gd name="connsiteX3499" fmla="*/ 476132 w 3286198"/>
              <a:gd name="connsiteY3499" fmla="*/ 193231 h 765348"/>
              <a:gd name="connsiteX3500" fmla="*/ 477395 w 3286198"/>
              <a:gd name="connsiteY3500" fmla="*/ 194494 h 765348"/>
              <a:gd name="connsiteX3501" fmla="*/ 474870 w 3286198"/>
              <a:gd name="connsiteY3501" fmla="*/ 185654 h 765348"/>
              <a:gd name="connsiteX3502" fmla="*/ 473607 w 3286198"/>
              <a:gd name="connsiteY3502" fmla="*/ 183128 h 765348"/>
              <a:gd name="connsiteX3503" fmla="*/ 473607 w 3286198"/>
              <a:gd name="connsiteY3503" fmla="*/ 188180 h 765348"/>
              <a:gd name="connsiteX3504" fmla="*/ 476132 w 3286198"/>
              <a:gd name="connsiteY3504" fmla="*/ 193231 h 765348"/>
              <a:gd name="connsiteX3505" fmla="*/ 445822 w 3286198"/>
              <a:gd name="connsiteY3505" fmla="*/ 174287 h 765348"/>
              <a:gd name="connsiteX3506" fmla="*/ 445822 w 3286198"/>
              <a:gd name="connsiteY3506" fmla="*/ 162921 h 765348"/>
              <a:gd name="connsiteX3507" fmla="*/ 445822 w 3286198"/>
              <a:gd name="connsiteY3507" fmla="*/ 160395 h 765348"/>
              <a:gd name="connsiteX3508" fmla="*/ 444559 w 3286198"/>
              <a:gd name="connsiteY3508" fmla="*/ 166710 h 765348"/>
              <a:gd name="connsiteX3509" fmla="*/ 444559 w 3286198"/>
              <a:gd name="connsiteY3509" fmla="*/ 173024 h 765348"/>
              <a:gd name="connsiteX3510" fmla="*/ 445822 w 3286198"/>
              <a:gd name="connsiteY3510" fmla="*/ 174287 h 765348"/>
              <a:gd name="connsiteX3511" fmla="*/ 411722 w 3286198"/>
              <a:gd name="connsiteY3511" fmla="*/ 219753 h 765348"/>
              <a:gd name="connsiteX3512" fmla="*/ 395304 w 3286198"/>
              <a:gd name="connsiteY3512" fmla="*/ 199546 h 765348"/>
              <a:gd name="connsiteX3513" fmla="*/ 387726 w 3286198"/>
              <a:gd name="connsiteY3513" fmla="*/ 183128 h 765348"/>
              <a:gd name="connsiteX3514" fmla="*/ 411722 w 3286198"/>
              <a:gd name="connsiteY3514" fmla="*/ 219753 h 765348"/>
              <a:gd name="connsiteX3515" fmla="*/ 411722 w 3286198"/>
              <a:gd name="connsiteY3515" fmla="*/ 228594 h 765348"/>
              <a:gd name="connsiteX3516" fmla="*/ 394041 w 3286198"/>
              <a:gd name="connsiteY3516" fmla="*/ 205861 h 765348"/>
              <a:gd name="connsiteX3517" fmla="*/ 385200 w 3286198"/>
              <a:gd name="connsiteY3517" fmla="*/ 188180 h 765348"/>
              <a:gd name="connsiteX3518" fmla="*/ 411722 w 3286198"/>
              <a:gd name="connsiteY3518" fmla="*/ 228594 h 765348"/>
              <a:gd name="connsiteX3519" fmla="*/ 455925 w 3286198"/>
              <a:gd name="connsiteY3519" fmla="*/ 181865 h 765348"/>
              <a:gd name="connsiteX3520" fmla="*/ 454662 w 3286198"/>
              <a:gd name="connsiteY3520" fmla="*/ 164184 h 765348"/>
              <a:gd name="connsiteX3521" fmla="*/ 453399 w 3286198"/>
              <a:gd name="connsiteY3521" fmla="*/ 160395 h 765348"/>
              <a:gd name="connsiteX3522" fmla="*/ 453399 w 3286198"/>
              <a:gd name="connsiteY3522" fmla="*/ 170498 h 765348"/>
              <a:gd name="connsiteX3523" fmla="*/ 454662 w 3286198"/>
              <a:gd name="connsiteY3523" fmla="*/ 179339 h 765348"/>
              <a:gd name="connsiteX3524" fmla="*/ 455925 w 3286198"/>
              <a:gd name="connsiteY3524" fmla="*/ 181865 h 765348"/>
              <a:gd name="connsiteX3525" fmla="*/ 450873 w 3286198"/>
              <a:gd name="connsiteY3525" fmla="*/ 178076 h 765348"/>
              <a:gd name="connsiteX3526" fmla="*/ 449611 w 3286198"/>
              <a:gd name="connsiteY3526" fmla="*/ 164184 h 765348"/>
              <a:gd name="connsiteX3527" fmla="*/ 448348 w 3286198"/>
              <a:gd name="connsiteY3527" fmla="*/ 160395 h 765348"/>
              <a:gd name="connsiteX3528" fmla="*/ 447085 w 3286198"/>
              <a:gd name="connsiteY3528" fmla="*/ 167972 h 765348"/>
              <a:gd name="connsiteX3529" fmla="*/ 448348 w 3286198"/>
              <a:gd name="connsiteY3529" fmla="*/ 175550 h 765348"/>
              <a:gd name="connsiteX3530" fmla="*/ 450873 w 3286198"/>
              <a:gd name="connsiteY3530" fmla="*/ 178076 h 765348"/>
              <a:gd name="connsiteX3531" fmla="*/ 411722 w 3286198"/>
              <a:gd name="connsiteY3531" fmla="*/ 237435 h 765348"/>
              <a:gd name="connsiteX3532" fmla="*/ 392778 w 3286198"/>
              <a:gd name="connsiteY3532" fmla="*/ 213439 h 765348"/>
              <a:gd name="connsiteX3533" fmla="*/ 383937 w 3286198"/>
              <a:gd name="connsiteY3533" fmla="*/ 194494 h 765348"/>
              <a:gd name="connsiteX3534" fmla="*/ 411722 w 3286198"/>
              <a:gd name="connsiteY3534" fmla="*/ 237435 h 765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</a:cxnLst>
            <a:rect l="l" t="t" r="r" b="b"/>
            <a:pathLst>
              <a:path w="3286198" h="765348">
                <a:moveTo>
                  <a:pt x="1894426" y="132610"/>
                </a:moveTo>
                <a:cubicBezTo>
                  <a:pt x="1917160" y="132610"/>
                  <a:pt x="1934841" y="140188"/>
                  <a:pt x="1951259" y="155343"/>
                </a:cubicBezTo>
                <a:cubicBezTo>
                  <a:pt x="1966415" y="170498"/>
                  <a:pt x="1973992" y="188180"/>
                  <a:pt x="1973992" y="208387"/>
                </a:cubicBezTo>
                <a:cubicBezTo>
                  <a:pt x="1973992" y="228594"/>
                  <a:pt x="1966415" y="246275"/>
                  <a:pt x="1951259" y="261431"/>
                </a:cubicBezTo>
                <a:cubicBezTo>
                  <a:pt x="1936104" y="276586"/>
                  <a:pt x="1917160" y="284164"/>
                  <a:pt x="1894426" y="284164"/>
                </a:cubicBezTo>
                <a:cubicBezTo>
                  <a:pt x="1886849" y="284164"/>
                  <a:pt x="1879271" y="282901"/>
                  <a:pt x="1871693" y="281638"/>
                </a:cubicBezTo>
                <a:cubicBezTo>
                  <a:pt x="1864116" y="279112"/>
                  <a:pt x="1859064" y="277849"/>
                  <a:pt x="1854012" y="274060"/>
                </a:cubicBezTo>
                <a:cubicBezTo>
                  <a:pt x="1848960" y="271534"/>
                  <a:pt x="1845171" y="269009"/>
                  <a:pt x="1842645" y="265220"/>
                </a:cubicBezTo>
                <a:cubicBezTo>
                  <a:pt x="1838857" y="262694"/>
                  <a:pt x="1836331" y="260168"/>
                  <a:pt x="1835068" y="257642"/>
                </a:cubicBezTo>
                <a:lnTo>
                  <a:pt x="1832542" y="255116"/>
                </a:lnTo>
                <a:lnTo>
                  <a:pt x="1855275" y="231120"/>
                </a:lnTo>
                <a:cubicBezTo>
                  <a:pt x="1855275" y="231120"/>
                  <a:pt x="1856538" y="232383"/>
                  <a:pt x="1856538" y="233646"/>
                </a:cubicBezTo>
                <a:cubicBezTo>
                  <a:pt x="1857801" y="234909"/>
                  <a:pt x="1859064" y="236172"/>
                  <a:pt x="1861590" y="238698"/>
                </a:cubicBezTo>
                <a:cubicBezTo>
                  <a:pt x="1864116" y="241224"/>
                  <a:pt x="1866641" y="242487"/>
                  <a:pt x="1869167" y="243750"/>
                </a:cubicBezTo>
                <a:cubicBezTo>
                  <a:pt x="1871693" y="245012"/>
                  <a:pt x="1875482" y="246275"/>
                  <a:pt x="1879271" y="247538"/>
                </a:cubicBezTo>
                <a:cubicBezTo>
                  <a:pt x="1883060" y="248801"/>
                  <a:pt x="1888112" y="250064"/>
                  <a:pt x="1893163" y="250064"/>
                </a:cubicBezTo>
                <a:cubicBezTo>
                  <a:pt x="1903267" y="250064"/>
                  <a:pt x="1910845" y="247538"/>
                  <a:pt x="1917160" y="242487"/>
                </a:cubicBezTo>
                <a:cubicBezTo>
                  <a:pt x="1923474" y="237435"/>
                  <a:pt x="1928526" y="232383"/>
                  <a:pt x="1931052" y="224805"/>
                </a:cubicBezTo>
                <a:lnTo>
                  <a:pt x="1875482" y="224805"/>
                </a:lnTo>
                <a:lnTo>
                  <a:pt x="1875482" y="191969"/>
                </a:lnTo>
                <a:lnTo>
                  <a:pt x="1931052" y="191969"/>
                </a:lnTo>
                <a:cubicBezTo>
                  <a:pt x="1928526" y="185654"/>
                  <a:pt x="1923474" y="179339"/>
                  <a:pt x="1917160" y="174287"/>
                </a:cubicBezTo>
                <a:cubicBezTo>
                  <a:pt x="1910845" y="169235"/>
                  <a:pt x="1903267" y="166710"/>
                  <a:pt x="1893163" y="166710"/>
                </a:cubicBezTo>
                <a:cubicBezTo>
                  <a:pt x="1889375" y="166710"/>
                  <a:pt x="1884323" y="167972"/>
                  <a:pt x="1880534" y="169235"/>
                </a:cubicBezTo>
                <a:cubicBezTo>
                  <a:pt x="1876745" y="170498"/>
                  <a:pt x="1872956" y="171761"/>
                  <a:pt x="1870430" y="174287"/>
                </a:cubicBezTo>
                <a:cubicBezTo>
                  <a:pt x="1867904" y="175550"/>
                  <a:pt x="1865378" y="178076"/>
                  <a:pt x="1862853" y="179339"/>
                </a:cubicBezTo>
                <a:cubicBezTo>
                  <a:pt x="1860327" y="180602"/>
                  <a:pt x="1859064" y="183128"/>
                  <a:pt x="1857801" y="184391"/>
                </a:cubicBezTo>
                <a:lnTo>
                  <a:pt x="1856538" y="186917"/>
                </a:lnTo>
                <a:lnTo>
                  <a:pt x="1832542" y="162921"/>
                </a:lnTo>
                <a:cubicBezTo>
                  <a:pt x="1832542" y="161658"/>
                  <a:pt x="1833805" y="161658"/>
                  <a:pt x="1835068" y="160395"/>
                </a:cubicBezTo>
                <a:cubicBezTo>
                  <a:pt x="1836331" y="159132"/>
                  <a:pt x="1838857" y="156606"/>
                  <a:pt x="1842645" y="154080"/>
                </a:cubicBezTo>
                <a:cubicBezTo>
                  <a:pt x="1846434" y="150291"/>
                  <a:pt x="1850223" y="147765"/>
                  <a:pt x="1854012" y="145239"/>
                </a:cubicBezTo>
                <a:cubicBezTo>
                  <a:pt x="1857801" y="142713"/>
                  <a:pt x="1864116" y="140188"/>
                  <a:pt x="1870430" y="138925"/>
                </a:cubicBezTo>
                <a:cubicBezTo>
                  <a:pt x="1879271" y="133873"/>
                  <a:pt x="1886849" y="132610"/>
                  <a:pt x="1894426" y="132610"/>
                </a:cubicBezTo>
                <a:moveTo>
                  <a:pt x="2087658" y="279112"/>
                </a:moveTo>
                <a:lnTo>
                  <a:pt x="2131861" y="279112"/>
                </a:lnTo>
                <a:lnTo>
                  <a:pt x="2077554" y="195757"/>
                </a:lnTo>
                <a:lnTo>
                  <a:pt x="2128072" y="136399"/>
                </a:lnTo>
                <a:lnTo>
                  <a:pt x="2083869" y="136399"/>
                </a:lnTo>
                <a:lnTo>
                  <a:pt x="2037140" y="190706"/>
                </a:lnTo>
                <a:lnTo>
                  <a:pt x="2037140" y="136399"/>
                </a:lnTo>
                <a:lnTo>
                  <a:pt x="1997988" y="136399"/>
                </a:lnTo>
                <a:lnTo>
                  <a:pt x="1997988" y="279112"/>
                </a:lnTo>
                <a:lnTo>
                  <a:pt x="2037140" y="279112"/>
                </a:lnTo>
                <a:lnTo>
                  <a:pt x="2037140" y="242487"/>
                </a:lnTo>
                <a:lnTo>
                  <a:pt x="2052295" y="224805"/>
                </a:lnTo>
                <a:lnTo>
                  <a:pt x="2087658" y="279112"/>
                </a:lnTo>
                <a:close/>
                <a:moveTo>
                  <a:pt x="2265734" y="155343"/>
                </a:moveTo>
                <a:cubicBezTo>
                  <a:pt x="2250579" y="140188"/>
                  <a:pt x="2231634" y="132610"/>
                  <a:pt x="2210164" y="132610"/>
                </a:cubicBezTo>
                <a:cubicBezTo>
                  <a:pt x="2188694" y="132610"/>
                  <a:pt x="2169750" y="140188"/>
                  <a:pt x="2154594" y="155343"/>
                </a:cubicBezTo>
                <a:cubicBezTo>
                  <a:pt x="2139439" y="170498"/>
                  <a:pt x="2131861" y="188180"/>
                  <a:pt x="2131861" y="208387"/>
                </a:cubicBezTo>
                <a:cubicBezTo>
                  <a:pt x="2131861" y="228594"/>
                  <a:pt x="2139439" y="246275"/>
                  <a:pt x="2154594" y="261431"/>
                </a:cubicBezTo>
                <a:cubicBezTo>
                  <a:pt x="2169750" y="276586"/>
                  <a:pt x="2188694" y="284164"/>
                  <a:pt x="2210164" y="284164"/>
                </a:cubicBezTo>
                <a:cubicBezTo>
                  <a:pt x="2231634" y="284164"/>
                  <a:pt x="2250579" y="276586"/>
                  <a:pt x="2265734" y="261431"/>
                </a:cubicBezTo>
                <a:cubicBezTo>
                  <a:pt x="2280889" y="246275"/>
                  <a:pt x="2288467" y="228594"/>
                  <a:pt x="2288467" y="208387"/>
                </a:cubicBezTo>
                <a:cubicBezTo>
                  <a:pt x="2288467" y="188180"/>
                  <a:pt x="2280889" y="170498"/>
                  <a:pt x="2265734" y="155343"/>
                </a:cubicBezTo>
                <a:moveTo>
                  <a:pt x="2181116" y="179339"/>
                </a:moveTo>
                <a:cubicBezTo>
                  <a:pt x="2188694" y="171761"/>
                  <a:pt x="2197535" y="167972"/>
                  <a:pt x="2208901" y="167972"/>
                </a:cubicBezTo>
                <a:cubicBezTo>
                  <a:pt x="2220268" y="167972"/>
                  <a:pt x="2229108" y="171761"/>
                  <a:pt x="2236686" y="179339"/>
                </a:cubicBezTo>
                <a:cubicBezTo>
                  <a:pt x="2244264" y="186917"/>
                  <a:pt x="2248053" y="197020"/>
                  <a:pt x="2248053" y="208387"/>
                </a:cubicBezTo>
                <a:cubicBezTo>
                  <a:pt x="2248053" y="219753"/>
                  <a:pt x="2244264" y="229857"/>
                  <a:pt x="2236686" y="237435"/>
                </a:cubicBezTo>
                <a:cubicBezTo>
                  <a:pt x="2229108" y="245012"/>
                  <a:pt x="2220268" y="248801"/>
                  <a:pt x="2208901" y="248801"/>
                </a:cubicBezTo>
                <a:cubicBezTo>
                  <a:pt x="2197535" y="248801"/>
                  <a:pt x="2188694" y="245012"/>
                  <a:pt x="2181116" y="237435"/>
                </a:cubicBezTo>
                <a:cubicBezTo>
                  <a:pt x="2173539" y="229857"/>
                  <a:pt x="2169750" y="219753"/>
                  <a:pt x="2169750" y="208387"/>
                </a:cubicBezTo>
                <a:cubicBezTo>
                  <a:pt x="2169750" y="197020"/>
                  <a:pt x="2173539" y="186917"/>
                  <a:pt x="2181116" y="179339"/>
                </a:cubicBezTo>
                <a:moveTo>
                  <a:pt x="2403396" y="136399"/>
                </a:moveTo>
                <a:lnTo>
                  <a:pt x="2403396" y="189443"/>
                </a:lnTo>
                <a:lnTo>
                  <a:pt x="2351615" y="189443"/>
                </a:lnTo>
                <a:lnTo>
                  <a:pt x="2351615" y="136399"/>
                </a:lnTo>
                <a:lnTo>
                  <a:pt x="2312463" y="136399"/>
                </a:lnTo>
                <a:lnTo>
                  <a:pt x="2312463" y="279112"/>
                </a:lnTo>
                <a:lnTo>
                  <a:pt x="2351615" y="279112"/>
                </a:lnTo>
                <a:lnTo>
                  <a:pt x="2351615" y="224805"/>
                </a:lnTo>
                <a:lnTo>
                  <a:pt x="2403396" y="224805"/>
                </a:lnTo>
                <a:lnTo>
                  <a:pt x="2403396" y="279112"/>
                </a:lnTo>
                <a:lnTo>
                  <a:pt x="2442547" y="279112"/>
                </a:lnTo>
                <a:lnTo>
                  <a:pt x="2442547" y="136399"/>
                </a:lnTo>
                <a:lnTo>
                  <a:pt x="2403396" y="136399"/>
                </a:lnTo>
                <a:close/>
                <a:moveTo>
                  <a:pt x="2601679" y="155343"/>
                </a:moveTo>
                <a:cubicBezTo>
                  <a:pt x="2586524" y="140188"/>
                  <a:pt x="2567579" y="132610"/>
                  <a:pt x="2546109" y="132610"/>
                </a:cubicBezTo>
                <a:cubicBezTo>
                  <a:pt x="2524639" y="132610"/>
                  <a:pt x="2505695" y="140188"/>
                  <a:pt x="2490539" y="155343"/>
                </a:cubicBezTo>
                <a:cubicBezTo>
                  <a:pt x="2475384" y="170498"/>
                  <a:pt x="2467806" y="188180"/>
                  <a:pt x="2467806" y="208387"/>
                </a:cubicBezTo>
                <a:cubicBezTo>
                  <a:pt x="2467806" y="228594"/>
                  <a:pt x="2475384" y="246275"/>
                  <a:pt x="2490539" y="261431"/>
                </a:cubicBezTo>
                <a:cubicBezTo>
                  <a:pt x="2505695" y="276586"/>
                  <a:pt x="2524639" y="284164"/>
                  <a:pt x="2546109" y="284164"/>
                </a:cubicBezTo>
                <a:cubicBezTo>
                  <a:pt x="2567579" y="284164"/>
                  <a:pt x="2586524" y="276586"/>
                  <a:pt x="2601679" y="261431"/>
                </a:cubicBezTo>
                <a:cubicBezTo>
                  <a:pt x="2616834" y="246275"/>
                  <a:pt x="2624412" y="228594"/>
                  <a:pt x="2624412" y="208387"/>
                </a:cubicBezTo>
                <a:cubicBezTo>
                  <a:pt x="2624412" y="188180"/>
                  <a:pt x="2616834" y="170498"/>
                  <a:pt x="2601679" y="155343"/>
                </a:cubicBezTo>
                <a:moveTo>
                  <a:pt x="2517061" y="179339"/>
                </a:moveTo>
                <a:cubicBezTo>
                  <a:pt x="2524639" y="171761"/>
                  <a:pt x="2533480" y="167972"/>
                  <a:pt x="2544846" y="167972"/>
                </a:cubicBezTo>
                <a:cubicBezTo>
                  <a:pt x="2556213" y="167972"/>
                  <a:pt x="2565053" y="171761"/>
                  <a:pt x="2572631" y="179339"/>
                </a:cubicBezTo>
                <a:cubicBezTo>
                  <a:pt x="2580209" y="186917"/>
                  <a:pt x="2583998" y="197020"/>
                  <a:pt x="2583998" y="208387"/>
                </a:cubicBezTo>
                <a:cubicBezTo>
                  <a:pt x="2583998" y="219753"/>
                  <a:pt x="2580209" y="229857"/>
                  <a:pt x="2572631" y="237435"/>
                </a:cubicBezTo>
                <a:cubicBezTo>
                  <a:pt x="2565053" y="245012"/>
                  <a:pt x="2556213" y="248801"/>
                  <a:pt x="2544846" y="248801"/>
                </a:cubicBezTo>
                <a:cubicBezTo>
                  <a:pt x="2533480" y="248801"/>
                  <a:pt x="2524639" y="245012"/>
                  <a:pt x="2517061" y="237435"/>
                </a:cubicBezTo>
                <a:cubicBezTo>
                  <a:pt x="2509483" y="229857"/>
                  <a:pt x="2505695" y="219753"/>
                  <a:pt x="2505695" y="208387"/>
                </a:cubicBezTo>
                <a:cubicBezTo>
                  <a:pt x="2505695" y="197020"/>
                  <a:pt x="2509483" y="186917"/>
                  <a:pt x="2517061" y="179339"/>
                </a:cubicBezTo>
                <a:moveTo>
                  <a:pt x="2767126" y="194494"/>
                </a:moveTo>
                <a:lnTo>
                  <a:pt x="2767126" y="279112"/>
                </a:lnTo>
                <a:lnTo>
                  <a:pt x="2806277" y="279112"/>
                </a:lnTo>
                <a:lnTo>
                  <a:pt x="2806277" y="136399"/>
                </a:lnTo>
                <a:lnTo>
                  <a:pt x="2772177" y="136399"/>
                </a:lnTo>
                <a:lnTo>
                  <a:pt x="2727974" y="191969"/>
                </a:lnTo>
                <a:lnTo>
                  <a:pt x="2683771" y="136399"/>
                </a:lnTo>
                <a:lnTo>
                  <a:pt x="2649671" y="136399"/>
                </a:lnTo>
                <a:lnTo>
                  <a:pt x="2649671" y="279112"/>
                </a:lnTo>
                <a:lnTo>
                  <a:pt x="2688822" y="279112"/>
                </a:lnTo>
                <a:lnTo>
                  <a:pt x="2688822" y="194494"/>
                </a:lnTo>
                <a:lnTo>
                  <a:pt x="2727974" y="243750"/>
                </a:lnTo>
                <a:lnTo>
                  <a:pt x="2767126" y="194494"/>
                </a:lnTo>
                <a:close/>
                <a:moveTo>
                  <a:pt x="2837851" y="279112"/>
                </a:moveTo>
                <a:lnTo>
                  <a:pt x="2870687" y="279112"/>
                </a:lnTo>
                <a:lnTo>
                  <a:pt x="2931309" y="199546"/>
                </a:lnTo>
                <a:lnTo>
                  <a:pt x="2931309" y="279112"/>
                </a:lnTo>
                <a:lnTo>
                  <a:pt x="2970461" y="279112"/>
                </a:lnTo>
                <a:lnTo>
                  <a:pt x="2970461" y="136399"/>
                </a:lnTo>
                <a:lnTo>
                  <a:pt x="2936361" y="136399"/>
                </a:lnTo>
                <a:lnTo>
                  <a:pt x="2875739" y="215965"/>
                </a:lnTo>
                <a:lnTo>
                  <a:pt x="2875739" y="136399"/>
                </a:lnTo>
                <a:lnTo>
                  <a:pt x="2836588" y="136399"/>
                </a:lnTo>
                <a:lnTo>
                  <a:pt x="2836588" y="279112"/>
                </a:lnTo>
                <a:close/>
                <a:moveTo>
                  <a:pt x="3092967" y="279112"/>
                </a:moveTo>
                <a:lnTo>
                  <a:pt x="3137170" y="279112"/>
                </a:lnTo>
                <a:lnTo>
                  <a:pt x="3082863" y="195757"/>
                </a:lnTo>
                <a:lnTo>
                  <a:pt x="3133381" y="136399"/>
                </a:lnTo>
                <a:lnTo>
                  <a:pt x="3089178" y="136399"/>
                </a:lnTo>
                <a:lnTo>
                  <a:pt x="3042449" y="190706"/>
                </a:lnTo>
                <a:lnTo>
                  <a:pt x="3042449" y="136399"/>
                </a:lnTo>
                <a:lnTo>
                  <a:pt x="3003297" y="136399"/>
                </a:lnTo>
                <a:lnTo>
                  <a:pt x="3003297" y="279112"/>
                </a:lnTo>
                <a:lnTo>
                  <a:pt x="3042449" y="279112"/>
                </a:lnTo>
                <a:lnTo>
                  <a:pt x="3042449" y="242487"/>
                </a:lnTo>
                <a:lnTo>
                  <a:pt x="3057604" y="224805"/>
                </a:lnTo>
                <a:lnTo>
                  <a:pt x="3092967" y="279112"/>
                </a:lnTo>
                <a:close/>
                <a:moveTo>
                  <a:pt x="3244521" y="279112"/>
                </a:moveTo>
                <a:lnTo>
                  <a:pt x="3286198" y="279112"/>
                </a:lnTo>
                <a:lnTo>
                  <a:pt x="3233154" y="136399"/>
                </a:lnTo>
                <a:lnTo>
                  <a:pt x="3190214" y="136399"/>
                </a:lnTo>
                <a:lnTo>
                  <a:pt x="3135907" y="279112"/>
                </a:lnTo>
                <a:lnTo>
                  <a:pt x="3177585" y="279112"/>
                </a:lnTo>
                <a:lnTo>
                  <a:pt x="3187688" y="248801"/>
                </a:lnTo>
                <a:lnTo>
                  <a:pt x="3234417" y="248801"/>
                </a:lnTo>
                <a:lnTo>
                  <a:pt x="3244521" y="279112"/>
                </a:lnTo>
                <a:close/>
                <a:moveTo>
                  <a:pt x="3197792" y="218490"/>
                </a:moveTo>
                <a:lnTo>
                  <a:pt x="3210421" y="176813"/>
                </a:lnTo>
                <a:lnTo>
                  <a:pt x="3223051" y="218490"/>
                </a:lnTo>
                <a:lnTo>
                  <a:pt x="3197792" y="218490"/>
                </a:lnTo>
                <a:close/>
                <a:moveTo>
                  <a:pt x="1951259" y="430666"/>
                </a:moveTo>
                <a:lnTo>
                  <a:pt x="1951259" y="515284"/>
                </a:lnTo>
                <a:lnTo>
                  <a:pt x="1990411" y="515284"/>
                </a:lnTo>
                <a:lnTo>
                  <a:pt x="1990411" y="372571"/>
                </a:lnTo>
                <a:lnTo>
                  <a:pt x="1956311" y="372571"/>
                </a:lnTo>
                <a:lnTo>
                  <a:pt x="1912108" y="428140"/>
                </a:lnTo>
                <a:lnTo>
                  <a:pt x="1867904" y="372571"/>
                </a:lnTo>
                <a:lnTo>
                  <a:pt x="1833805" y="372571"/>
                </a:lnTo>
                <a:lnTo>
                  <a:pt x="1833805" y="515284"/>
                </a:lnTo>
                <a:lnTo>
                  <a:pt x="1872956" y="515284"/>
                </a:lnTo>
                <a:lnTo>
                  <a:pt x="1872956" y="430666"/>
                </a:lnTo>
                <a:lnTo>
                  <a:pt x="1912108" y="479921"/>
                </a:lnTo>
                <a:lnTo>
                  <a:pt x="1951259" y="430666"/>
                </a:lnTo>
                <a:close/>
                <a:moveTo>
                  <a:pt x="2149542" y="390252"/>
                </a:moveTo>
                <a:cubicBezTo>
                  <a:pt x="2134387" y="375096"/>
                  <a:pt x="2115443" y="367519"/>
                  <a:pt x="2093973" y="367519"/>
                </a:cubicBezTo>
                <a:cubicBezTo>
                  <a:pt x="2072502" y="367519"/>
                  <a:pt x="2053558" y="375096"/>
                  <a:pt x="2038403" y="390252"/>
                </a:cubicBezTo>
                <a:cubicBezTo>
                  <a:pt x="2023247" y="405407"/>
                  <a:pt x="2015670" y="423089"/>
                  <a:pt x="2015670" y="443296"/>
                </a:cubicBezTo>
                <a:cubicBezTo>
                  <a:pt x="2015670" y="463503"/>
                  <a:pt x="2023247" y="481184"/>
                  <a:pt x="2038403" y="496340"/>
                </a:cubicBezTo>
                <a:cubicBezTo>
                  <a:pt x="2053558" y="511495"/>
                  <a:pt x="2072502" y="519073"/>
                  <a:pt x="2093973" y="519073"/>
                </a:cubicBezTo>
                <a:cubicBezTo>
                  <a:pt x="2115443" y="519073"/>
                  <a:pt x="2134387" y="511495"/>
                  <a:pt x="2149542" y="496340"/>
                </a:cubicBezTo>
                <a:cubicBezTo>
                  <a:pt x="2164698" y="481184"/>
                  <a:pt x="2172276" y="463503"/>
                  <a:pt x="2172276" y="443296"/>
                </a:cubicBezTo>
                <a:cubicBezTo>
                  <a:pt x="2172276" y="423089"/>
                  <a:pt x="2164698" y="405407"/>
                  <a:pt x="2149542" y="390252"/>
                </a:cubicBezTo>
                <a:moveTo>
                  <a:pt x="2064925" y="414248"/>
                </a:moveTo>
                <a:cubicBezTo>
                  <a:pt x="2072502" y="406670"/>
                  <a:pt x="2081343" y="402881"/>
                  <a:pt x="2092710" y="402881"/>
                </a:cubicBezTo>
                <a:cubicBezTo>
                  <a:pt x="2104076" y="402881"/>
                  <a:pt x="2112917" y="406670"/>
                  <a:pt x="2120495" y="414248"/>
                </a:cubicBezTo>
                <a:cubicBezTo>
                  <a:pt x="2128072" y="421826"/>
                  <a:pt x="2131861" y="431929"/>
                  <a:pt x="2131861" y="443296"/>
                </a:cubicBezTo>
                <a:cubicBezTo>
                  <a:pt x="2131861" y="454662"/>
                  <a:pt x="2128072" y="464766"/>
                  <a:pt x="2120495" y="472344"/>
                </a:cubicBezTo>
                <a:cubicBezTo>
                  <a:pt x="2112917" y="479921"/>
                  <a:pt x="2104076" y="483710"/>
                  <a:pt x="2092710" y="483710"/>
                </a:cubicBezTo>
                <a:cubicBezTo>
                  <a:pt x="2081343" y="483710"/>
                  <a:pt x="2072502" y="479921"/>
                  <a:pt x="2064925" y="472344"/>
                </a:cubicBezTo>
                <a:cubicBezTo>
                  <a:pt x="2057347" y="464766"/>
                  <a:pt x="2053558" y="454662"/>
                  <a:pt x="2053558" y="443296"/>
                </a:cubicBezTo>
                <a:cubicBezTo>
                  <a:pt x="2053558" y="431929"/>
                  <a:pt x="2057347" y="423089"/>
                  <a:pt x="2064925" y="414248"/>
                </a:cubicBezTo>
                <a:moveTo>
                  <a:pt x="2239212" y="414248"/>
                </a:moveTo>
                <a:cubicBezTo>
                  <a:pt x="2246790" y="406670"/>
                  <a:pt x="2256893" y="402881"/>
                  <a:pt x="2268260" y="402881"/>
                </a:cubicBezTo>
                <a:cubicBezTo>
                  <a:pt x="2272049" y="402881"/>
                  <a:pt x="2277101" y="402881"/>
                  <a:pt x="2280889" y="405407"/>
                </a:cubicBezTo>
                <a:cubicBezTo>
                  <a:pt x="2284678" y="406670"/>
                  <a:pt x="2288467" y="407933"/>
                  <a:pt x="2290993" y="409196"/>
                </a:cubicBezTo>
                <a:cubicBezTo>
                  <a:pt x="2293519" y="410459"/>
                  <a:pt x="2296045" y="412985"/>
                  <a:pt x="2298571" y="414248"/>
                </a:cubicBezTo>
                <a:cubicBezTo>
                  <a:pt x="2301097" y="416774"/>
                  <a:pt x="2302360" y="418037"/>
                  <a:pt x="2303622" y="418037"/>
                </a:cubicBezTo>
                <a:cubicBezTo>
                  <a:pt x="2304885" y="419300"/>
                  <a:pt x="2304885" y="419300"/>
                  <a:pt x="2304885" y="420563"/>
                </a:cubicBezTo>
                <a:lnTo>
                  <a:pt x="2328881" y="396567"/>
                </a:lnTo>
                <a:lnTo>
                  <a:pt x="2326356" y="394041"/>
                </a:lnTo>
                <a:cubicBezTo>
                  <a:pt x="2325093" y="391515"/>
                  <a:pt x="2322567" y="390252"/>
                  <a:pt x="2318778" y="386463"/>
                </a:cubicBezTo>
                <a:cubicBezTo>
                  <a:pt x="2314989" y="383937"/>
                  <a:pt x="2311200" y="381411"/>
                  <a:pt x="2307411" y="377622"/>
                </a:cubicBezTo>
                <a:cubicBezTo>
                  <a:pt x="2302360" y="375096"/>
                  <a:pt x="2297308" y="372571"/>
                  <a:pt x="2290993" y="370045"/>
                </a:cubicBezTo>
                <a:cubicBezTo>
                  <a:pt x="2284678" y="367519"/>
                  <a:pt x="2277101" y="367519"/>
                  <a:pt x="2269523" y="367519"/>
                </a:cubicBezTo>
                <a:cubicBezTo>
                  <a:pt x="2248053" y="367519"/>
                  <a:pt x="2229108" y="375096"/>
                  <a:pt x="2212690" y="390252"/>
                </a:cubicBezTo>
                <a:cubicBezTo>
                  <a:pt x="2197535" y="405407"/>
                  <a:pt x="2189957" y="423089"/>
                  <a:pt x="2189957" y="443296"/>
                </a:cubicBezTo>
                <a:cubicBezTo>
                  <a:pt x="2189957" y="463503"/>
                  <a:pt x="2197535" y="481184"/>
                  <a:pt x="2212690" y="496340"/>
                </a:cubicBezTo>
                <a:cubicBezTo>
                  <a:pt x="2227845" y="511495"/>
                  <a:pt x="2246790" y="519073"/>
                  <a:pt x="2269523" y="519073"/>
                </a:cubicBezTo>
                <a:cubicBezTo>
                  <a:pt x="2277101" y="519073"/>
                  <a:pt x="2284678" y="517810"/>
                  <a:pt x="2292256" y="516547"/>
                </a:cubicBezTo>
                <a:cubicBezTo>
                  <a:pt x="2299834" y="514021"/>
                  <a:pt x="2304885" y="512758"/>
                  <a:pt x="2309937" y="510232"/>
                </a:cubicBezTo>
                <a:cubicBezTo>
                  <a:pt x="2313726" y="507706"/>
                  <a:pt x="2318778" y="505180"/>
                  <a:pt x="2322567" y="501392"/>
                </a:cubicBezTo>
                <a:cubicBezTo>
                  <a:pt x="2326356" y="497603"/>
                  <a:pt x="2328881" y="496340"/>
                  <a:pt x="2330144" y="495077"/>
                </a:cubicBezTo>
                <a:cubicBezTo>
                  <a:pt x="2331407" y="493814"/>
                  <a:pt x="2331407" y="492551"/>
                  <a:pt x="2332670" y="492551"/>
                </a:cubicBezTo>
                <a:lnTo>
                  <a:pt x="2309937" y="468555"/>
                </a:lnTo>
                <a:lnTo>
                  <a:pt x="2306148" y="473607"/>
                </a:lnTo>
                <a:cubicBezTo>
                  <a:pt x="2303622" y="476132"/>
                  <a:pt x="2298571" y="479921"/>
                  <a:pt x="2292256" y="482447"/>
                </a:cubicBezTo>
                <a:cubicBezTo>
                  <a:pt x="2285941" y="484973"/>
                  <a:pt x="2279626" y="487499"/>
                  <a:pt x="2272049" y="487499"/>
                </a:cubicBezTo>
                <a:cubicBezTo>
                  <a:pt x="2260682" y="487499"/>
                  <a:pt x="2250579" y="483710"/>
                  <a:pt x="2243001" y="476132"/>
                </a:cubicBezTo>
                <a:cubicBezTo>
                  <a:pt x="2235423" y="468555"/>
                  <a:pt x="2231634" y="458451"/>
                  <a:pt x="2231634" y="447085"/>
                </a:cubicBezTo>
                <a:cubicBezTo>
                  <a:pt x="2227845" y="431929"/>
                  <a:pt x="2231634" y="423089"/>
                  <a:pt x="2239212" y="414248"/>
                </a:cubicBezTo>
                <a:moveTo>
                  <a:pt x="2438758" y="515284"/>
                </a:moveTo>
                <a:lnTo>
                  <a:pt x="2482962" y="515284"/>
                </a:lnTo>
                <a:lnTo>
                  <a:pt x="2428655" y="431929"/>
                </a:lnTo>
                <a:lnTo>
                  <a:pt x="2479173" y="372571"/>
                </a:lnTo>
                <a:lnTo>
                  <a:pt x="2434969" y="372571"/>
                </a:lnTo>
                <a:lnTo>
                  <a:pt x="2388240" y="426877"/>
                </a:lnTo>
                <a:lnTo>
                  <a:pt x="2388240" y="372571"/>
                </a:lnTo>
                <a:lnTo>
                  <a:pt x="2349089" y="372571"/>
                </a:lnTo>
                <a:lnTo>
                  <a:pt x="2349089" y="515284"/>
                </a:lnTo>
                <a:lnTo>
                  <a:pt x="2388240" y="515284"/>
                </a:lnTo>
                <a:lnTo>
                  <a:pt x="2388240" y="478658"/>
                </a:lnTo>
                <a:lnTo>
                  <a:pt x="2403396" y="460977"/>
                </a:lnTo>
                <a:lnTo>
                  <a:pt x="2438758" y="515284"/>
                </a:lnTo>
                <a:close/>
                <a:moveTo>
                  <a:pt x="2566316" y="515284"/>
                </a:moveTo>
                <a:cubicBezTo>
                  <a:pt x="2581472" y="515284"/>
                  <a:pt x="2594101" y="511495"/>
                  <a:pt x="2604205" y="502654"/>
                </a:cubicBezTo>
                <a:cubicBezTo>
                  <a:pt x="2614308" y="493814"/>
                  <a:pt x="2619360" y="484973"/>
                  <a:pt x="2619360" y="473607"/>
                </a:cubicBezTo>
                <a:cubicBezTo>
                  <a:pt x="2619360" y="468555"/>
                  <a:pt x="2618097" y="464766"/>
                  <a:pt x="2616834" y="460977"/>
                </a:cubicBezTo>
                <a:cubicBezTo>
                  <a:pt x="2615571" y="457188"/>
                  <a:pt x="2613045" y="453399"/>
                  <a:pt x="2610520" y="450873"/>
                </a:cubicBezTo>
                <a:cubicBezTo>
                  <a:pt x="2607994" y="448348"/>
                  <a:pt x="2605468" y="447085"/>
                  <a:pt x="2602942" y="444559"/>
                </a:cubicBezTo>
                <a:cubicBezTo>
                  <a:pt x="2600416" y="443296"/>
                  <a:pt x="2597890" y="442033"/>
                  <a:pt x="2596627" y="440770"/>
                </a:cubicBezTo>
                <a:cubicBezTo>
                  <a:pt x="2595364" y="440770"/>
                  <a:pt x="2594101" y="439507"/>
                  <a:pt x="2594101" y="439507"/>
                </a:cubicBezTo>
                <a:lnTo>
                  <a:pt x="2595364" y="438244"/>
                </a:lnTo>
                <a:cubicBezTo>
                  <a:pt x="2596627" y="436981"/>
                  <a:pt x="2597890" y="436981"/>
                  <a:pt x="2600416" y="434455"/>
                </a:cubicBezTo>
                <a:cubicBezTo>
                  <a:pt x="2601679" y="433192"/>
                  <a:pt x="2604205" y="430666"/>
                  <a:pt x="2605468" y="429403"/>
                </a:cubicBezTo>
                <a:cubicBezTo>
                  <a:pt x="2606731" y="426877"/>
                  <a:pt x="2609257" y="424351"/>
                  <a:pt x="2610520" y="420563"/>
                </a:cubicBezTo>
                <a:cubicBezTo>
                  <a:pt x="2611783" y="416774"/>
                  <a:pt x="2611783" y="412985"/>
                  <a:pt x="2611783" y="409196"/>
                </a:cubicBezTo>
                <a:cubicBezTo>
                  <a:pt x="2611783" y="399092"/>
                  <a:pt x="2606731" y="390252"/>
                  <a:pt x="2597890" y="382674"/>
                </a:cubicBezTo>
                <a:cubicBezTo>
                  <a:pt x="2589049" y="375096"/>
                  <a:pt x="2577683" y="371308"/>
                  <a:pt x="2562527" y="371308"/>
                </a:cubicBezTo>
                <a:lnTo>
                  <a:pt x="2498117" y="371308"/>
                </a:lnTo>
                <a:lnTo>
                  <a:pt x="2498117" y="514021"/>
                </a:lnTo>
                <a:lnTo>
                  <a:pt x="2566316" y="514021"/>
                </a:lnTo>
                <a:moveTo>
                  <a:pt x="2557476" y="402881"/>
                </a:moveTo>
                <a:cubicBezTo>
                  <a:pt x="2561265" y="402881"/>
                  <a:pt x="2565053" y="404144"/>
                  <a:pt x="2567579" y="406670"/>
                </a:cubicBezTo>
                <a:cubicBezTo>
                  <a:pt x="2570105" y="409196"/>
                  <a:pt x="2571368" y="411722"/>
                  <a:pt x="2571368" y="415511"/>
                </a:cubicBezTo>
                <a:cubicBezTo>
                  <a:pt x="2571368" y="419300"/>
                  <a:pt x="2570105" y="421826"/>
                  <a:pt x="2567579" y="424351"/>
                </a:cubicBezTo>
                <a:cubicBezTo>
                  <a:pt x="2565053" y="426877"/>
                  <a:pt x="2562527" y="428140"/>
                  <a:pt x="2557476" y="428140"/>
                </a:cubicBezTo>
                <a:lnTo>
                  <a:pt x="2536005" y="428140"/>
                </a:lnTo>
                <a:lnTo>
                  <a:pt x="2536005" y="404144"/>
                </a:lnTo>
                <a:lnTo>
                  <a:pt x="2557476" y="404144"/>
                </a:lnTo>
                <a:moveTo>
                  <a:pt x="2536005" y="455925"/>
                </a:moveTo>
                <a:lnTo>
                  <a:pt x="2562527" y="455925"/>
                </a:lnTo>
                <a:cubicBezTo>
                  <a:pt x="2567579" y="455925"/>
                  <a:pt x="2570105" y="457188"/>
                  <a:pt x="2573894" y="459714"/>
                </a:cubicBezTo>
                <a:cubicBezTo>
                  <a:pt x="2576420" y="462240"/>
                  <a:pt x="2577683" y="466029"/>
                  <a:pt x="2577683" y="469818"/>
                </a:cubicBezTo>
                <a:cubicBezTo>
                  <a:pt x="2577683" y="473607"/>
                  <a:pt x="2576420" y="477395"/>
                  <a:pt x="2573894" y="479921"/>
                </a:cubicBezTo>
                <a:cubicBezTo>
                  <a:pt x="2571368" y="482447"/>
                  <a:pt x="2567579" y="483710"/>
                  <a:pt x="2562527" y="483710"/>
                </a:cubicBezTo>
                <a:lnTo>
                  <a:pt x="2536005" y="483710"/>
                </a:lnTo>
                <a:lnTo>
                  <a:pt x="2536005" y="455925"/>
                </a:lnTo>
                <a:close/>
                <a:moveTo>
                  <a:pt x="2703978" y="515284"/>
                </a:moveTo>
                <a:cubicBezTo>
                  <a:pt x="2719133" y="515284"/>
                  <a:pt x="2731763" y="510232"/>
                  <a:pt x="2741867" y="501392"/>
                </a:cubicBezTo>
                <a:cubicBezTo>
                  <a:pt x="2751970" y="492551"/>
                  <a:pt x="2757022" y="479921"/>
                  <a:pt x="2757022" y="466029"/>
                </a:cubicBezTo>
                <a:cubicBezTo>
                  <a:pt x="2757022" y="452136"/>
                  <a:pt x="2751970" y="439507"/>
                  <a:pt x="2741867" y="430666"/>
                </a:cubicBezTo>
                <a:cubicBezTo>
                  <a:pt x="2731763" y="421826"/>
                  <a:pt x="2719133" y="416774"/>
                  <a:pt x="2703978" y="416774"/>
                </a:cubicBezTo>
                <a:lnTo>
                  <a:pt x="2681245" y="416774"/>
                </a:lnTo>
                <a:lnTo>
                  <a:pt x="2681245" y="373833"/>
                </a:lnTo>
                <a:lnTo>
                  <a:pt x="2642093" y="373833"/>
                </a:lnTo>
                <a:lnTo>
                  <a:pt x="2642093" y="516547"/>
                </a:lnTo>
                <a:lnTo>
                  <a:pt x="2703978" y="516547"/>
                </a:lnTo>
                <a:moveTo>
                  <a:pt x="2681245" y="449610"/>
                </a:moveTo>
                <a:lnTo>
                  <a:pt x="2702715" y="449610"/>
                </a:lnTo>
                <a:cubicBezTo>
                  <a:pt x="2707767" y="449610"/>
                  <a:pt x="2711556" y="450873"/>
                  <a:pt x="2714081" y="454662"/>
                </a:cubicBezTo>
                <a:cubicBezTo>
                  <a:pt x="2717870" y="457188"/>
                  <a:pt x="2719133" y="460977"/>
                  <a:pt x="2719133" y="464766"/>
                </a:cubicBezTo>
                <a:cubicBezTo>
                  <a:pt x="2719133" y="468555"/>
                  <a:pt x="2717870" y="472344"/>
                  <a:pt x="2714081" y="474870"/>
                </a:cubicBezTo>
                <a:cubicBezTo>
                  <a:pt x="2710293" y="477395"/>
                  <a:pt x="2706504" y="479921"/>
                  <a:pt x="2702715" y="479921"/>
                </a:cubicBezTo>
                <a:lnTo>
                  <a:pt x="2681245" y="479921"/>
                </a:lnTo>
                <a:lnTo>
                  <a:pt x="2681245" y="449610"/>
                </a:lnTo>
                <a:close/>
                <a:moveTo>
                  <a:pt x="2810066" y="372571"/>
                </a:moveTo>
                <a:lnTo>
                  <a:pt x="2770914" y="372571"/>
                </a:lnTo>
                <a:lnTo>
                  <a:pt x="2770914" y="515284"/>
                </a:lnTo>
                <a:lnTo>
                  <a:pt x="2810066" y="515284"/>
                </a:lnTo>
                <a:lnTo>
                  <a:pt x="2810066" y="372571"/>
                </a:lnTo>
                <a:close/>
                <a:moveTo>
                  <a:pt x="1501649" y="587272"/>
                </a:moveTo>
                <a:cubicBezTo>
                  <a:pt x="1501649" y="625161"/>
                  <a:pt x="1467549" y="655472"/>
                  <a:pt x="1424609" y="655472"/>
                </a:cubicBezTo>
                <a:lnTo>
                  <a:pt x="1362724" y="655472"/>
                </a:lnTo>
                <a:cubicBezTo>
                  <a:pt x="1319784" y="655472"/>
                  <a:pt x="1276843" y="668101"/>
                  <a:pt x="1240218" y="690834"/>
                </a:cubicBezTo>
                <a:cubicBezTo>
                  <a:pt x="1238955" y="690834"/>
                  <a:pt x="1238955" y="692097"/>
                  <a:pt x="1237692" y="692097"/>
                </a:cubicBezTo>
                <a:cubicBezTo>
                  <a:pt x="1237692" y="692097"/>
                  <a:pt x="1236429" y="690834"/>
                  <a:pt x="1235166" y="690834"/>
                </a:cubicBezTo>
                <a:cubicBezTo>
                  <a:pt x="1198540" y="668101"/>
                  <a:pt x="1156863" y="655472"/>
                  <a:pt x="1112660" y="655472"/>
                </a:cubicBezTo>
                <a:lnTo>
                  <a:pt x="1050775" y="655472"/>
                </a:lnTo>
                <a:cubicBezTo>
                  <a:pt x="1009098" y="655472"/>
                  <a:pt x="973735" y="625161"/>
                  <a:pt x="973735" y="587272"/>
                </a:cubicBezTo>
                <a:lnTo>
                  <a:pt x="973735" y="56833"/>
                </a:lnTo>
                <a:lnTo>
                  <a:pt x="1381668" y="56833"/>
                </a:lnTo>
                <a:lnTo>
                  <a:pt x="1381668" y="0"/>
                </a:lnTo>
                <a:lnTo>
                  <a:pt x="919428" y="0"/>
                </a:lnTo>
                <a:lnTo>
                  <a:pt x="919428" y="587272"/>
                </a:lnTo>
                <a:cubicBezTo>
                  <a:pt x="919428" y="656734"/>
                  <a:pt x="978787" y="712304"/>
                  <a:pt x="1052038" y="712304"/>
                </a:cubicBezTo>
                <a:lnTo>
                  <a:pt x="1113923" y="712304"/>
                </a:lnTo>
                <a:cubicBezTo>
                  <a:pt x="1193489" y="712304"/>
                  <a:pt x="1237692" y="765348"/>
                  <a:pt x="1237692" y="765348"/>
                </a:cubicBezTo>
                <a:cubicBezTo>
                  <a:pt x="1237692" y="765348"/>
                  <a:pt x="1281895" y="712304"/>
                  <a:pt x="1361461" y="712304"/>
                </a:cubicBezTo>
                <a:lnTo>
                  <a:pt x="1423346" y="712304"/>
                </a:lnTo>
                <a:cubicBezTo>
                  <a:pt x="1496597" y="712304"/>
                  <a:pt x="1555955" y="656734"/>
                  <a:pt x="1555955" y="587272"/>
                </a:cubicBezTo>
                <a:lnTo>
                  <a:pt x="1555955" y="173024"/>
                </a:lnTo>
                <a:lnTo>
                  <a:pt x="1499123" y="173024"/>
                </a:lnTo>
                <a:lnTo>
                  <a:pt x="1499123" y="587272"/>
                </a:lnTo>
                <a:close/>
                <a:moveTo>
                  <a:pt x="1266740" y="361204"/>
                </a:moveTo>
                <a:lnTo>
                  <a:pt x="1209907" y="361204"/>
                </a:lnTo>
                <a:lnTo>
                  <a:pt x="1209907" y="616320"/>
                </a:lnTo>
                <a:lnTo>
                  <a:pt x="1266740" y="616320"/>
                </a:lnTo>
                <a:lnTo>
                  <a:pt x="1266740" y="361204"/>
                </a:lnTo>
                <a:close/>
                <a:moveTo>
                  <a:pt x="1121500" y="303108"/>
                </a:moveTo>
                <a:lnTo>
                  <a:pt x="1064668" y="303108"/>
                </a:lnTo>
                <a:lnTo>
                  <a:pt x="1064668" y="558224"/>
                </a:lnTo>
                <a:lnTo>
                  <a:pt x="1121500" y="558224"/>
                </a:lnTo>
                <a:lnTo>
                  <a:pt x="1121500" y="303108"/>
                </a:lnTo>
                <a:close/>
                <a:moveTo>
                  <a:pt x="1411979" y="303108"/>
                </a:moveTo>
                <a:lnTo>
                  <a:pt x="1355146" y="303108"/>
                </a:lnTo>
                <a:lnTo>
                  <a:pt x="1355146" y="558224"/>
                </a:lnTo>
                <a:lnTo>
                  <a:pt x="1411979" y="558224"/>
                </a:lnTo>
                <a:lnTo>
                  <a:pt x="1411979" y="303108"/>
                </a:lnTo>
                <a:close/>
                <a:moveTo>
                  <a:pt x="1411979" y="0"/>
                </a:moveTo>
                <a:lnTo>
                  <a:pt x="1411979" y="0"/>
                </a:lnTo>
                <a:lnTo>
                  <a:pt x="1411979" y="56833"/>
                </a:lnTo>
                <a:lnTo>
                  <a:pt x="1461234" y="56833"/>
                </a:lnTo>
                <a:lnTo>
                  <a:pt x="1238955" y="231120"/>
                </a:lnTo>
                <a:lnTo>
                  <a:pt x="1093715" y="117454"/>
                </a:lnTo>
                <a:lnTo>
                  <a:pt x="1004046" y="186917"/>
                </a:lnTo>
                <a:lnTo>
                  <a:pt x="1004046" y="258905"/>
                </a:lnTo>
                <a:lnTo>
                  <a:pt x="1093715" y="189443"/>
                </a:lnTo>
                <a:lnTo>
                  <a:pt x="1238955" y="303108"/>
                </a:lnTo>
                <a:lnTo>
                  <a:pt x="1501649" y="97247"/>
                </a:lnTo>
                <a:lnTo>
                  <a:pt x="1501649" y="146502"/>
                </a:lnTo>
                <a:lnTo>
                  <a:pt x="1558481" y="146502"/>
                </a:lnTo>
                <a:lnTo>
                  <a:pt x="1558481" y="0"/>
                </a:lnTo>
                <a:lnTo>
                  <a:pt x="1411979" y="0"/>
                </a:lnTo>
                <a:close/>
                <a:moveTo>
                  <a:pt x="20207" y="20207"/>
                </a:moveTo>
                <a:lnTo>
                  <a:pt x="20207" y="599902"/>
                </a:lnTo>
                <a:cubicBezTo>
                  <a:pt x="20207" y="660523"/>
                  <a:pt x="60622" y="697149"/>
                  <a:pt x="130084" y="697149"/>
                </a:cubicBezTo>
                <a:lnTo>
                  <a:pt x="203335" y="697149"/>
                </a:lnTo>
                <a:cubicBezTo>
                  <a:pt x="251327" y="697149"/>
                  <a:pt x="290479" y="711041"/>
                  <a:pt x="323315" y="738826"/>
                </a:cubicBezTo>
                <a:cubicBezTo>
                  <a:pt x="354889" y="711041"/>
                  <a:pt x="395304" y="697149"/>
                  <a:pt x="443296" y="697149"/>
                </a:cubicBezTo>
                <a:lnTo>
                  <a:pt x="516547" y="697149"/>
                </a:lnTo>
                <a:cubicBezTo>
                  <a:pt x="586009" y="697149"/>
                  <a:pt x="625161" y="661786"/>
                  <a:pt x="625161" y="599902"/>
                </a:cubicBezTo>
                <a:lnTo>
                  <a:pt x="625161" y="20207"/>
                </a:lnTo>
                <a:lnTo>
                  <a:pt x="20207" y="20207"/>
                </a:lnTo>
                <a:close/>
                <a:moveTo>
                  <a:pt x="645368" y="20207"/>
                </a:moveTo>
                <a:lnTo>
                  <a:pt x="645368" y="599902"/>
                </a:lnTo>
                <a:cubicBezTo>
                  <a:pt x="645368" y="636527"/>
                  <a:pt x="632738" y="665575"/>
                  <a:pt x="610005" y="687045"/>
                </a:cubicBezTo>
                <a:cubicBezTo>
                  <a:pt x="587272" y="707252"/>
                  <a:pt x="555698" y="717356"/>
                  <a:pt x="516547" y="717356"/>
                </a:cubicBezTo>
                <a:lnTo>
                  <a:pt x="442033" y="717356"/>
                </a:lnTo>
                <a:cubicBezTo>
                  <a:pt x="399092" y="717356"/>
                  <a:pt x="363730" y="729986"/>
                  <a:pt x="334682" y="753982"/>
                </a:cubicBezTo>
                <a:lnTo>
                  <a:pt x="322052" y="765348"/>
                </a:lnTo>
                <a:lnTo>
                  <a:pt x="309423" y="753982"/>
                </a:lnTo>
                <a:cubicBezTo>
                  <a:pt x="280375" y="728723"/>
                  <a:pt x="246275" y="717356"/>
                  <a:pt x="202072" y="717356"/>
                </a:cubicBezTo>
                <a:lnTo>
                  <a:pt x="128821" y="717356"/>
                </a:lnTo>
                <a:cubicBezTo>
                  <a:pt x="49255" y="717356"/>
                  <a:pt x="0" y="671890"/>
                  <a:pt x="0" y="599902"/>
                </a:cubicBezTo>
                <a:lnTo>
                  <a:pt x="0" y="20207"/>
                </a:lnTo>
                <a:lnTo>
                  <a:pt x="0" y="0"/>
                </a:lnTo>
                <a:lnTo>
                  <a:pt x="20207" y="0"/>
                </a:lnTo>
                <a:lnTo>
                  <a:pt x="626424" y="0"/>
                </a:lnTo>
                <a:lnTo>
                  <a:pt x="646631" y="0"/>
                </a:lnTo>
                <a:lnTo>
                  <a:pt x="646631" y="20207"/>
                </a:lnTo>
                <a:close/>
                <a:moveTo>
                  <a:pt x="601165" y="415511"/>
                </a:moveTo>
                <a:cubicBezTo>
                  <a:pt x="603691" y="423089"/>
                  <a:pt x="603691" y="430666"/>
                  <a:pt x="601165" y="436981"/>
                </a:cubicBezTo>
                <a:cubicBezTo>
                  <a:pt x="601165" y="438244"/>
                  <a:pt x="598639" y="438244"/>
                  <a:pt x="598639" y="438244"/>
                </a:cubicBezTo>
                <a:cubicBezTo>
                  <a:pt x="588535" y="434455"/>
                  <a:pt x="580957" y="426877"/>
                  <a:pt x="579694" y="419300"/>
                </a:cubicBezTo>
                <a:cubicBezTo>
                  <a:pt x="579694" y="414248"/>
                  <a:pt x="583483" y="411722"/>
                  <a:pt x="587272" y="407933"/>
                </a:cubicBezTo>
                <a:cubicBezTo>
                  <a:pt x="591061" y="404144"/>
                  <a:pt x="589798" y="397830"/>
                  <a:pt x="584746" y="388989"/>
                </a:cubicBezTo>
                <a:cubicBezTo>
                  <a:pt x="578432" y="390252"/>
                  <a:pt x="577169" y="383937"/>
                  <a:pt x="577169" y="373833"/>
                </a:cubicBezTo>
                <a:lnTo>
                  <a:pt x="558224" y="354889"/>
                </a:lnTo>
                <a:cubicBezTo>
                  <a:pt x="553172" y="349837"/>
                  <a:pt x="550647" y="347311"/>
                  <a:pt x="546858" y="353626"/>
                </a:cubicBezTo>
                <a:cubicBezTo>
                  <a:pt x="534228" y="367519"/>
                  <a:pt x="521599" y="381411"/>
                  <a:pt x="514021" y="385200"/>
                </a:cubicBezTo>
                <a:lnTo>
                  <a:pt x="514021" y="388989"/>
                </a:lnTo>
                <a:cubicBezTo>
                  <a:pt x="520336" y="390252"/>
                  <a:pt x="525388" y="388989"/>
                  <a:pt x="530439" y="387726"/>
                </a:cubicBezTo>
                <a:cubicBezTo>
                  <a:pt x="536754" y="383937"/>
                  <a:pt x="546858" y="391515"/>
                  <a:pt x="548121" y="405407"/>
                </a:cubicBezTo>
                <a:cubicBezTo>
                  <a:pt x="550647" y="406670"/>
                  <a:pt x="551910" y="409196"/>
                  <a:pt x="553172" y="414248"/>
                </a:cubicBezTo>
                <a:cubicBezTo>
                  <a:pt x="558224" y="421826"/>
                  <a:pt x="563276" y="429403"/>
                  <a:pt x="569591" y="435718"/>
                </a:cubicBezTo>
                <a:cubicBezTo>
                  <a:pt x="574643" y="440770"/>
                  <a:pt x="577169" y="447085"/>
                  <a:pt x="577169" y="460977"/>
                </a:cubicBezTo>
                <a:cubicBezTo>
                  <a:pt x="577169" y="467292"/>
                  <a:pt x="579694" y="474870"/>
                  <a:pt x="583483" y="481184"/>
                </a:cubicBezTo>
                <a:cubicBezTo>
                  <a:pt x="587272" y="486236"/>
                  <a:pt x="588535" y="492551"/>
                  <a:pt x="588535" y="497603"/>
                </a:cubicBezTo>
                <a:cubicBezTo>
                  <a:pt x="588535" y="508969"/>
                  <a:pt x="584746" y="510232"/>
                  <a:pt x="577169" y="503917"/>
                </a:cubicBezTo>
                <a:lnTo>
                  <a:pt x="565802" y="495077"/>
                </a:lnTo>
                <a:cubicBezTo>
                  <a:pt x="562013" y="492551"/>
                  <a:pt x="560750" y="488762"/>
                  <a:pt x="564539" y="482447"/>
                </a:cubicBezTo>
                <a:cubicBezTo>
                  <a:pt x="569591" y="472344"/>
                  <a:pt x="568328" y="464766"/>
                  <a:pt x="563276" y="458451"/>
                </a:cubicBezTo>
                <a:cubicBezTo>
                  <a:pt x="556961" y="453399"/>
                  <a:pt x="553172" y="448348"/>
                  <a:pt x="554435" y="444559"/>
                </a:cubicBezTo>
                <a:cubicBezTo>
                  <a:pt x="555698" y="440770"/>
                  <a:pt x="555698" y="438244"/>
                  <a:pt x="553172" y="434455"/>
                </a:cubicBezTo>
                <a:lnTo>
                  <a:pt x="536754" y="416774"/>
                </a:lnTo>
                <a:cubicBezTo>
                  <a:pt x="532965" y="412985"/>
                  <a:pt x="530439" y="410459"/>
                  <a:pt x="522862" y="412985"/>
                </a:cubicBezTo>
                <a:lnTo>
                  <a:pt x="506443" y="418037"/>
                </a:lnTo>
                <a:cubicBezTo>
                  <a:pt x="482447" y="430666"/>
                  <a:pt x="459714" y="438244"/>
                  <a:pt x="436981" y="439507"/>
                </a:cubicBezTo>
                <a:cubicBezTo>
                  <a:pt x="434455" y="439507"/>
                  <a:pt x="430666" y="442033"/>
                  <a:pt x="429403" y="442033"/>
                </a:cubicBezTo>
                <a:lnTo>
                  <a:pt x="448348" y="468555"/>
                </a:lnTo>
                <a:lnTo>
                  <a:pt x="450873" y="463503"/>
                </a:lnTo>
                <a:lnTo>
                  <a:pt x="452136" y="472344"/>
                </a:lnTo>
                <a:cubicBezTo>
                  <a:pt x="458451" y="460977"/>
                  <a:pt x="469818" y="462240"/>
                  <a:pt x="469818" y="473607"/>
                </a:cubicBezTo>
                <a:cubicBezTo>
                  <a:pt x="473607" y="482447"/>
                  <a:pt x="477395" y="491288"/>
                  <a:pt x="482447" y="497603"/>
                </a:cubicBezTo>
                <a:lnTo>
                  <a:pt x="484973" y="498866"/>
                </a:lnTo>
                <a:cubicBezTo>
                  <a:pt x="492551" y="492551"/>
                  <a:pt x="498866" y="502654"/>
                  <a:pt x="503917" y="517810"/>
                </a:cubicBezTo>
                <a:lnTo>
                  <a:pt x="511495" y="529176"/>
                </a:lnTo>
                <a:cubicBezTo>
                  <a:pt x="516547" y="532965"/>
                  <a:pt x="517810" y="538017"/>
                  <a:pt x="519073" y="541806"/>
                </a:cubicBezTo>
                <a:cubicBezTo>
                  <a:pt x="521599" y="545595"/>
                  <a:pt x="524125" y="544332"/>
                  <a:pt x="524125" y="545595"/>
                </a:cubicBezTo>
                <a:cubicBezTo>
                  <a:pt x="524125" y="546858"/>
                  <a:pt x="522862" y="548121"/>
                  <a:pt x="520336" y="549384"/>
                </a:cubicBezTo>
                <a:lnTo>
                  <a:pt x="512758" y="549384"/>
                </a:lnTo>
                <a:cubicBezTo>
                  <a:pt x="512758" y="555698"/>
                  <a:pt x="514021" y="556961"/>
                  <a:pt x="516547" y="556961"/>
                </a:cubicBezTo>
                <a:cubicBezTo>
                  <a:pt x="512758" y="559487"/>
                  <a:pt x="510232" y="560750"/>
                  <a:pt x="507706" y="559487"/>
                </a:cubicBezTo>
                <a:cubicBezTo>
                  <a:pt x="507706" y="577169"/>
                  <a:pt x="505180" y="587272"/>
                  <a:pt x="498866" y="589798"/>
                </a:cubicBezTo>
                <a:cubicBezTo>
                  <a:pt x="491288" y="603691"/>
                  <a:pt x="484973" y="610005"/>
                  <a:pt x="477395" y="611268"/>
                </a:cubicBezTo>
                <a:cubicBezTo>
                  <a:pt x="476132" y="615057"/>
                  <a:pt x="473607" y="616320"/>
                  <a:pt x="472344" y="620109"/>
                </a:cubicBezTo>
                <a:cubicBezTo>
                  <a:pt x="468555" y="626424"/>
                  <a:pt x="467292" y="630213"/>
                  <a:pt x="464766" y="628950"/>
                </a:cubicBezTo>
                <a:cubicBezTo>
                  <a:pt x="459714" y="626424"/>
                  <a:pt x="458451" y="630213"/>
                  <a:pt x="462240" y="636527"/>
                </a:cubicBezTo>
                <a:cubicBezTo>
                  <a:pt x="466029" y="641579"/>
                  <a:pt x="471081" y="641579"/>
                  <a:pt x="478658" y="637790"/>
                </a:cubicBezTo>
                <a:cubicBezTo>
                  <a:pt x="486236" y="631475"/>
                  <a:pt x="491288" y="631475"/>
                  <a:pt x="495077" y="639053"/>
                </a:cubicBezTo>
                <a:cubicBezTo>
                  <a:pt x="502654" y="636527"/>
                  <a:pt x="506443" y="639053"/>
                  <a:pt x="507706" y="644105"/>
                </a:cubicBezTo>
                <a:cubicBezTo>
                  <a:pt x="514021" y="649157"/>
                  <a:pt x="514021" y="654209"/>
                  <a:pt x="507706" y="656734"/>
                </a:cubicBezTo>
                <a:cubicBezTo>
                  <a:pt x="511495" y="650420"/>
                  <a:pt x="497603" y="642842"/>
                  <a:pt x="495077" y="651683"/>
                </a:cubicBezTo>
                <a:cubicBezTo>
                  <a:pt x="502654" y="651683"/>
                  <a:pt x="496340" y="666838"/>
                  <a:pt x="491288" y="669364"/>
                </a:cubicBezTo>
                <a:cubicBezTo>
                  <a:pt x="497603" y="657997"/>
                  <a:pt x="486236" y="655472"/>
                  <a:pt x="476132" y="663049"/>
                </a:cubicBezTo>
                <a:cubicBezTo>
                  <a:pt x="478658" y="666838"/>
                  <a:pt x="478658" y="670627"/>
                  <a:pt x="477395" y="674416"/>
                </a:cubicBezTo>
                <a:cubicBezTo>
                  <a:pt x="468555" y="663049"/>
                  <a:pt x="457188" y="661786"/>
                  <a:pt x="442033" y="665575"/>
                </a:cubicBezTo>
                <a:cubicBezTo>
                  <a:pt x="439507" y="665575"/>
                  <a:pt x="435718" y="665575"/>
                  <a:pt x="431929" y="666838"/>
                </a:cubicBezTo>
                <a:cubicBezTo>
                  <a:pt x="424351" y="666838"/>
                  <a:pt x="420563" y="665575"/>
                  <a:pt x="419300" y="661786"/>
                </a:cubicBezTo>
                <a:lnTo>
                  <a:pt x="410459" y="663049"/>
                </a:lnTo>
                <a:cubicBezTo>
                  <a:pt x="399092" y="670627"/>
                  <a:pt x="386463" y="659260"/>
                  <a:pt x="387726" y="673153"/>
                </a:cubicBezTo>
                <a:cubicBezTo>
                  <a:pt x="383937" y="665575"/>
                  <a:pt x="383937" y="660523"/>
                  <a:pt x="391515" y="657997"/>
                </a:cubicBezTo>
                <a:cubicBezTo>
                  <a:pt x="391515" y="651683"/>
                  <a:pt x="397830" y="650420"/>
                  <a:pt x="406670" y="650420"/>
                </a:cubicBezTo>
                <a:cubicBezTo>
                  <a:pt x="406670" y="645368"/>
                  <a:pt x="405407" y="642842"/>
                  <a:pt x="404144" y="642842"/>
                </a:cubicBezTo>
                <a:cubicBezTo>
                  <a:pt x="401618" y="642842"/>
                  <a:pt x="400355" y="641579"/>
                  <a:pt x="400355" y="634001"/>
                </a:cubicBezTo>
                <a:cubicBezTo>
                  <a:pt x="401618" y="628950"/>
                  <a:pt x="387726" y="628950"/>
                  <a:pt x="378885" y="636527"/>
                </a:cubicBezTo>
                <a:cubicBezTo>
                  <a:pt x="376359" y="640316"/>
                  <a:pt x="372571" y="640316"/>
                  <a:pt x="368782" y="635264"/>
                </a:cubicBezTo>
                <a:cubicBezTo>
                  <a:pt x="366256" y="632738"/>
                  <a:pt x="363730" y="632738"/>
                  <a:pt x="361204" y="634001"/>
                </a:cubicBezTo>
                <a:lnTo>
                  <a:pt x="356152" y="632738"/>
                </a:lnTo>
                <a:cubicBezTo>
                  <a:pt x="352363" y="630213"/>
                  <a:pt x="346049" y="628950"/>
                  <a:pt x="340997" y="628950"/>
                </a:cubicBezTo>
                <a:cubicBezTo>
                  <a:pt x="335945" y="628950"/>
                  <a:pt x="333419" y="628950"/>
                  <a:pt x="329630" y="627687"/>
                </a:cubicBezTo>
                <a:cubicBezTo>
                  <a:pt x="324578" y="625161"/>
                  <a:pt x="322052" y="618846"/>
                  <a:pt x="314475" y="620109"/>
                </a:cubicBezTo>
                <a:cubicBezTo>
                  <a:pt x="301845" y="622635"/>
                  <a:pt x="304371" y="636527"/>
                  <a:pt x="327104" y="642842"/>
                </a:cubicBezTo>
                <a:cubicBezTo>
                  <a:pt x="332156" y="637790"/>
                  <a:pt x="335945" y="637790"/>
                  <a:pt x="338471" y="642842"/>
                </a:cubicBezTo>
                <a:cubicBezTo>
                  <a:pt x="346049" y="644105"/>
                  <a:pt x="349837" y="647894"/>
                  <a:pt x="348574" y="654209"/>
                </a:cubicBezTo>
                <a:cubicBezTo>
                  <a:pt x="344786" y="650420"/>
                  <a:pt x="340997" y="649157"/>
                  <a:pt x="337208" y="650420"/>
                </a:cubicBezTo>
                <a:cubicBezTo>
                  <a:pt x="332156" y="657997"/>
                  <a:pt x="332156" y="649157"/>
                  <a:pt x="329630" y="655472"/>
                </a:cubicBezTo>
                <a:cubicBezTo>
                  <a:pt x="342260" y="656734"/>
                  <a:pt x="344786" y="663049"/>
                  <a:pt x="339734" y="674416"/>
                </a:cubicBezTo>
                <a:cubicBezTo>
                  <a:pt x="338471" y="665575"/>
                  <a:pt x="337208" y="661786"/>
                  <a:pt x="330893" y="668101"/>
                </a:cubicBezTo>
                <a:cubicBezTo>
                  <a:pt x="325841" y="669364"/>
                  <a:pt x="318264" y="668101"/>
                  <a:pt x="310686" y="664312"/>
                </a:cubicBezTo>
                <a:cubicBezTo>
                  <a:pt x="296793" y="661786"/>
                  <a:pt x="289216" y="661786"/>
                  <a:pt x="294268" y="668101"/>
                </a:cubicBezTo>
                <a:cubicBezTo>
                  <a:pt x="296793" y="670627"/>
                  <a:pt x="296793" y="673153"/>
                  <a:pt x="295531" y="674416"/>
                </a:cubicBezTo>
                <a:lnTo>
                  <a:pt x="296793" y="681993"/>
                </a:lnTo>
                <a:cubicBezTo>
                  <a:pt x="295531" y="675679"/>
                  <a:pt x="289216" y="675679"/>
                  <a:pt x="285427" y="675679"/>
                </a:cubicBezTo>
                <a:cubicBezTo>
                  <a:pt x="270271" y="665575"/>
                  <a:pt x="270271" y="674416"/>
                  <a:pt x="263957" y="666838"/>
                </a:cubicBezTo>
                <a:cubicBezTo>
                  <a:pt x="262694" y="664312"/>
                  <a:pt x="260168" y="663049"/>
                  <a:pt x="257642" y="663049"/>
                </a:cubicBezTo>
                <a:cubicBezTo>
                  <a:pt x="252590" y="660523"/>
                  <a:pt x="247538" y="660523"/>
                  <a:pt x="242487" y="663049"/>
                </a:cubicBezTo>
                <a:cubicBezTo>
                  <a:pt x="237435" y="665575"/>
                  <a:pt x="232383" y="663049"/>
                  <a:pt x="227331" y="664312"/>
                </a:cubicBezTo>
                <a:cubicBezTo>
                  <a:pt x="224805" y="663049"/>
                  <a:pt x="218490" y="663049"/>
                  <a:pt x="215965" y="670627"/>
                </a:cubicBezTo>
                <a:cubicBezTo>
                  <a:pt x="215965" y="660523"/>
                  <a:pt x="218490" y="655472"/>
                  <a:pt x="228594" y="654209"/>
                </a:cubicBezTo>
                <a:cubicBezTo>
                  <a:pt x="229857" y="645368"/>
                  <a:pt x="238698" y="644105"/>
                  <a:pt x="248801" y="647894"/>
                </a:cubicBezTo>
                <a:cubicBezTo>
                  <a:pt x="258905" y="647894"/>
                  <a:pt x="263957" y="644105"/>
                  <a:pt x="255116" y="636527"/>
                </a:cubicBezTo>
                <a:cubicBezTo>
                  <a:pt x="239961" y="630213"/>
                  <a:pt x="245012" y="618846"/>
                  <a:pt x="258905" y="606216"/>
                </a:cubicBezTo>
                <a:cubicBezTo>
                  <a:pt x="258905" y="594850"/>
                  <a:pt x="253853" y="598639"/>
                  <a:pt x="253853" y="586009"/>
                </a:cubicBezTo>
                <a:cubicBezTo>
                  <a:pt x="251327" y="580957"/>
                  <a:pt x="245012" y="579694"/>
                  <a:pt x="236172" y="584746"/>
                </a:cubicBezTo>
                <a:cubicBezTo>
                  <a:pt x="245012" y="611268"/>
                  <a:pt x="233646" y="631475"/>
                  <a:pt x="209650" y="634001"/>
                </a:cubicBezTo>
                <a:cubicBezTo>
                  <a:pt x="191969" y="635264"/>
                  <a:pt x="181865" y="628950"/>
                  <a:pt x="173024" y="612531"/>
                </a:cubicBezTo>
                <a:cubicBezTo>
                  <a:pt x="167972" y="604953"/>
                  <a:pt x="167972" y="591061"/>
                  <a:pt x="173024" y="579694"/>
                </a:cubicBezTo>
                <a:cubicBezTo>
                  <a:pt x="160395" y="578431"/>
                  <a:pt x="146502" y="573380"/>
                  <a:pt x="135136" y="569591"/>
                </a:cubicBezTo>
                <a:lnTo>
                  <a:pt x="132610" y="573380"/>
                </a:lnTo>
                <a:cubicBezTo>
                  <a:pt x="127558" y="584746"/>
                  <a:pt x="131347" y="597376"/>
                  <a:pt x="145239" y="608742"/>
                </a:cubicBezTo>
                <a:cubicBezTo>
                  <a:pt x="150291" y="616320"/>
                  <a:pt x="154080" y="621372"/>
                  <a:pt x="152817" y="627687"/>
                </a:cubicBezTo>
                <a:cubicBezTo>
                  <a:pt x="152817" y="628950"/>
                  <a:pt x="152817" y="630213"/>
                  <a:pt x="151554" y="630213"/>
                </a:cubicBezTo>
                <a:cubicBezTo>
                  <a:pt x="137662" y="631475"/>
                  <a:pt x="127558" y="628950"/>
                  <a:pt x="122506" y="622635"/>
                </a:cubicBezTo>
                <a:cubicBezTo>
                  <a:pt x="121243" y="617583"/>
                  <a:pt x="121243" y="612531"/>
                  <a:pt x="123769" y="610005"/>
                </a:cubicBezTo>
                <a:cubicBezTo>
                  <a:pt x="122506" y="598639"/>
                  <a:pt x="119980" y="588535"/>
                  <a:pt x="114929" y="583483"/>
                </a:cubicBezTo>
                <a:cubicBezTo>
                  <a:pt x="108614" y="578431"/>
                  <a:pt x="106088" y="573380"/>
                  <a:pt x="108614" y="569591"/>
                </a:cubicBezTo>
                <a:lnTo>
                  <a:pt x="116191" y="559487"/>
                </a:lnTo>
                <a:lnTo>
                  <a:pt x="114929" y="556961"/>
                </a:lnTo>
                <a:cubicBezTo>
                  <a:pt x="87144" y="538017"/>
                  <a:pt x="88407" y="512758"/>
                  <a:pt x="107351" y="481184"/>
                </a:cubicBezTo>
                <a:cubicBezTo>
                  <a:pt x="116191" y="467292"/>
                  <a:pt x="116191" y="453399"/>
                  <a:pt x="109877" y="439507"/>
                </a:cubicBezTo>
                <a:cubicBezTo>
                  <a:pt x="107351" y="434455"/>
                  <a:pt x="106088" y="433192"/>
                  <a:pt x="102299" y="438244"/>
                </a:cubicBezTo>
                <a:cubicBezTo>
                  <a:pt x="99773" y="442033"/>
                  <a:pt x="95984" y="444559"/>
                  <a:pt x="92195" y="445822"/>
                </a:cubicBezTo>
                <a:cubicBezTo>
                  <a:pt x="80829" y="449610"/>
                  <a:pt x="73251" y="466029"/>
                  <a:pt x="70725" y="500129"/>
                </a:cubicBezTo>
                <a:lnTo>
                  <a:pt x="69462" y="501392"/>
                </a:lnTo>
                <a:cubicBezTo>
                  <a:pt x="55570" y="469818"/>
                  <a:pt x="53044" y="445822"/>
                  <a:pt x="68199" y="424351"/>
                </a:cubicBezTo>
                <a:cubicBezTo>
                  <a:pt x="74514" y="415511"/>
                  <a:pt x="71988" y="405407"/>
                  <a:pt x="64410" y="402881"/>
                </a:cubicBezTo>
                <a:cubicBezTo>
                  <a:pt x="50518" y="394041"/>
                  <a:pt x="45466" y="385200"/>
                  <a:pt x="45466" y="373833"/>
                </a:cubicBezTo>
                <a:cubicBezTo>
                  <a:pt x="46729" y="362467"/>
                  <a:pt x="55570" y="349837"/>
                  <a:pt x="70725" y="353626"/>
                </a:cubicBezTo>
                <a:lnTo>
                  <a:pt x="69462" y="338471"/>
                </a:lnTo>
                <a:lnTo>
                  <a:pt x="71988" y="338471"/>
                </a:lnTo>
                <a:cubicBezTo>
                  <a:pt x="80829" y="347311"/>
                  <a:pt x="84618" y="358678"/>
                  <a:pt x="78303" y="376359"/>
                </a:cubicBezTo>
                <a:cubicBezTo>
                  <a:pt x="75777" y="371308"/>
                  <a:pt x="71988" y="364993"/>
                  <a:pt x="64410" y="364993"/>
                </a:cubicBezTo>
                <a:lnTo>
                  <a:pt x="64410" y="363730"/>
                </a:lnTo>
                <a:cubicBezTo>
                  <a:pt x="69462" y="358678"/>
                  <a:pt x="65673" y="353626"/>
                  <a:pt x="55570" y="362467"/>
                </a:cubicBezTo>
                <a:cubicBezTo>
                  <a:pt x="47992" y="368782"/>
                  <a:pt x="50518" y="380148"/>
                  <a:pt x="65673" y="391515"/>
                </a:cubicBezTo>
                <a:cubicBezTo>
                  <a:pt x="73251" y="395304"/>
                  <a:pt x="75777" y="394041"/>
                  <a:pt x="78303" y="388989"/>
                </a:cubicBezTo>
                <a:cubicBezTo>
                  <a:pt x="85881" y="363730"/>
                  <a:pt x="95984" y="347311"/>
                  <a:pt x="106088" y="334682"/>
                </a:cubicBezTo>
                <a:cubicBezTo>
                  <a:pt x="126295" y="311949"/>
                  <a:pt x="149028" y="311949"/>
                  <a:pt x="176813" y="329630"/>
                </a:cubicBezTo>
                <a:cubicBezTo>
                  <a:pt x="181865" y="333419"/>
                  <a:pt x="188180" y="335945"/>
                  <a:pt x="194494" y="339734"/>
                </a:cubicBezTo>
                <a:cubicBezTo>
                  <a:pt x="200809" y="339734"/>
                  <a:pt x="208387" y="337208"/>
                  <a:pt x="215965" y="334682"/>
                </a:cubicBezTo>
                <a:cubicBezTo>
                  <a:pt x="222279" y="333419"/>
                  <a:pt x="229857" y="333419"/>
                  <a:pt x="236172" y="330893"/>
                </a:cubicBezTo>
                <a:lnTo>
                  <a:pt x="234909" y="323315"/>
                </a:lnTo>
                <a:cubicBezTo>
                  <a:pt x="228594" y="322052"/>
                  <a:pt x="227331" y="318264"/>
                  <a:pt x="228594" y="311949"/>
                </a:cubicBezTo>
                <a:cubicBezTo>
                  <a:pt x="212176" y="310686"/>
                  <a:pt x="213439" y="306897"/>
                  <a:pt x="203335" y="298056"/>
                </a:cubicBezTo>
                <a:cubicBezTo>
                  <a:pt x="181865" y="280375"/>
                  <a:pt x="152817" y="284164"/>
                  <a:pt x="122506" y="294268"/>
                </a:cubicBezTo>
                <a:cubicBezTo>
                  <a:pt x="118717" y="294268"/>
                  <a:pt x="118717" y="291742"/>
                  <a:pt x="119980" y="286690"/>
                </a:cubicBezTo>
                <a:cubicBezTo>
                  <a:pt x="122506" y="281638"/>
                  <a:pt x="125032" y="276586"/>
                  <a:pt x="130084" y="272797"/>
                </a:cubicBezTo>
                <a:cubicBezTo>
                  <a:pt x="130084" y="267746"/>
                  <a:pt x="131347" y="263957"/>
                  <a:pt x="133873" y="261431"/>
                </a:cubicBezTo>
                <a:cubicBezTo>
                  <a:pt x="147765" y="252590"/>
                  <a:pt x="151554" y="243750"/>
                  <a:pt x="143976" y="233646"/>
                </a:cubicBezTo>
                <a:cubicBezTo>
                  <a:pt x="137662" y="218490"/>
                  <a:pt x="154080" y="212176"/>
                  <a:pt x="175550" y="205861"/>
                </a:cubicBezTo>
                <a:cubicBezTo>
                  <a:pt x="185654" y="204598"/>
                  <a:pt x="188180" y="194494"/>
                  <a:pt x="185654" y="188180"/>
                </a:cubicBezTo>
                <a:cubicBezTo>
                  <a:pt x="185654" y="186917"/>
                  <a:pt x="183128" y="186917"/>
                  <a:pt x="181865" y="185654"/>
                </a:cubicBezTo>
                <a:lnTo>
                  <a:pt x="164184" y="186917"/>
                </a:lnTo>
                <a:cubicBezTo>
                  <a:pt x="162921" y="185654"/>
                  <a:pt x="162921" y="183128"/>
                  <a:pt x="162921" y="180602"/>
                </a:cubicBezTo>
                <a:cubicBezTo>
                  <a:pt x="164184" y="175550"/>
                  <a:pt x="170498" y="167972"/>
                  <a:pt x="183128" y="157869"/>
                </a:cubicBezTo>
                <a:lnTo>
                  <a:pt x="181865" y="145239"/>
                </a:lnTo>
                <a:cubicBezTo>
                  <a:pt x="180602" y="143976"/>
                  <a:pt x="180602" y="142713"/>
                  <a:pt x="179339" y="141450"/>
                </a:cubicBezTo>
                <a:cubicBezTo>
                  <a:pt x="175550" y="137662"/>
                  <a:pt x="173024" y="133873"/>
                  <a:pt x="175550" y="130084"/>
                </a:cubicBezTo>
                <a:cubicBezTo>
                  <a:pt x="173024" y="128821"/>
                  <a:pt x="171761" y="123769"/>
                  <a:pt x="171761" y="117454"/>
                </a:cubicBezTo>
                <a:lnTo>
                  <a:pt x="164184" y="111140"/>
                </a:lnTo>
                <a:cubicBezTo>
                  <a:pt x="159132" y="106088"/>
                  <a:pt x="160395" y="103562"/>
                  <a:pt x="162921" y="98510"/>
                </a:cubicBezTo>
                <a:cubicBezTo>
                  <a:pt x="162921" y="97247"/>
                  <a:pt x="161658" y="94721"/>
                  <a:pt x="160395" y="93458"/>
                </a:cubicBezTo>
                <a:lnTo>
                  <a:pt x="133873" y="55570"/>
                </a:lnTo>
                <a:cubicBezTo>
                  <a:pt x="133873" y="50518"/>
                  <a:pt x="135136" y="47992"/>
                  <a:pt x="138925" y="47992"/>
                </a:cubicBezTo>
                <a:lnTo>
                  <a:pt x="169235" y="85881"/>
                </a:lnTo>
                <a:cubicBezTo>
                  <a:pt x="171761" y="87144"/>
                  <a:pt x="175550" y="88407"/>
                  <a:pt x="179339" y="88407"/>
                </a:cubicBezTo>
                <a:cubicBezTo>
                  <a:pt x="183128" y="88407"/>
                  <a:pt x="184391" y="89670"/>
                  <a:pt x="183128" y="94721"/>
                </a:cubicBezTo>
                <a:lnTo>
                  <a:pt x="188180" y="101036"/>
                </a:lnTo>
                <a:cubicBezTo>
                  <a:pt x="189443" y="104825"/>
                  <a:pt x="190706" y="107351"/>
                  <a:pt x="193231" y="111140"/>
                </a:cubicBezTo>
                <a:cubicBezTo>
                  <a:pt x="199546" y="111140"/>
                  <a:pt x="203335" y="116191"/>
                  <a:pt x="203335" y="126295"/>
                </a:cubicBezTo>
                <a:lnTo>
                  <a:pt x="209650" y="140188"/>
                </a:lnTo>
                <a:cubicBezTo>
                  <a:pt x="210913" y="145239"/>
                  <a:pt x="214702" y="145239"/>
                  <a:pt x="221016" y="141450"/>
                </a:cubicBezTo>
                <a:lnTo>
                  <a:pt x="236172" y="130084"/>
                </a:lnTo>
                <a:cubicBezTo>
                  <a:pt x="242487" y="125032"/>
                  <a:pt x="251327" y="125032"/>
                  <a:pt x="260168" y="131347"/>
                </a:cubicBezTo>
                <a:lnTo>
                  <a:pt x="263957" y="131347"/>
                </a:lnTo>
                <a:cubicBezTo>
                  <a:pt x="267746" y="128821"/>
                  <a:pt x="276586" y="130084"/>
                  <a:pt x="285427" y="132610"/>
                </a:cubicBezTo>
                <a:cubicBezTo>
                  <a:pt x="286690" y="127558"/>
                  <a:pt x="287953" y="122506"/>
                  <a:pt x="290479" y="118717"/>
                </a:cubicBezTo>
                <a:cubicBezTo>
                  <a:pt x="291742" y="98510"/>
                  <a:pt x="295531" y="87144"/>
                  <a:pt x="303108" y="82092"/>
                </a:cubicBezTo>
                <a:cubicBezTo>
                  <a:pt x="305634" y="77040"/>
                  <a:pt x="305634" y="75777"/>
                  <a:pt x="301845" y="78303"/>
                </a:cubicBezTo>
                <a:cubicBezTo>
                  <a:pt x="295531" y="80829"/>
                  <a:pt x="289216" y="82092"/>
                  <a:pt x="284164" y="79566"/>
                </a:cubicBezTo>
                <a:cubicBezTo>
                  <a:pt x="270271" y="79566"/>
                  <a:pt x="262694" y="77040"/>
                  <a:pt x="257642" y="70725"/>
                </a:cubicBezTo>
                <a:cubicBezTo>
                  <a:pt x="265220" y="70725"/>
                  <a:pt x="270271" y="70725"/>
                  <a:pt x="272797" y="69462"/>
                </a:cubicBezTo>
                <a:cubicBezTo>
                  <a:pt x="266483" y="66936"/>
                  <a:pt x="260168" y="63148"/>
                  <a:pt x="255116" y="56833"/>
                </a:cubicBezTo>
                <a:cubicBezTo>
                  <a:pt x="253853" y="54307"/>
                  <a:pt x="255116" y="53044"/>
                  <a:pt x="257642" y="53044"/>
                </a:cubicBezTo>
                <a:cubicBezTo>
                  <a:pt x="284164" y="64410"/>
                  <a:pt x="287953" y="47992"/>
                  <a:pt x="309423" y="41677"/>
                </a:cubicBezTo>
                <a:cubicBezTo>
                  <a:pt x="314475" y="39151"/>
                  <a:pt x="318264" y="39151"/>
                  <a:pt x="323315" y="41677"/>
                </a:cubicBezTo>
                <a:cubicBezTo>
                  <a:pt x="324578" y="44203"/>
                  <a:pt x="328367" y="45466"/>
                  <a:pt x="333419" y="45466"/>
                </a:cubicBezTo>
                <a:lnTo>
                  <a:pt x="337208" y="45466"/>
                </a:lnTo>
                <a:cubicBezTo>
                  <a:pt x="340997" y="42940"/>
                  <a:pt x="343523" y="45466"/>
                  <a:pt x="343523" y="53044"/>
                </a:cubicBezTo>
                <a:cubicBezTo>
                  <a:pt x="343523" y="56833"/>
                  <a:pt x="343523" y="63148"/>
                  <a:pt x="338471" y="69462"/>
                </a:cubicBezTo>
                <a:cubicBezTo>
                  <a:pt x="337208" y="70725"/>
                  <a:pt x="332156" y="70725"/>
                  <a:pt x="333419" y="75777"/>
                </a:cubicBezTo>
                <a:cubicBezTo>
                  <a:pt x="339734" y="83355"/>
                  <a:pt x="343523" y="93458"/>
                  <a:pt x="342260" y="111140"/>
                </a:cubicBezTo>
                <a:lnTo>
                  <a:pt x="340997" y="111140"/>
                </a:lnTo>
                <a:lnTo>
                  <a:pt x="342260" y="122506"/>
                </a:lnTo>
                <a:lnTo>
                  <a:pt x="340997" y="122506"/>
                </a:lnTo>
                <a:lnTo>
                  <a:pt x="340997" y="138925"/>
                </a:lnTo>
                <a:lnTo>
                  <a:pt x="343523" y="140188"/>
                </a:lnTo>
                <a:cubicBezTo>
                  <a:pt x="358678" y="128821"/>
                  <a:pt x="372571" y="122506"/>
                  <a:pt x="383937" y="131347"/>
                </a:cubicBezTo>
                <a:cubicBezTo>
                  <a:pt x="387726" y="131347"/>
                  <a:pt x="391515" y="130084"/>
                  <a:pt x="395304" y="130084"/>
                </a:cubicBezTo>
                <a:lnTo>
                  <a:pt x="415511" y="128821"/>
                </a:lnTo>
                <a:cubicBezTo>
                  <a:pt x="414248" y="125032"/>
                  <a:pt x="411722" y="122506"/>
                  <a:pt x="407933" y="118717"/>
                </a:cubicBezTo>
                <a:cubicBezTo>
                  <a:pt x="406670" y="117454"/>
                  <a:pt x="407933" y="116191"/>
                  <a:pt x="411722" y="116191"/>
                </a:cubicBezTo>
                <a:lnTo>
                  <a:pt x="428140" y="118717"/>
                </a:lnTo>
                <a:cubicBezTo>
                  <a:pt x="431929" y="118717"/>
                  <a:pt x="428140" y="116191"/>
                  <a:pt x="428140" y="114929"/>
                </a:cubicBezTo>
                <a:cubicBezTo>
                  <a:pt x="424351" y="108614"/>
                  <a:pt x="434455" y="113666"/>
                  <a:pt x="444559" y="122506"/>
                </a:cubicBezTo>
                <a:cubicBezTo>
                  <a:pt x="447085" y="125032"/>
                  <a:pt x="449611" y="127558"/>
                  <a:pt x="452136" y="127558"/>
                </a:cubicBezTo>
                <a:cubicBezTo>
                  <a:pt x="467292" y="122506"/>
                  <a:pt x="477395" y="125032"/>
                  <a:pt x="479921" y="136399"/>
                </a:cubicBezTo>
                <a:lnTo>
                  <a:pt x="484973" y="145239"/>
                </a:lnTo>
                <a:lnTo>
                  <a:pt x="479921" y="143976"/>
                </a:lnTo>
                <a:lnTo>
                  <a:pt x="479921" y="145239"/>
                </a:lnTo>
                <a:lnTo>
                  <a:pt x="477395" y="146502"/>
                </a:lnTo>
                <a:cubicBezTo>
                  <a:pt x="482447" y="151554"/>
                  <a:pt x="483710" y="155343"/>
                  <a:pt x="483710" y="160395"/>
                </a:cubicBezTo>
                <a:cubicBezTo>
                  <a:pt x="483710" y="161658"/>
                  <a:pt x="483710" y="162921"/>
                  <a:pt x="484973" y="164184"/>
                </a:cubicBezTo>
                <a:cubicBezTo>
                  <a:pt x="492551" y="176813"/>
                  <a:pt x="501392" y="188180"/>
                  <a:pt x="511495" y="199546"/>
                </a:cubicBezTo>
                <a:lnTo>
                  <a:pt x="517810" y="203335"/>
                </a:lnTo>
                <a:cubicBezTo>
                  <a:pt x="520336" y="205861"/>
                  <a:pt x="520336" y="209650"/>
                  <a:pt x="520336" y="215965"/>
                </a:cubicBezTo>
                <a:cubicBezTo>
                  <a:pt x="522862" y="223542"/>
                  <a:pt x="520336" y="229857"/>
                  <a:pt x="512758" y="229857"/>
                </a:cubicBezTo>
                <a:cubicBezTo>
                  <a:pt x="508969" y="226068"/>
                  <a:pt x="505180" y="223542"/>
                  <a:pt x="501392" y="223542"/>
                </a:cubicBezTo>
                <a:cubicBezTo>
                  <a:pt x="503917" y="226068"/>
                  <a:pt x="508969" y="229857"/>
                  <a:pt x="508969" y="231120"/>
                </a:cubicBezTo>
                <a:cubicBezTo>
                  <a:pt x="506443" y="237435"/>
                  <a:pt x="497603" y="232383"/>
                  <a:pt x="490025" y="224805"/>
                </a:cubicBezTo>
                <a:cubicBezTo>
                  <a:pt x="484973" y="219753"/>
                  <a:pt x="472344" y="215965"/>
                  <a:pt x="454662" y="214702"/>
                </a:cubicBezTo>
                <a:cubicBezTo>
                  <a:pt x="459714" y="234909"/>
                  <a:pt x="471081" y="257642"/>
                  <a:pt x="479921" y="285427"/>
                </a:cubicBezTo>
                <a:cubicBezTo>
                  <a:pt x="496340" y="303108"/>
                  <a:pt x="511495" y="320790"/>
                  <a:pt x="514021" y="342260"/>
                </a:cubicBezTo>
                <a:cubicBezTo>
                  <a:pt x="514021" y="347311"/>
                  <a:pt x="516547" y="352363"/>
                  <a:pt x="521599" y="348574"/>
                </a:cubicBezTo>
                <a:lnTo>
                  <a:pt x="539280" y="335945"/>
                </a:lnTo>
                <a:cubicBezTo>
                  <a:pt x="548121" y="317001"/>
                  <a:pt x="563276" y="322052"/>
                  <a:pt x="563276" y="338471"/>
                </a:cubicBezTo>
                <a:cubicBezTo>
                  <a:pt x="570854" y="351100"/>
                  <a:pt x="580957" y="363730"/>
                  <a:pt x="592324" y="375096"/>
                </a:cubicBezTo>
                <a:cubicBezTo>
                  <a:pt x="601165" y="381411"/>
                  <a:pt x="601165" y="386463"/>
                  <a:pt x="599902" y="395304"/>
                </a:cubicBezTo>
                <a:cubicBezTo>
                  <a:pt x="599902" y="399092"/>
                  <a:pt x="598639" y="401618"/>
                  <a:pt x="599902" y="406670"/>
                </a:cubicBezTo>
                <a:lnTo>
                  <a:pt x="601165" y="415511"/>
                </a:lnTo>
                <a:moveTo>
                  <a:pt x="574643" y="481184"/>
                </a:moveTo>
                <a:cubicBezTo>
                  <a:pt x="573380" y="479921"/>
                  <a:pt x="572117" y="479921"/>
                  <a:pt x="570854" y="481184"/>
                </a:cubicBezTo>
                <a:lnTo>
                  <a:pt x="568328" y="487499"/>
                </a:lnTo>
                <a:cubicBezTo>
                  <a:pt x="567065" y="491288"/>
                  <a:pt x="569591" y="493814"/>
                  <a:pt x="573380" y="497603"/>
                </a:cubicBezTo>
                <a:lnTo>
                  <a:pt x="574643" y="493814"/>
                </a:lnTo>
                <a:lnTo>
                  <a:pt x="577169" y="492551"/>
                </a:lnTo>
                <a:lnTo>
                  <a:pt x="574643" y="488762"/>
                </a:lnTo>
                <a:cubicBezTo>
                  <a:pt x="577169" y="488762"/>
                  <a:pt x="579694" y="488762"/>
                  <a:pt x="582220" y="486236"/>
                </a:cubicBezTo>
                <a:lnTo>
                  <a:pt x="574643" y="481184"/>
                </a:lnTo>
                <a:close/>
                <a:moveTo>
                  <a:pt x="575906" y="472344"/>
                </a:moveTo>
                <a:cubicBezTo>
                  <a:pt x="575906" y="469818"/>
                  <a:pt x="574643" y="467292"/>
                  <a:pt x="574643" y="467292"/>
                </a:cubicBezTo>
                <a:cubicBezTo>
                  <a:pt x="573380" y="467292"/>
                  <a:pt x="573380" y="469818"/>
                  <a:pt x="573380" y="472344"/>
                </a:cubicBezTo>
                <a:cubicBezTo>
                  <a:pt x="573380" y="474870"/>
                  <a:pt x="573380" y="477395"/>
                  <a:pt x="574643" y="477395"/>
                </a:cubicBezTo>
                <a:cubicBezTo>
                  <a:pt x="574643" y="478658"/>
                  <a:pt x="575906" y="474870"/>
                  <a:pt x="575906" y="472344"/>
                </a:cubicBezTo>
                <a:moveTo>
                  <a:pt x="569591" y="443296"/>
                </a:moveTo>
                <a:cubicBezTo>
                  <a:pt x="569591" y="443296"/>
                  <a:pt x="569591" y="444559"/>
                  <a:pt x="570854" y="447085"/>
                </a:cubicBezTo>
                <a:cubicBezTo>
                  <a:pt x="572117" y="448348"/>
                  <a:pt x="573380" y="449610"/>
                  <a:pt x="573380" y="449610"/>
                </a:cubicBezTo>
                <a:cubicBezTo>
                  <a:pt x="573380" y="449610"/>
                  <a:pt x="573380" y="447085"/>
                  <a:pt x="572117" y="445822"/>
                </a:cubicBezTo>
                <a:cubicBezTo>
                  <a:pt x="572117" y="443296"/>
                  <a:pt x="569591" y="442033"/>
                  <a:pt x="569591" y="443296"/>
                </a:cubicBezTo>
                <a:moveTo>
                  <a:pt x="505180" y="354889"/>
                </a:moveTo>
                <a:cubicBezTo>
                  <a:pt x="505180" y="354889"/>
                  <a:pt x="505180" y="357415"/>
                  <a:pt x="505180" y="358678"/>
                </a:cubicBezTo>
                <a:cubicBezTo>
                  <a:pt x="505180" y="359941"/>
                  <a:pt x="506443" y="361204"/>
                  <a:pt x="507706" y="361204"/>
                </a:cubicBezTo>
                <a:cubicBezTo>
                  <a:pt x="508969" y="361204"/>
                  <a:pt x="508969" y="359941"/>
                  <a:pt x="507706" y="357415"/>
                </a:cubicBezTo>
                <a:cubicBezTo>
                  <a:pt x="506443" y="356152"/>
                  <a:pt x="505180" y="354889"/>
                  <a:pt x="505180" y="354889"/>
                </a:cubicBezTo>
                <a:moveTo>
                  <a:pt x="502654" y="382674"/>
                </a:moveTo>
                <a:cubicBezTo>
                  <a:pt x="502654" y="382674"/>
                  <a:pt x="502654" y="383937"/>
                  <a:pt x="502654" y="382674"/>
                </a:cubicBezTo>
                <a:cubicBezTo>
                  <a:pt x="501392" y="383937"/>
                  <a:pt x="502654" y="385200"/>
                  <a:pt x="502654" y="385200"/>
                </a:cubicBezTo>
                <a:cubicBezTo>
                  <a:pt x="503917" y="385200"/>
                  <a:pt x="503917" y="385200"/>
                  <a:pt x="502654" y="382674"/>
                </a:cubicBezTo>
                <a:cubicBezTo>
                  <a:pt x="503917" y="383937"/>
                  <a:pt x="503917" y="382674"/>
                  <a:pt x="502654" y="382674"/>
                </a:cubicBezTo>
                <a:moveTo>
                  <a:pt x="496340" y="386463"/>
                </a:moveTo>
                <a:cubicBezTo>
                  <a:pt x="496340" y="375096"/>
                  <a:pt x="495077" y="364993"/>
                  <a:pt x="491288" y="357415"/>
                </a:cubicBezTo>
                <a:cubicBezTo>
                  <a:pt x="488762" y="352363"/>
                  <a:pt x="487499" y="352363"/>
                  <a:pt x="488762" y="358678"/>
                </a:cubicBezTo>
                <a:cubicBezTo>
                  <a:pt x="491288" y="367519"/>
                  <a:pt x="491288" y="377622"/>
                  <a:pt x="492551" y="387726"/>
                </a:cubicBezTo>
                <a:cubicBezTo>
                  <a:pt x="493814" y="390252"/>
                  <a:pt x="496340" y="390252"/>
                  <a:pt x="496340" y="386463"/>
                </a:cubicBezTo>
                <a:moveTo>
                  <a:pt x="487499" y="301845"/>
                </a:moveTo>
                <a:cubicBezTo>
                  <a:pt x="487499" y="310686"/>
                  <a:pt x="486236" y="320790"/>
                  <a:pt x="486236" y="333419"/>
                </a:cubicBezTo>
                <a:cubicBezTo>
                  <a:pt x="486236" y="337208"/>
                  <a:pt x="488762" y="333419"/>
                  <a:pt x="488762" y="332156"/>
                </a:cubicBezTo>
                <a:cubicBezTo>
                  <a:pt x="490025" y="322052"/>
                  <a:pt x="491288" y="311949"/>
                  <a:pt x="490025" y="301845"/>
                </a:cubicBezTo>
                <a:cubicBezTo>
                  <a:pt x="490025" y="298056"/>
                  <a:pt x="487499" y="298056"/>
                  <a:pt x="487499" y="301845"/>
                </a:cubicBezTo>
                <a:moveTo>
                  <a:pt x="484973" y="338471"/>
                </a:moveTo>
                <a:cubicBezTo>
                  <a:pt x="482447" y="338471"/>
                  <a:pt x="481184" y="342260"/>
                  <a:pt x="482447" y="346049"/>
                </a:cubicBezTo>
                <a:cubicBezTo>
                  <a:pt x="483710" y="349837"/>
                  <a:pt x="486236" y="351100"/>
                  <a:pt x="487499" y="351100"/>
                </a:cubicBezTo>
                <a:cubicBezTo>
                  <a:pt x="490025" y="351100"/>
                  <a:pt x="491288" y="347311"/>
                  <a:pt x="490025" y="343523"/>
                </a:cubicBezTo>
                <a:cubicBezTo>
                  <a:pt x="490025" y="339734"/>
                  <a:pt x="487499" y="338471"/>
                  <a:pt x="484973" y="338471"/>
                </a:cubicBezTo>
                <a:moveTo>
                  <a:pt x="479921" y="372571"/>
                </a:moveTo>
                <a:cubicBezTo>
                  <a:pt x="481184" y="376359"/>
                  <a:pt x="483710" y="375096"/>
                  <a:pt x="482447" y="371308"/>
                </a:cubicBezTo>
                <a:cubicBezTo>
                  <a:pt x="478658" y="363730"/>
                  <a:pt x="474870" y="356152"/>
                  <a:pt x="469818" y="348574"/>
                </a:cubicBezTo>
                <a:cubicBezTo>
                  <a:pt x="467292" y="344786"/>
                  <a:pt x="464766" y="346049"/>
                  <a:pt x="466029" y="349837"/>
                </a:cubicBezTo>
                <a:cubicBezTo>
                  <a:pt x="471081" y="357415"/>
                  <a:pt x="476132" y="363730"/>
                  <a:pt x="479921" y="372571"/>
                </a:cubicBezTo>
                <a:moveTo>
                  <a:pt x="477395" y="377622"/>
                </a:moveTo>
                <a:cubicBezTo>
                  <a:pt x="479921" y="382674"/>
                  <a:pt x="482447" y="381411"/>
                  <a:pt x="479921" y="375096"/>
                </a:cubicBezTo>
                <a:cubicBezTo>
                  <a:pt x="474870" y="364993"/>
                  <a:pt x="469818" y="356152"/>
                  <a:pt x="462240" y="346049"/>
                </a:cubicBezTo>
                <a:cubicBezTo>
                  <a:pt x="459714" y="342260"/>
                  <a:pt x="455925" y="343523"/>
                  <a:pt x="457188" y="346049"/>
                </a:cubicBezTo>
                <a:cubicBezTo>
                  <a:pt x="463503" y="356152"/>
                  <a:pt x="471081" y="366256"/>
                  <a:pt x="477395" y="377622"/>
                </a:cubicBezTo>
                <a:moveTo>
                  <a:pt x="479921" y="358678"/>
                </a:moveTo>
                <a:cubicBezTo>
                  <a:pt x="479921" y="358678"/>
                  <a:pt x="479921" y="357415"/>
                  <a:pt x="479921" y="354889"/>
                </a:cubicBezTo>
                <a:cubicBezTo>
                  <a:pt x="478658" y="353626"/>
                  <a:pt x="477395" y="352363"/>
                  <a:pt x="477395" y="352363"/>
                </a:cubicBezTo>
                <a:cubicBezTo>
                  <a:pt x="477395" y="352363"/>
                  <a:pt x="477395" y="353626"/>
                  <a:pt x="477395" y="356152"/>
                </a:cubicBezTo>
                <a:cubicBezTo>
                  <a:pt x="478658" y="357415"/>
                  <a:pt x="479921" y="358678"/>
                  <a:pt x="479921" y="358678"/>
                </a:cubicBezTo>
                <a:moveTo>
                  <a:pt x="476132" y="338471"/>
                </a:moveTo>
                <a:cubicBezTo>
                  <a:pt x="476132" y="338471"/>
                  <a:pt x="474870" y="338471"/>
                  <a:pt x="476132" y="338471"/>
                </a:cubicBezTo>
                <a:lnTo>
                  <a:pt x="473607" y="338471"/>
                </a:lnTo>
                <a:cubicBezTo>
                  <a:pt x="473607" y="338471"/>
                  <a:pt x="473607" y="339734"/>
                  <a:pt x="473607" y="339734"/>
                </a:cubicBezTo>
                <a:lnTo>
                  <a:pt x="478658" y="344786"/>
                </a:lnTo>
                <a:cubicBezTo>
                  <a:pt x="478658" y="344786"/>
                  <a:pt x="479921" y="344786"/>
                  <a:pt x="479921" y="344786"/>
                </a:cubicBezTo>
                <a:lnTo>
                  <a:pt x="481184" y="343523"/>
                </a:lnTo>
                <a:cubicBezTo>
                  <a:pt x="481184" y="343523"/>
                  <a:pt x="481184" y="342260"/>
                  <a:pt x="481184" y="342260"/>
                </a:cubicBezTo>
                <a:lnTo>
                  <a:pt x="476132" y="338471"/>
                </a:lnTo>
                <a:close/>
                <a:moveTo>
                  <a:pt x="497603" y="219753"/>
                </a:moveTo>
                <a:cubicBezTo>
                  <a:pt x="493814" y="215965"/>
                  <a:pt x="492551" y="219753"/>
                  <a:pt x="496340" y="224805"/>
                </a:cubicBezTo>
                <a:cubicBezTo>
                  <a:pt x="500129" y="228594"/>
                  <a:pt x="503917" y="227331"/>
                  <a:pt x="502654" y="226068"/>
                </a:cubicBezTo>
                <a:lnTo>
                  <a:pt x="497603" y="219753"/>
                </a:lnTo>
                <a:close/>
                <a:moveTo>
                  <a:pt x="447085" y="126295"/>
                </a:moveTo>
                <a:cubicBezTo>
                  <a:pt x="444559" y="126295"/>
                  <a:pt x="443296" y="128821"/>
                  <a:pt x="447085" y="131347"/>
                </a:cubicBezTo>
                <a:cubicBezTo>
                  <a:pt x="444559" y="131347"/>
                  <a:pt x="447085" y="132610"/>
                  <a:pt x="447085" y="133873"/>
                </a:cubicBezTo>
                <a:cubicBezTo>
                  <a:pt x="449611" y="135136"/>
                  <a:pt x="452136" y="135136"/>
                  <a:pt x="453399" y="133873"/>
                </a:cubicBezTo>
                <a:cubicBezTo>
                  <a:pt x="457188" y="133873"/>
                  <a:pt x="459714" y="133873"/>
                  <a:pt x="459714" y="136399"/>
                </a:cubicBezTo>
                <a:lnTo>
                  <a:pt x="460977" y="140188"/>
                </a:lnTo>
                <a:cubicBezTo>
                  <a:pt x="460977" y="142713"/>
                  <a:pt x="462240" y="143976"/>
                  <a:pt x="463503" y="141450"/>
                </a:cubicBezTo>
                <a:cubicBezTo>
                  <a:pt x="464766" y="138925"/>
                  <a:pt x="464766" y="135136"/>
                  <a:pt x="462240" y="132610"/>
                </a:cubicBezTo>
                <a:cubicBezTo>
                  <a:pt x="460977" y="131347"/>
                  <a:pt x="455925" y="130084"/>
                  <a:pt x="449611" y="131347"/>
                </a:cubicBezTo>
                <a:cubicBezTo>
                  <a:pt x="453399" y="131347"/>
                  <a:pt x="458451" y="130084"/>
                  <a:pt x="463503" y="131347"/>
                </a:cubicBezTo>
                <a:cubicBezTo>
                  <a:pt x="464766" y="131347"/>
                  <a:pt x="464766" y="135136"/>
                  <a:pt x="466029" y="137662"/>
                </a:cubicBezTo>
                <a:cubicBezTo>
                  <a:pt x="467292" y="142713"/>
                  <a:pt x="466029" y="146502"/>
                  <a:pt x="467292" y="146502"/>
                </a:cubicBezTo>
                <a:cubicBezTo>
                  <a:pt x="468555" y="146502"/>
                  <a:pt x="467292" y="141450"/>
                  <a:pt x="467292" y="136399"/>
                </a:cubicBezTo>
                <a:lnTo>
                  <a:pt x="469818" y="149028"/>
                </a:lnTo>
                <a:cubicBezTo>
                  <a:pt x="471081" y="152817"/>
                  <a:pt x="477395" y="151554"/>
                  <a:pt x="471081" y="145239"/>
                </a:cubicBezTo>
                <a:cubicBezTo>
                  <a:pt x="471081" y="140188"/>
                  <a:pt x="469818" y="135136"/>
                  <a:pt x="467292" y="131347"/>
                </a:cubicBezTo>
                <a:cubicBezTo>
                  <a:pt x="471081" y="133873"/>
                  <a:pt x="469818" y="136399"/>
                  <a:pt x="472344" y="138925"/>
                </a:cubicBezTo>
                <a:cubicBezTo>
                  <a:pt x="476132" y="143976"/>
                  <a:pt x="478658" y="140188"/>
                  <a:pt x="476132" y="133873"/>
                </a:cubicBezTo>
                <a:lnTo>
                  <a:pt x="472344" y="128821"/>
                </a:lnTo>
                <a:cubicBezTo>
                  <a:pt x="462240" y="122506"/>
                  <a:pt x="455925" y="126295"/>
                  <a:pt x="447085" y="126295"/>
                </a:cubicBezTo>
                <a:moveTo>
                  <a:pt x="419300" y="117454"/>
                </a:moveTo>
                <a:cubicBezTo>
                  <a:pt x="415511" y="117454"/>
                  <a:pt x="414248" y="118717"/>
                  <a:pt x="416774" y="121243"/>
                </a:cubicBezTo>
                <a:lnTo>
                  <a:pt x="420563" y="126295"/>
                </a:lnTo>
                <a:cubicBezTo>
                  <a:pt x="420563" y="127558"/>
                  <a:pt x="421826" y="127558"/>
                  <a:pt x="421826" y="126295"/>
                </a:cubicBezTo>
                <a:lnTo>
                  <a:pt x="419300" y="119980"/>
                </a:lnTo>
                <a:cubicBezTo>
                  <a:pt x="423089" y="123769"/>
                  <a:pt x="425614" y="125032"/>
                  <a:pt x="428140" y="122506"/>
                </a:cubicBezTo>
                <a:cubicBezTo>
                  <a:pt x="431929" y="125032"/>
                  <a:pt x="434455" y="126295"/>
                  <a:pt x="433192" y="123769"/>
                </a:cubicBezTo>
                <a:lnTo>
                  <a:pt x="439507" y="127558"/>
                </a:lnTo>
                <a:cubicBezTo>
                  <a:pt x="442033" y="128821"/>
                  <a:pt x="444559" y="127558"/>
                  <a:pt x="440770" y="125032"/>
                </a:cubicBezTo>
                <a:cubicBezTo>
                  <a:pt x="435718" y="119980"/>
                  <a:pt x="428140" y="118717"/>
                  <a:pt x="419300" y="117454"/>
                </a:cubicBezTo>
                <a:moveTo>
                  <a:pt x="429403" y="130084"/>
                </a:moveTo>
                <a:cubicBezTo>
                  <a:pt x="430666" y="131347"/>
                  <a:pt x="431929" y="130084"/>
                  <a:pt x="431929" y="128821"/>
                </a:cubicBezTo>
                <a:cubicBezTo>
                  <a:pt x="431929" y="127558"/>
                  <a:pt x="429403" y="125032"/>
                  <a:pt x="428140" y="126295"/>
                </a:cubicBezTo>
                <a:cubicBezTo>
                  <a:pt x="428140" y="126295"/>
                  <a:pt x="429403" y="128821"/>
                  <a:pt x="429403" y="130084"/>
                </a:cubicBezTo>
                <a:moveTo>
                  <a:pt x="429403" y="133873"/>
                </a:moveTo>
                <a:cubicBezTo>
                  <a:pt x="402881" y="138925"/>
                  <a:pt x="385200" y="162921"/>
                  <a:pt x="380148" y="205861"/>
                </a:cubicBezTo>
                <a:cubicBezTo>
                  <a:pt x="382674" y="209650"/>
                  <a:pt x="383937" y="215965"/>
                  <a:pt x="390252" y="227331"/>
                </a:cubicBezTo>
                <a:cubicBezTo>
                  <a:pt x="396567" y="238698"/>
                  <a:pt x="412985" y="252590"/>
                  <a:pt x="414248" y="256379"/>
                </a:cubicBezTo>
                <a:cubicBezTo>
                  <a:pt x="397830" y="242487"/>
                  <a:pt x="382674" y="222279"/>
                  <a:pt x="380148" y="207124"/>
                </a:cubicBezTo>
                <a:cubicBezTo>
                  <a:pt x="380148" y="208387"/>
                  <a:pt x="380148" y="210913"/>
                  <a:pt x="378885" y="212176"/>
                </a:cubicBezTo>
                <a:lnTo>
                  <a:pt x="378885" y="214702"/>
                </a:lnTo>
                <a:cubicBezTo>
                  <a:pt x="380148" y="218490"/>
                  <a:pt x="382674" y="224805"/>
                  <a:pt x="387726" y="234909"/>
                </a:cubicBezTo>
                <a:cubicBezTo>
                  <a:pt x="395304" y="247538"/>
                  <a:pt x="412985" y="261431"/>
                  <a:pt x="414248" y="265220"/>
                </a:cubicBezTo>
                <a:cubicBezTo>
                  <a:pt x="397830" y="252590"/>
                  <a:pt x="382674" y="233646"/>
                  <a:pt x="377622" y="218490"/>
                </a:cubicBezTo>
                <a:cubicBezTo>
                  <a:pt x="377622" y="219753"/>
                  <a:pt x="377622" y="222279"/>
                  <a:pt x="377622" y="223542"/>
                </a:cubicBezTo>
                <a:cubicBezTo>
                  <a:pt x="378885" y="227331"/>
                  <a:pt x="381411" y="233646"/>
                  <a:pt x="386463" y="242487"/>
                </a:cubicBezTo>
                <a:cubicBezTo>
                  <a:pt x="394041" y="255116"/>
                  <a:pt x="412985" y="271534"/>
                  <a:pt x="415511" y="275323"/>
                </a:cubicBezTo>
                <a:cubicBezTo>
                  <a:pt x="399092" y="262694"/>
                  <a:pt x="382674" y="243750"/>
                  <a:pt x="377622" y="227331"/>
                </a:cubicBezTo>
                <a:cubicBezTo>
                  <a:pt x="377622" y="228594"/>
                  <a:pt x="377622" y="229857"/>
                  <a:pt x="377622" y="232383"/>
                </a:cubicBezTo>
                <a:cubicBezTo>
                  <a:pt x="378885" y="236172"/>
                  <a:pt x="381411" y="242487"/>
                  <a:pt x="386463" y="250064"/>
                </a:cubicBezTo>
                <a:cubicBezTo>
                  <a:pt x="395304" y="263957"/>
                  <a:pt x="415511" y="281638"/>
                  <a:pt x="416774" y="285427"/>
                </a:cubicBezTo>
                <a:cubicBezTo>
                  <a:pt x="400355" y="271534"/>
                  <a:pt x="383937" y="251327"/>
                  <a:pt x="377622" y="236172"/>
                </a:cubicBezTo>
                <a:lnTo>
                  <a:pt x="377622" y="239961"/>
                </a:lnTo>
                <a:cubicBezTo>
                  <a:pt x="378885" y="243750"/>
                  <a:pt x="381411" y="250064"/>
                  <a:pt x="385200" y="256379"/>
                </a:cubicBezTo>
                <a:cubicBezTo>
                  <a:pt x="394041" y="270271"/>
                  <a:pt x="415511" y="289216"/>
                  <a:pt x="416774" y="294268"/>
                </a:cubicBezTo>
                <a:cubicBezTo>
                  <a:pt x="401618" y="280375"/>
                  <a:pt x="383937" y="260168"/>
                  <a:pt x="376359" y="243750"/>
                </a:cubicBezTo>
                <a:lnTo>
                  <a:pt x="376359" y="246275"/>
                </a:lnTo>
                <a:cubicBezTo>
                  <a:pt x="377622" y="250064"/>
                  <a:pt x="380148" y="255116"/>
                  <a:pt x="383937" y="262694"/>
                </a:cubicBezTo>
                <a:cubicBezTo>
                  <a:pt x="392778" y="277849"/>
                  <a:pt x="411722" y="293005"/>
                  <a:pt x="414248" y="298056"/>
                </a:cubicBezTo>
                <a:cubicBezTo>
                  <a:pt x="397830" y="284164"/>
                  <a:pt x="383937" y="267746"/>
                  <a:pt x="375096" y="251327"/>
                </a:cubicBezTo>
                <a:lnTo>
                  <a:pt x="375096" y="253853"/>
                </a:lnTo>
                <a:cubicBezTo>
                  <a:pt x="376359" y="257642"/>
                  <a:pt x="378885" y="262694"/>
                  <a:pt x="382674" y="269009"/>
                </a:cubicBezTo>
                <a:cubicBezTo>
                  <a:pt x="392778" y="284164"/>
                  <a:pt x="410459" y="299319"/>
                  <a:pt x="412985" y="304371"/>
                </a:cubicBezTo>
                <a:cubicBezTo>
                  <a:pt x="395304" y="289216"/>
                  <a:pt x="382674" y="274060"/>
                  <a:pt x="373833" y="257642"/>
                </a:cubicBezTo>
                <a:cubicBezTo>
                  <a:pt x="373833" y="260168"/>
                  <a:pt x="373833" y="261431"/>
                  <a:pt x="372571" y="262694"/>
                </a:cubicBezTo>
                <a:cubicBezTo>
                  <a:pt x="373833" y="266483"/>
                  <a:pt x="376359" y="270271"/>
                  <a:pt x="378885" y="274060"/>
                </a:cubicBezTo>
                <a:cubicBezTo>
                  <a:pt x="390252" y="289216"/>
                  <a:pt x="409196" y="305634"/>
                  <a:pt x="410459" y="311949"/>
                </a:cubicBezTo>
                <a:cubicBezTo>
                  <a:pt x="395304" y="298056"/>
                  <a:pt x="381411" y="281638"/>
                  <a:pt x="372571" y="267746"/>
                </a:cubicBezTo>
                <a:cubicBezTo>
                  <a:pt x="372571" y="270271"/>
                  <a:pt x="372571" y="272797"/>
                  <a:pt x="371308" y="274060"/>
                </a:cubicBezTo>
                <a:cubicBezTo>
                  <a:pt x="382674" y="286690"/>
                  <a:pt x="396567" y="304371"/>
                  <a:pt x="410459" y="319527"/>
                </a:cubicBezTo>
                <a:cubicBezTo>
                  <a:pt x="415511" y="324578"/>
                  <a:pt x="416774" y="325841"/>
                  <a:pt x="419300" y="329630"/>
                </a:cubicBezTo>
                <a:cubicBezTo>
                  <a:pt x="420563" y="330893"/>
                  <a:pt x="426877" y="332156"/>
                  <a:pt x="425614" y="328367"/>
                </a:cubicBezTo>
                <a:cubicBezTo>
                  <a:pt x="420563" y="320790"/>
                  <a:pt x="415511" y="315738"/>
                  <a:pt x="415511" y="313212"/>
                </a:cubicBezTo>
                <a:cubicBezTo>
                  <a:pt x="423089" y="320790"/>
                  <a:pt x="425614" y="323315"/>
                  <a:pt x="430666" y="330893"/>
                </a:cubicBezTo>
                <a:cubicBezTo>
                  <a:pt x="431929" y="332156"/>
                  <a:pt x="433192" y="333419"/>
                  <a:pt x="434455" y="333419"/>
                </a:cubicBezTo>
                <a:lnTo>
                  <a:pt x="444559" y="334682"/>
                </a:lnTo>
                <a:cubicBezTo>
                  <a:pt x="444559" y="334682"/>
                  <a:pt x="444559" y="334682"/>
                  <a:pt x="444559" y="333419"/>
                </a:cubicBezTo>
                <a:cubicBezTo>
                  <a:pt x="435718" y="322052"/>
                  <a:pt x="438244" y="323315"/>
                  <a:pt x="448348" y="332156"/>
                </a:cubicBezTo>
                <a:cubicBezTo>
                  <a:pt x="449611" y="333419"/>
                  <a:pt x="450873" y="334682"/>
                  <a:pt x="450873" y="335945"/>
                </a:cubicBezTo>
                <a:lnTo>
                  <a:pt x="455925" y="337208"/>
                </a:lnTo>
                <a:cubicBezTo>
                  <a:pt x="448348" y="324578"/>
                  <a:pt x="449611" y="324578"/>
                  <a:pt x="458451" y="337208"/>
                </a:cubicBezTo>
                <a:cubicBezTo>
                  <a:pt x="459714" y="338471"/>
                  <a:pt x="462240" y="338471"/>
                  <a:pt x="463503" y="337208"/>
                </a:cubicBezTo>
                <a:cubicBezTo>
                  <a:pt x="452136" y="322052"/>
                  <a:pt x="453399" y="322052"/>
                  <a:pt x="463503" y="333419"/>
                </a:cubicBezTo>
                <a:cubicBezTo>
                  <a:pt x="464766" y="334682"/>
                  <a:pt x="464766" y="335945"/>
                  <a:pt x="466029" y="338471"/>
                </a:cubicBezTo>
                <a:cubicBezTo>
                  <a:pt x="468555" y="340997"/>
                  <a:pt x="468555" y="340997"/>
                  <a:pt x="468555" y="335945"/>
                </a:cubicBezTo>
                <a:cubicBezTo>
                  <a:pt x="453399" y="317001"/>
                  <a:pt x="453399" y="315738"/>
                  <a:pt x="468555" y="333419"/>
                </a:cubicBezTo>
                <a:cubicBezTo>
                  <a:pt x="471081" y="334682"/>
                  <a:pt x="469818" y="333419"/>
                  <a:pt x="468555" y="330893"/>
                </a:cubicBezTo>
                <a:cubicBezTo>
                  <a:pt x="455925" y="313212"/>
                  <a:pt x="455925" y="311949"/>
                  <a:pt x="468555" y="328367"/>
                </a:cubicBezTo>
                <a:cubicBezTo>
                  <a:pt x="469818" y="329630"/>
                  <a:pt x="471081" y="329630"/>
                  <a:pt x="468555" y="325841"/>
                </a:cubicBezTo>
                <a:cubicBezTo>
                  <a:pt x="454662" y="305634"/>
                  <a:pt x="458451" y="309423"/>
                  <a:pt x="468555" y="323315"/>
                </a:cubicBezTo>
                <a:cubicBezTo>
                  <a:pt x="469818" y="323315"/>
                  <a:pt x="469818" y="323315"/>
                  <a:pt x="468555" y="320790"/>
                </a:cubicBezTo>
                <a:cubicBezTo>
                  <a:pt x="457188" y="303108"/>
                  <a:pt x="457188" y="300582"/>
                  <a:pt x="468555" y="317001"/>
                </a:cubicBezTo>
                <a:cubicBezTo>
                  <a:pt x="471081" y="318264"/>
                  <a:pt x="471081" y="317001"/>
                  <a:pt x="468555" y="313212"/>
                </a:cubicBezTo>
                <a:cubicBezTo>
                  <a:pt x="450873" y="290479"/>
                  <a:pt x="455925" y="293005"/>
                  <a:pt x="468555" y="308160"/>
                </a:cubicBezTo>
                <a:cubicBezTo>
                  <a:pt x="471081" y="309423"/>
                  <a:pt x="471081" y="306897"/>
                  <a:pt x="468555" y="304371"/>
                </a:cubicBezTo>
                <a:cubicBezTo>
                  <a:pt x="455925" y="287953"/>
                  <a:pt x="455925" y="285427"/>
                  <a:pt x="466029" y="295531"/>
                </a:cubicBezTo>
                <a:cubicBezTo>
                  <a:pt x="466029" y="295531"/>
                  <a:pt x="467292" y="296793"/>
                  <a:pt x="468555" y="295531"/>
                </a:cubicBezTo>
                <a:cubicBezTo>
                  <a:pt x="468555" y="294268"/>
                  <a:pt x="468555" y="293005"/>
                  <a:pt x="467292" y="291742"/>
                </a:cubicBezTo>
                <a:cubicBezTo>
                  <a:pt x="452136" y="275323"/>
                  <a:pt x="452136" y="272797"/>
                  <a:pt x="467292" y="284164"/>
                </a:cubicBezTo>
                <a:cubicBezTo>
                  <a:pt x="467292" y="284164"/>
                  <a:pt x="468555" y="284164"/>
                  <a:pt x="467292" y="282901"/>
                </a:cubicBezTo>
                <a:cubicBezTo>
                  <a:pt x="457188" y="272797"/>
                  <a:pt x="448348" y="263957"/>
                  <a:pt x="463503" y="276586"/>
                </a:cubicBezTo>
                <a:cubicBezTo>
                  <a:pt x="466029" y="276586"/>
                  <a:pt x="464766" y="274060"/>
                  <a:pt x="462240" y="271534"/>
                </a:cubicBezTo>
                <a:cubicBezTo>
                  <a:pt x="447085" y="256379"/>
                  <a:pt x="452136" y="261431"/>
                  <a:pt x="460977" y="267746"/>
                </a:cubicBezTo>
                <a:cubicBezTo>
                  <a:pt x="462240" y="266483"/>
                  <a:pt x="462240" y="265220"/>
                  <a:pt x="458451" y="261431"/>
                </a:cubicBezTo>
                <a:cubicBezTo>
                  <a:pt x="447085" y="251327"/>
                  <a:pt x="447085" y="250064"/>
                  <a:pt x="457188" y="256379"/>
                </a:cubicBezTo>
                <a:cubicBezTo>
                  <a:pt x="458451" y="256379"/>
                  <a:pt x="457188" y="253853"/>
                  <a:pt x="455925" y="252590"/>
                </a:cubicBezTo>
                <a:cubicBezTo>
                  <a:pt x="447085" y="246275"/>
                  <a:pt x="445822" y="243750"/>
                  <a:pt x="448348" y="243750"/>
                </a:cubicBezTo>
                <a:cubicBezTo>
                  <a:pt x="448348" y="243750"/>
                  <a:pt x="450873" y="245012"/>
                  <a:pt x="452136" y="246275"/>
                </a:cubicBezTo>
                <a:cubicBezTo>
                  <a:pt x="453399" y="246275"/>
                  <a:pt x="453399" y="246275"/>
                  <a:pt x="453399" y="246275"/>
                </a:cubicBezTo>
                <a:cubicBezTo>
                  <a:pt x="453399" y="245012"/>
                  <a:pt x="452136" y="242487"/>
                  <a:pt x="450873" y="241224"/>
                </a:cubicBezTo>
                <a:cubicBezTo>
                  <a:pt x="443296" y="236172"/>
                  <a:pt x="444559" y="236172"/>
                  <a:pt x="450873" y="236172"/>
                </a:cubicBezTo>
                <a:cubicBezTo>
                  <a:pt x="440770" y="228594"/>
                  <a:pt x="440770" y="228594"/>
                  <a:pt x="447085" y="229857"/>
                </a:cubicBezTo>
                <a:cubicBezTo>
                  <a:pt x="447085" y="228594"/>
                  <a:pt x="447085" y="228594"/>
                  <a:pt x="445822" y="227331"/>
                </a:cubicBezTo>
                <a:cubicBezTo>
                  <a:pt x="440770" y="222279"/>
                  <a:pt x="439507" y="221016"/>
                  <a:pt x="443296" y="221016"/>
                </a:cubicBezTo>
                <a:cubicBezTo>
                  <a:pt x="442033" y="219753"/>
                  <a:pt x="438244" y="215965"/>
                  <a:pt x="440770" y="214702"/>
                </a:cubicBezTo>
                <a:cubicBezTo>
                  <a:pt x="438244" y="209650"/>
                  <a:pt x="434455" y="204598"/>
                  <a:pt x="431929" y="200809"/>
                </a:cubicBezTo>
                <a:lnTo>
                  <a:pt x="440770" y="205861"/>
                </a:lnTo>
                <a:cubicBezTo>
                  <a:pt x="442033" y="200809"/>
                  <a:pt x="429403" y="200809"/>
                  <a:pt x="426877" y="185654"/>
                </a:cubicBezTo>
                <a:cubicBezTo>
                  <a:pt x="426877" y="185654"/>
                  <a:pt x="429403" y="166710"/>
                  <a:pt x="429403" y="166710"/>
                </a:cubicBezTo>
                <a:cubicBezTo>
                  <a:pt x="433192" y="167972"/>
                  <a:pt x="428140" y="183128"/>
                  <a:pt x="431929" y="189443"/>
                </a:cubicBezTo>
                <a:cubicBezTo>
                  <a:pt x="431929" y="189443"/>
                  <a:pt x="431929" y="173024"/>
                  <a:pt x="431929" y="173024"/>
                </a:cubicBezTo>
                <a:cubicBezTo>
                  <a:pt x="431929" y="173024"/>
                  <a:pt x="434455" y="190706"/>
                  <a:pt x="434455" y="190706"/>
                </a:cubicBezTo>
                <a:cubicBezTo>
                  <a:pt x="439507" y="193231"/>
                  <a:pt x="433192" y="176813"/>
                  <a:pt x="435718" y="174287"/>
                </a:cubicBezTo>
                <a:cubicBezTo>
                  <a:pt x="436981" y="173024"/>
                  <a:pt x="439507" y="190706"/>
                  <a:pt x="439507" y="191969"/>
                </a:cubicBezTo>
                <a:cubicBezTo>
                  <a:pt x="439507" y="193231"/>
                  <a:pt x="442033" y="193231"/>
                  <a:pt x="442033" y="191969"/>
                </a:cubicBezTo>
                <a:cubicBezTo>
                  <a:pt x="439507" y="185654"/>
                  <a:pt x="439507" y="171761"/>
                  <a:pt x="440770" y="176813"/>
                </a:cubicBezTo>
                <a:lnTo>
                  <a:pt x="444559" y="194494"/>
                </a:lnTo>
                <a:cubicBezTo>
                  <a:pt x="445822" y="195757"/>
                  <a:pt x="448348" y="197020"/>
                  <a:pt x="448348" y="195757"/>
                </a:cubicBezTo>
                <a:lnTo>
                  <a:pt x="445822" y="181865"/>
                </a:lnTo>
                <a:cubicBezTo>
                  <a:pt x="444559" y="178076"/>
                  <a:pt x="449611" y="189443"/>
                  <a:pt x="450873" y="197020"/>
                </a:cubicBezTo>
                <a:cubicBezTo>
                  <a:pt x="450873" y="199546"/>
                  <a:pt x="453399" y="199546"/>
                  <a:pt x="453399" y="197020"/>
                </a:cubicBezTo>
                <a:lnTo>
                  <a:pt x="450873" y="186917"/>
                </a:lnTo>
                <a:cubicBezTo>
                  <a:pt x="454662" y="188180"/>
                  <a:pt x="453399" y="193231"/>
                  <a:pt x="454662" y="197020"/>
                </a:cubicBezTo>
                <a:cubicBezTo>
                  <a:pt x="455925" y="199546"/>
                  <a:pt x="457188" y="193231"/>
                  <a:pt x="459714" y="199546"/>
                </a:cubicBezTo>
                <a:cubicBezTo>
                  <a:pt x="460977" y="203335"/>
                  <a:pt x="462240" y="203335"/>
                  <a:pt x="462240" y="200809"/>
                </a:cubicBezTo>
                <a:cubicBezTo>
                  <a:pt x="462240" y="193231"/>
                  <a:pt x="462240" y="193231"/>
                  <a:pt x="463503" y="200809"/>
                </a:cubicBezTo>
                <a:cubicBezTo>
                  <a:pt x="463503" y="203335"/>
                  <a:pt x="464766" y="203335"/>
                  <a:pt x="464766" y="200809"/>
                </a:cubicBezTo>
                <a:cubicBezTo>
                  <a:pt x="464766" y="195757"/>
                  <a:pt x="466029" y="197020"/>
                  <a:pt x="468555" y="202072"/>
                </a:cubicBezTo>
                <a:cubicBezTo>
                  <a:pt x="468555" y="203335"/>
                  <a:pt x="469818" y="203335"/>
                  <a:pt x="471081" y="203335"/>
                </a:cubicBezTo>
                <a:cubicBezTo>
                  <a:pt x="474870" y="199546"/>
                  <a:pt x="473607" y="202072"/>
                  <a:pt x="472344" y="203335"/>
                </a:cubicBezTo>
                <a:cubicBezTo>
                  <a:pt x="472344" y="204598"/>
                  <a:pt x="472344" y="204598"/>
                  <a:pt x="473607" y="203335"/>
                </a:cubicBezTo>
                <a:cubicBezTo>
                  <a:pt x="474870" y="202072"/>
                  <a:pt x="474870" y="203335"/>
                  <a:pt x="476132" y="203335"/>
                </a:cubicBezTo>
                <a:cubicBezTo>
                  <a:pt x="477395" y="203335"/>
                  <a:pt x="477395" y="202072"/>
                  <a:pt x="477395" y="202072"/>
                </a:cubicBezTo>
                <a:cubicBezTo>
                  <a:pt x="478658" y="202072"/>
                  <a:pt x="477395" y="203335"/>
                  <a:pt x="478658" y="203335"/>
                </a:cubicBezTo>
                <a:cubicBezTo>
                  <a:pt x="479921" y="203335"/>
                  <a:pt x="482447" y="203335"/>
                  <a:pt x="481184" y="203335"/>
                </a:cubicBezTo>
                <a:cubicBezTo>
                  <a:pt x="481184" y="204598"/>
                  <a:pt x="482447" y="205861"/>
                  <a:pt x="483710" y="204598"/>
                </a:cubicBezTo>
                <a:cubicBezTo>
                  <a:pt x="484973" y="200809"/>
                  <a:pt x="487499" y="198283"/>
                  <a:pt x="492551" y="199546"/>
                </a:cubicBezTo>
                <a:cubicBezTo>
                  <a:pt x="492551" y="200809"/>
                  <a:pt x="493814" y="199546"/>
                  <a:pt x="493814" y="200809"/>
                </a:cubicBezTo>
                <a:cubicBezTo>
                  <a:pt x="493814" y="204598"/>
                  <a:pt x="495077" y="205861"/>
                  <a:pt x="497603" y="205861"/>
                </a:cubicBezTo>
                <a:lnTo>
                  <a:pt x="497603" y="210913"/>
                </a:lnTo>
                <a:cubicBezTo>
                  <a:pt x="497603" y="213439"/>
                  <a:pt x="498866" y="215965"/>
                  <a:pt x="502654" y="217228"/>
                </a:cubicBezTo>
                <a:cubicBezTo>
                  <a:pt x="506443" y="219753"/>
                  <a:pt x="507706" y="218490"/>
                  <a:pt x="508969" y="214702"/>
                </a:cubicBezTo>
                <a:cubicBezTo>
                  <a:pt x="510232" y="210913"/>
                  <a:pt x="508969" y="208387"/>
                  <a:pt x="508969" y="208387"/>
                </a:cubicBezTo>
                <a:cubicBezTo>
                  <a:pt x="503917" y="207124"/>
                  <a:pt x="507706" y="214702"/>
                  <a:pt x="505180" y="214702"/>
                </a:cubicBezTo>
                <a:lnTo>
                  <a:pt x="503917" y="213439"/>
                </a:lnTo>
                <a:cubicBezTo>
                  <a:pt x="500129" y="199546"/>
                  <a:pt x="508969" y="204598"/>
                  <a:pt x="510232" y="203335"/>
                </a:cubicBezTo>
                <a:cubicBezTo>
                  <a:pt x="511495" y="199546"/>
                  <a:pt x="507706" y="197020"/>
                  <a:pt x="501392" y="197020"/>
                </a:cubicBezTo>
                <a:lnTo>
                  <a:pt x="501392" y="195757"/>
                </a:lnTo>
                <a:cubicBezTo>
                  <a:pt x="505180" y="195757"/>
                  <a:pt x="503917" y="191969"/>
                  <a:pt x="498866" y="193231"/>
                </a:cubicBezTo>
                <a:cubicBezTo>
                  <a:pt x="497603" y="190706"/>
                  <a:pt x="493814" y="190706"/>
                  <a:pt x="493814" y="188180"/>
                </a:cubicBezTo>
                <a:cubicBezTo>
                  <a:pt x="488762" y="188180"/>
                  <a:pt x="487499" y="188180"/>
                  <a:pt x="492551" y="186917"/>
                </a:cubicBezTo>
                <a:cubicBezTo>
                  <a:pt x="493814" y="185654"/>
                  <a:pt x="492551" y="185654"/>
                  <a:pt x="492551" y="184391"/>
                </a:cubicBezTo>
                <a:cubicBezTo>
                  <a:pt x="487499" y="184391"/>
                  <a:pt x="487499" y="183128"/>
                  <a:pt x="491288" y="183128"/>
                </a:cubicBezTo>
                <a:cubicBezTo>
                  <a:pt x="491288" y="181865"/>
                  <a:pt x="491288" y="180602"/>
                  <a:pt x="488762" y="180602"/>
                </a:cubicBezTo>
                <a:cubicBezTo>
                  <a:pt x="481184" y="179339"/>
                  <a:pt x="481184" y="179339"/>
                  <a:pt x="487499" y="179339"/>
                </a:cubicBezTo>
                <a:cubicBezTo>
                  <a:pt x="488762" y="178076"/>
                  <a:pt x="487499" y="176813"/>
                  <a:pt x="484973" y="175550"/>
                </a:cubicBezTo>
                <a:cubicBezTo>
                  <a:pt x="477395" y="175550"/>
                  <a:pt x="478658" y="174287"/>
                  <a:pt x="482447" y="174287"/>
                </a:cubicBezTo>
                <a:cubicBezTo>
                  <a:pt x="483710" y="173024"/>
                  <a:pt x="483710" y="171761"/>
                  <a:pt x="482447" y="171761"/>
                </a:cubicBezTo>
                <a:lnTo>
                  <a:pt x="477395" y="170498"/>
                </a:lnTo>
                <a:lnTo>
                  <a:pt x="482447" y="169235"/>
                </a:lnTo>
                <a:cubicBezTo>
                  <a:pt x="484973" y="169235"/>
                  <a:pt x="484973" y="167972"/>
                  <a:pt x="479921" y="165447"/>
                </a:cubicBezTo>
                <a:cubicBezTo>
                  <a:pt x="478658" y="162921"/>
                  <a:pt x="477395" y="162921"/>
                  <a:pt x="476132" y="165447"/>
                </a:cubicBezTo>
                <a:cubicBezTo>
                  <a:pt x="474870" y="169235"/>
                  <a:pt x="471081" y="167972"/>
                  <a:pt x="467292" y="162921"/>
                </a:cubicBezTo>
                <a:cubicBezTo>
                  <a:pt x="469818" y="162921"/>
                  <a:pt x="471081" y="161658"/>
                  <a:pt x="468555" y="160395"/>
                </a:cubicBezTo>
                <a:lnTo>
                  <a:pt x="460977" y="160395"/>
                </a:lnTo>
                <a:cubicBezTo>
                  <a:pt x="464766" y="156606"/>
                  <a:pt x="471081" y="159132"/>
                  <a:pt x="472344" y="155343"/>
                </a:cubicBezTo>
                <a:cubicBezTo>
                  <a:pt x="472344" y="154080"/>
                  <a:pt x="467292" y="152817"/>
                  <a:pt x="467292" y="150291"/>
                </a:cubicBezTo>
                <a:cubicBezTo>
                  <a:pt x="472344" y="152817"/>
                  <a:pt x="474870" y="152817"/>
                  <a:pt x="474870" y="150291"/>
                </a:cubicBezTo>
                <a:cubicBezTo>
                  <a:pt x="468555" y="146502"/>
                  <a:pt x="462240" y="145239"/>
                  <a:pt x="457188" y="145239"/>
                </a:cubicBezTo>
                <a:lnTo>
                  <a:pt x="458451" y="143976"/>
                </a:lnTo>
                <a:cubicBezTo>
                  <a:pt x="458451" y="142713"/>
                  <a:pt x="459714" y="142713"/>
                  <a:pt x="457188" y="141450"/>
                </a:cubicBezTo>
                <a:lnTo>
                  <a:pt x="450873" y="141450"/>
                </a:lnTo>
                <a:lnTo>
                  <a:pt x="452136" y="140188"/>
                </a:lnTo>
                <a:cubicBezTo>
                  <a:pt x="454662" y="140188"/>
                  <a:pt x="453399" y="138925"/>
                  <a:pt x="453399" y="138925"/>
                </a:cubicBezTo>
                <a:lnTo>
                  <a:pt x="448348" y="136399"/>
                </a:lnTo>
                <a:lnTo>
                  <a:pt x="450873" y="136399"/>
                </a:lnTo>
                <a:cubicBezTo>
                  <a:pt x="453399" y="136399"/>
                  <a:pt x="453399" y="135136"/>
                  <a:pt x="452136" y="133873"/>
                </a:cubicBezTo>
                <a:cubicBezTo>
                  <a:pt x="448348" y="131347"/>
                  <a:pt x="444559" y="131347"/>
                  <a:pt x="440770" y="132610"/>
                </a:cubicBezTo>
                <a:cubicBezTo>
                  <a:pt x="442033" y="136399"/>
                  <a:pt x="442033" y="138925"/>
                  <a:pt x="440770" y="140188"/>
                </a:cubicBezTo>
                <a:cubicBezTo>
                  <a:pt x="439507" y="138925"/>
                  <a:pt x="438244" y="136399"/>
                  <a:pt x="438244" y="133873"/>
                </a:cubicBezTo>
                <a:lnTo>
                  <a:pt x="438244" y="133873"/>
                </a:lnTo>
                <a:cubicBezTo>
                  <a:pt x="438244" y="137662"/>
                  <a:pt x="438244" y="142713"/>
                  <a:pt x="440770" y="146502"/>
                </a:cubicBezTo>
                <a:cubicBezTo>
                  <a:pt x="438244" y="146502"/>
                  <a:pt x="435718" y="138925"/>
                  <a:pt x="435718" y="132610"/>
                </a:cubicBezTo>
                <a:lnTo>
                  <a:pt x="431929" y="131347"/>
                </a:lnTo>
                <a:cubicBezTo>
                  <a:pt x="431929" y="135136"/>
                  <a:pt x="431929" y="138925"/>
                  <a:pt x="434455" y="142713"/>
                </a:cubicBezTo>
                <a:cubicBezTo>
                  <a:pt x="431929" y="142713"/>
                  <a:pt x="429403" y="136399"/>
                  <a:pt x="429403" y="130084"/>
                </a:cubicBezTo>
                <a:lnTo>
                  <a:pt x="426877" y="130084"/>
                </a:lnTo>
                <a:lnTo>
                  <a:pt x="426877" y="138925"/>
                </a:lnTo>
                <a:cubicBezTo>
                  <a:pt x="426877" y="143976"/>
                  <a:pt x="428140" y="150291"/>
                  <a:pt x="428140" y="151554"/>
                </a:cubicBezTo>
                <a:cubicBezTo>
                  <a:pt x="429403" y="145239"/>
                  <a:pt x="429403" y="138925"/>
                  <a:pt x="429403" y="133873"/>
                </a:cubicBezTo>
                <a:lnTo>
                  <a:pt x="429403" y="133873"/>
                </a:lnTo>
                <a:moveTo>
                  <a:pt x="367519" y="320790"/>
                </a:moveTo>
                <a:cubicBezTo>
                  <a:pt x="370045" y="323315"/>
                  <a:pt x="373833" y="325841"/>
                  <a:pt x="376359" y="328367"/>
                </a:cubicBezTo>
                <a:cubicBezTo>
                  <a:pt x="377622" y="328367"/>
                  <a:pt x="378885" y="328367"/>
                  <a:pt x="381411" y="328367"/>
                </a:cubicBezTo>
                <a:cubicBezTo>
                  <a:pt x="376359" y="323315"/>
                  <a:pt x="372571" y="320790"/>
                  <a:pt x="367519" y="315738"/>
                </a:cubicBezTo>
                <a:cubicBezTo>
                  <a:pt x="366256" y="317001"/>
                  <a:pt x="366256" y="318264"/>
                  <a:pt x="367519" y="320790"/>
                </a:cubicBezTo>
                <a:moveTo>
                  <a:pt x="372571" y="328367"/>
                </a:moveTo>
                <a:cubicBezTo>
                  <a:pt x="371308" y="325841"/>
                  <a:pt x="368782" y="325841"/>
                  <a:pt x="367519" y="323315"/>
                </a:cubicBezTo>
                <a:cubicBezTo>
                  <a:pt x="367519" y="327104"/>
                  <a:pt x="368782" y="328367"/>
                  <a:pt x="372571" y="328367"/>
                </a:cubicBezTo>
                <a:moveTo>
                  <a:pt x="366256" y="311949"/>
                </a:moveTo>
                <a:cubicBezTo>
                  <a:pt x="372571" y="318264"/>
                  <a:pt x="377622" y="322052"/>
                  <a:pt x="382674" y="328367"/>
                </a:cubicBezTo>
                <a:cubicBezTo>
                  <a:pt x="383937" y="329630"/>
                  <a:pt x="385200" y="329630"/>
                  <a:pt x="386463" y="328367"/>
                </a:cubicBezTo>
                <a:cubicBezTo>
                  <a:pt x="380148" y="319527"/>
                  <a:pt x="373833" y="313212"/>
                  <a:pt x="366256" y="304371"/>
                </a:cubicBezTo>
                <a:cubicBezTo>
                  <a:pt x="366256" y="306897"/>
                  <a:pt x="366256" y="309423"/>
                  <a:pt x="366256" y="311949"/>
                </a:cubicBezTo>
                <a:moveTo>
                  <a:pt x="353626" y="294268"/>
                </a:moveTo>
                <a:cubicBezTo>
                  <a:pt x="356152" y="291742"/>
                  <a:pt x="359941" y="289216"/>
                  <a:pt x="362467" y="286690"/>
                </a:cubicBezTo>
                <a:cubicBezTo>
                  <a:pt x="363730" y="285427"/>
                  <a:pt x="364993" y="284164"/>
                  <a:pt x="361204" y="284164"/>
                </a:cubicBezTo>
                <a:cubicBezTo>
                  <a:pt x="357415" y="285427"/>
                  <a:pt x="353626" y="287953"/>
                  <a:pt x="352363" y="291742"/>
                </a:cubicBezTo>
                <a:cubicBezTo>
                  <a:pt x="349837" y="296793"/>
                  <a:pt x="351100" y="296793"/>
                  <a:pt x="353626" y="294268"/>
                </a:cubicBezTo>
                <a:moveTo>
                  <a:pt x="358678" y="295531"/>
                </a:moveTo>
                <a:cubicBezTo>
                  <a:pt x="362467" y="291742"/>
                  <a:pt x="361204" y="290479"/>
                  <a:pt x="357415" y="293005"/>
                </a:cubicBezTo>
                <a:cubicBezTo>
                  <a:pt x="352363" y="296793"/>
                  <a:pt x="349837" y="301845"/>
                  <a:pt x="348574" y="306897"/>
                </a:cubicBezTo>
                <a:cubicBezTo>
                  <a:pt x="348574" y="311949"/>
                  <a:pt x="351100" y="309423"/>
                  <a:pt x="351100" y="308160"/>
                </a:cubicBezTo>
                <a:cubicBezTo>
                  <a:pt x="353626" y="304371"/>
                  <a:pt x="356152" y="299319"/>
                  <a:pt x="358678" y="295531"/>
                </a:cubicBezTo>
                <a:moveTo>
                  <a:pt x="359941" y="281638"/>
                </a:moveTo>
                <a:cubicBezTo>
                  <a:pt x="367519" y="280375"/>
                  <a:pt x="372571" y="271534"/>
                  <a:pt x="373833" y="257642"/>
                </a:cubicBezTo>
                <a:lnTo>
                  <a:pt x="373833" y="256379"/>
                </a:lnTo>
                <a:cubicBezTo>
                  <a:pt x="370045" y="266483"/>
                  <a:pt x="364993" y="272797"/>
                  <a:pt x="359941" y="276586"/>
                </a:cubicBezTo>
                <a:cubicBezTo>
                  <a:pt x="354889" y="280375"/>
                  <a:pt x="349837" y="285427"/>
                  <a:pt x="346049" y="290479"/>
                </a:cubicBezTo>
                <a:cubicBezTo>
                  <a:pt x="344786" y="291742"/>
                  <a:pt x="344786" y="294268"/>
                  <a:pt x="342260" y="296793"/>
                </a:cubicBezTo>
                <a:cubicBezTo>
                  <a:pt x="340997" y="299319"/>
                  <a:pt x="337208" y="301845"/>
                  <a:pt x="335945" y="304371"/>
                </a:cubicBezTo>
                <a:cubicBezTo>
                  <a:pt x="333419" y="306897"/>
                  <a:pt x="334682" y="308160"/>
                  <a:pt x="337208" y="306897"/>
                </a:cubicBezTo>
                <a:cubicBezTo>
                  <a:pt x="342260" y="298056"/>
                  <a:pt x="347312" y="293005"/>
                  <a:pt x="349837" y="290479"/>
                </a:cubicBezTo>
                <a:lnTo>
                  <a:pt x="359941" y="281638"/>
                </a:lnTo>
                <a:moveTo>
                  <a:pt x="347312" y="299319"/>
                </a:moveTo>
                <a:cubicBezTo>
                  <a:pt x="347312" y="298056"/>
                  <a:pt x="347312" y="296793"/>
                  <a:pt x="346049" y="296793"/>
                </a:cubicBezTo>
                <a:cubicBezTo>
                  <a:pt x="344786" y="296793"/>
                  <a:pt x="344786" y="298056"/>
                  <a:pt x="344786" y="299319"/>
                </a:cubicBezTo>
                <a:cubicBezTo>
                  <a:pt x="344786" y="300582"/>
                  <a:pt x="344786" y="301845"/>
                  <a:pt x="346049" y="301845"/>
                </a:cubicBezTo>
                <a:cubicBezTo>
                  <a:pt x="347312" y="303108"/>
                  <a:pt x="347312" y="301845"/>
                  <a:pt x="347312" y="299319"/>
                </a:cubicBezTo>
                <a:moveTo>
                  <a:pt x="332156" y="287953"/>
                </a:moveTo>
                <a:cubicBezTo>
                  <a:pt x="330893" y="290479"/>
                  <a:pt x="330893" y="293005"/>
                  <a:pt x="332156" y="294268"/>
                </a:cubicBezTo>
                <a:cubicBezTo>
                  <a:pt x="337208" y="291742"/>
                  <a:pt x="335945" y="282901"/>
                  <a:pt x="349837" y="276586"/>
                </a:cubicBezTo>
                <a:cubicBezTo>
                  <a:pt x="351100" y="274060"/>
                  <a:pt x="351100" y="272797"/>
                  <a:pt x="348574" y="274060"/>
                </a:cubicBezTo>
                <a:lnTo>
                  <a:pt x="335945" y="284164"/>
                </a:lnTo>
                <a:cubicBezTo>
                  <a:pt x="340997" y="276586"/>
                  <a:pt x="344786" y="271534"/>
                  <a:pt x="351100" y="270271"/>
                </a:cubicBezTo>
                <a:cubicBezTo>
                  <a:pt x="354889" y="270271"/>
                  <a:pt x="358678" y="267746"/>
                  <a:pt x="362467" y="263957"/>
                </a:cubicBezTo>
                <a:cubicBezTo>
                  <a:pt x="363730" y="260168"/>
                  <a:pt x="363730" y="260168"/>
                  <a:pt x="361204" y="261431"/>
                </a:cubicBezTo>
                <a:cubicBezTo>
                  <a:pt x="353626" y="266483"/>
                  <a:pt x="346049" y="269009"/>
                  <a:pt x="339734" y="274060"/>
                </a:cubicBezTo>
                <a:cubicBezTo>
                  <a:pt x="333419" y="277849"/>
                  <a:pt x="329630" y="282901"/>
                  <a:pt x="328367" y="290479"/>
                </a:cubicBezTo>
                <a:lnTo>
                  <a:pt x="332156" y="287953"/>
                </a:lnTo>
                <a:close/>
                <a:moveTo>
                  <a:pt x="327104" y="181865"/>
                </a:moveTo>
                <a:lnTo>
                  <a:pt x="325841" y="183128"/>
                </a:lnTo>
                <a:lnTo>
                  <a:pt x="325841" y="194494"/>
                </a:lnTo>
                <a:lnTo>
                  <a:pt x="327104" y="197020"/>
                </a:lnTo>
                <a:lnTo>
                  <a:pt x="330893" y="193231"/>
                </a:lnTo>
                <a:cubicBezTo>
                  <a:pt x="332156" y="191969"/>
                  <a:pt x="333419" y="191969"/>
                  <a:pt x="334682" y="194494"/>
                </a:cubicBezTo>
                <a:lnTo>
                  <a:pt x="334682" y="189443"/>
                </a:lnTo>
                <a:cubicBezTo>
                  <a:pt x="335945" y="188180"/>
                  <a:pt x="337208" y="189443"/>
                  <a:pt x="338471" y="190706"/>
                </a:cubicBezTo>
                <a:cubicBezTo>
                  <a:pt x="339734" y="189443"/>
                  <a:pt x="339734" y="188180"/>
                  <a:pt x="338471" y="185654"/>
                </a:cubicBezTo>
                <a:lnTo>
                  <a:pt x="338471" y="179339"/>
                </a:lnTo>
                <a:cubicBezTo>
                  <a:pt x="335945" y="175550"/>
                  <a:pt x="334682" y="173024"/>
                  <a:pt x="332156" y="171761"/>
                </a:cubicBezTo>
                <a:cubicBezTo>
                  <a:pt x="333419" y="175550"/>
                  <a:pt x="333419" y="178076"/>
                  <a:pt x="333419" y="180602"/>
                </a:cubicBezTo>
                <a:cubicBezTo>
                  <a:pt x="333419" y="176813"/>
                  <a:pt x="330893" y="174287"/>
                  <a:pt x="328367" y="173024"/>
                </a:cubicBezTo>
                <a:cubicBezTo>
                  <a:pt x="329630" y="175550"/>
                  <a:pt x="329630" y="178076"/>
                  <a:pt x="329630" y="180602"/>
                </a:cubicBezTo>
                <a:cubicBezTo>
                  <a:pt x="329630" y="179339"/>
                  <a:pt x="328367" y="179339"/>
                  <a:pt x="327104" y="178076"/>
                </a:cubicBezTo>
                <a:lnTo>
                  <a:pt x="327104" y="181865"/>
                </a:lnTo>
                <a:close/>
                <a:moveTo>
                  <a:pt x="328367" y="141450"/>
                </a:moveTo>
                <a:cubicBezTo>
                  <a:pt x="329630" y="138925"/>
                  <a:pt x="330893" y="138925"/>
                  <a:pt x="333419" y="136399"/>
                </a:cubicBezTo>
                <a:cubicBezTo>
                  <a:pt x="334682" y="135136"/>
                  <a:pt x="333419" y="132610"/>
                  <a:pt x="332156" y="133873"/>
                </a:cubicBezTo>
                <a:cubicBezTo>
                  <a:pt x="328367" y="136399"/>
                  <a:pt x="327104" y="138925"/>
                  <a:pt x="328367" y="141450"/>
                </a:cubicBezTo>
                <a:moveTo>
                  <a:pt x="361204" y="149028"/>
                </a:moveTo>
                <a:cubicBezTo>
                  <a:pt x="362467" y="149028"/>
                  <a:pt x="366256" y="142713"/>
                  <a:pt x="364993" y="141450"/>
                </a:cubicBezTo>
                <a:lnTo>
                  <a:pt x="368782" y="138925"/>
                </a:lnTo>
                <a:cubicBezTo>
                  <a:pt x="371308" y="136399"/>
                  <a:pt x="370045" y="136399"/>
                  <a:pt x="367519" y="136399"/>
                </a:cubicBezTo>
                <a:cubicBezTo>
                  <a:pt x="363730" y="138925"/>
                  <a:pt x="359941" y="142713"/>
                  <a:pt x="356152" y="146502"/>
                </a:cubicBezTo>
                <a:lnTo>
                  <a:pt x="352363" y="151554"/>
                </a:lnTo>
                <a:cubicBezTo>
                  <a:pt x="349837" y="150291"/>
                  <a:pt x="349837" y="154080"/>
                  <a:pt x="352363" y="152817"/>
                </a:cubicBezTo>
                <a:lnTo>
                  <a:pt x="357415" y="147765"/>
                </a:lnTo>
                <a:cubicBezTo>
                  <a:pt x="361204" y="143976"/>
                  <a:pt x="359941" y="149028"/>
                  <a:pt x="361204" y="149028"/>
                </a:cubicBezTo>
                <a:moveTo>
                  <a:pt x="364993" y="173024"/>
                </a:moveTo>
                <a:cubicBezTo>
                  <a:pt x="363730" y="174287"/>
                  <a:pt x="362467" y="174287"/>
                  <a:pt x="363730" y="171761"/>
                </a:cubicBezTo>
                <a:cubicBezTo>
                  <a:pt x="363730" y="170498"/>
                  <a:pt x="362467" y="169235"/>
                  <a:pt x="361204" y="171761"/>
                </a:cubicBezTo>
                <a:cubicBezTo>
                  <a:pt x="361204" y="175550"/>
                  <a:pt x="361204" y="175550"/>
                  <a:pt x="358678" y="175550"/>
                </a:cubicBezTo>
                <a:cubicBezTo>
                  <a:pt x="354889" y="175550"/>
                  <a:pt x="348574" y="189443"/>
                  <a:pt x="344786" y="199546"/>
                </a:cubicBezTo>
                <a:cubicBezTo>
                  <a:pt x="344786" y="204598"/>
                  <a:pt x="344786" y="205861"/>
                  <a:pt x="348574" y="202072"/>
                </a:cubicBezTo>
                <a:cubicBezTo>
                  <a:pt x="353626" y="197020"/>
                  <a:pt x="356152" y="194494"/>
                  <a:pt x="353626" y="191969"/>
                </a:cubicBezTo>
                <a:lnTo>
                  <a:pt x="359941" y="183128"/>
                </a:lnTo>
                <a:cubicBezTo>
                  <a:pt x="364993" y="183128"/>
                  <a:pt x="367519" y="180602"/>
                  <a:pt x="367519" y="175550"/>
                </a:cubicBezTo>
                <a:cubicBezTo>
                  <a:pt x="370045" y="174287"/>
                  <a:pt x="371308" y="171761"/>
                  <a:pt x="371308" y="169235"/>
                </a:cubicBezTo>
                <a:cubicBezTo>
                  <a:pt x="377622" y="161658"/>
                  <a:pt x="383937" y="156606"/>
                  <a:pt x="390252" y="154080"/>
                </a:cubicBezTo>
                <a:cubicBezTo>
                  <a:pt x="392778" y="151554"/>
                  <a:pt x="391515" y="150291"/>
                  <a:pt x="388989" y="150291"/>
                </a:cubicBezTo>
                <a:cubicBezTo>
                  <a:pt x="380148" y="154080"/>
                  <a:pt x="371308" y="160395"/>
                  <a:pt x="364993" y="173024"/>
                </a:cubicBezTo>
                <a:moveTo>
                  <a:pt x="368782" y="156606"/>
                </a:moveTo>
                <a:cubicBezTo>
                  <a:pt x="376359" y="150291"/>
                  <a:pt x="381411" y="147765"/>
                  <a:pt x="385200" y="149028"/>
                </a:cubicBezTo>
                <a:lnTo>
                  <a:pt x="385200" y="149028"/>
                </a:lnTo>
                <a:cubicBezTo>
                  <a:pt x="377622" y="149028"/>
                  <a:pt x="370045" y="155343"/>
                  <a:pt x="364993" y="165447"/>
                </a:cubicBezTo>
                <a:cubicBezTo>
                  <a:pt x="363730" y="167972"/>
                  <a:pt x="364993" y="167972"/>
                  <a:pt x="366256" y="166710"/>
                </a:cubicBezTo>
                <a:cubicBezTo>
                  <a:pt x="371308" y="159132"/>
                  <a:pt x="376359" y="154080"/>
                  <a:pt x="382674" y="150291"/>
                </a:cubicBezTo>
                <a:cubicBezTo>
                  <a:pt x="385200" y="149028"/>
                  <a:pt x="388989" y="147765"/>
                  <a:pt x="392778" y="147765"/>
                </a:cubicBezTo>
                <a:cubicBezTo>
                  <a:pt x="395304" y="147765"/>
                  <a:pt x="397830" y="146502"/>
                  <a:pt x="401618" y="146502"/>
                </a:cubicBezTo>
                <a:cubicBezTo>
                  <a:pt x="405407" y="146502"/>
                  <a:pt x="405407" y="142713"/>
                  <a:pt x="401618" y="142713"/>
                </a:cubicBezTo>
                <a:cubicBezTo>
                  <a:pt x="383937" y="142713"/>
                  <a:pt x="375096" y="146502"/>
                  <a:pt x="370045" y="152817"/>
                </a:cubicBezTo>
                <a:cubicBezTo>
                  <a:pt x="367519" y="156606"/>
                  <a:pt x="367519" y="157869"/>
                  <a:pt x="368782" y="156606"/>
                </a:cubicBezTo>
                <a:moveTo>
                  <a:pt x="375096" y="145239"/>
                </a:moveTo>
                <a:cubicBezTo>
                  <a:pt x="372571" y="146502"/>
                  <a:pt x="372571" y="147765"/>
                  <a:pt x="375096" y="145239"/>
                </a:cubicBezTo>
                <a:cubicBezTo>
                  <a:pt x="383937" y="142713"/>
                  <a:pt x="391515" y="142713"/>
                  <a:pt x="400355" y="143976"/>
                </a:cubicBezTo>
                <a:cubicBezTo>
                  <a:pt x="402881" y="143976"/>
                  <a:pt x="402881" y="141450"/>
                  <a:pt x="397830" y="140188"/>
                </a:cubicBezTo>
                <a:cubicBezTo>
                  <a:pt x="388989" y="138925"/>
                  <a:pt x="381411" y="141450"/>
                  <a:pt x="375096" y="145239"/>
                </a:cubicBezTo>
                <a:moveTo>
                  <a:pt x="390252" y="160395"/>
                </a:moveTo>
                <a:cubicBezTo>
                  <a:pt x="394041" y="160395"/>
                  <a:pt x="394041" y="155343"/>
                  <a:pt x="388989" y="157869"/>
                </a:cubicBezTo>
                <a:cubicBezTo>
                  <a:pt x="383937" y="160395"/>
                  <a:pt x="378885" y="162921"/>
                  <a:pt x="375096" y="167972"/>
                </a:cubicBezTo>
                <a:cubicBezTo>
                  <a:pt x="372571" y="170498"/>
                  <a:pt x="375096" y="173024"/>
                  <a:pt x="376359" y="170498"/>
                </a:cubicBezTo>
                <a:cubicBezTo>
                  <a:pt x="382674" y="162921"/>
                  <a:pt x="386463" y="160395"/>
                  <a:pt x="390252" y="160395"/>
                </a:cubicBezTo>
                <a:moveTo>
                  <a:pt x="351100" y="174287"/>
                </a:moveTo>
                <a:cubicBezTo>
                  <a:pt x="352363" y="175550"/>
                  <a:pt x="352363" y="175550"/>
                  <a:pt x="353626" y="175550"/>
                </a:cubicBezTo>
                <a:cubicBezTo>
                  <a:pt x="353626" y="175550"/>
                  <a:pt x="353626" y="175550"/>
                  <a:pt x="353626" y="174287"/>
                </a:cubicBezTo>
                <a:lnTo>
                  <a:pt x="351100" y="174287"/>
                </a:lnTo>
                <a:moveTo>
                  <a:pt x="347312" y="169235"/>
                </a:moveTo>
                <a:cubicBezTo>
                  <a:pt x="347312" y="169235"/>
                  <a:pt x="347312" y="169235"/>
                  <a:pt x="347312" y="169235"/>
                </a:cubicBezTo>
                <a:cubicBezTo>
                  <a:pt x="348574" y="170498"/>
                  <a:pt x="348574" y="171761"/>
                  <a:pt x="349837" y="173024"/>
                </a:cubicBezTo>
                <a:lnTo>
                  <a:pt x="353626" y="173024"/>
                </a:lnTo>
                <a:cubicBezTo>
                  <a:pt x="353626" y="171761"/>
                  <a:pt x="353626" y="170498"/>
                  <a:pt x="352363" y="169235"/>
                </a:cubicBezTo>
                <a:lnTo>
                  <a:pt x="347312" y="169235"/>
                </a:lnTo>
                <a:close/>
                <a:moveTo>
                  <a:pt x="351100" y="167972"/>
                </a:moveTo>
                <a:cubicBezTo>
                  <a:pt x="349837" y="165447"/>
                  <a:pt x="347312" y="162921"/>
                  <a:pt x="346049" y="162921"/>
                </a:cubicBezTo>
                <a:cubicBezTo>
                  <a:pt x="344786" y="162921"/>
                  <a:pt x="346049" y="165447"/>
                  <a:pt x="347312" y="167972"/>
                </a:cubicBezTo>
                <a:lnTo>
                  <a:pt x="351100" y="167972"/>
                </a:lnTo>
                <a:close/>
                <a:moveTo>
                  <a:pt x="347312" y="176813"/>
                </a:moveTo>
                <a:cubicBezTo>
                  <a:pt x="346049" y="175550"/>
                  <a:pt x="344786" y="174287"/>
                  <a:pt x="344786" y="174287"/>
                </a:cubicBezTo>
                <a:cubicBezTo>
                  <a:pt x="344786" y="174287"/>
                  <a:pt x="344786" y="175550"/>
                  <a:pt x="346049" y="178076"/>
                </a:cubicBezTo>
                <a:cubicBezTo>
                  <a:pt x="347312" y="179339"/>
                  <a:pt x="348574" y="180602"/>
                  <a:pt x="348574" y="180602"/>
                </a:cubicBezTo>
                <a:cubicBezTo>
                  <a:pt x="348574" y="179339"/>
                  <a:pt x="347312" y="178076"/>
                  <a:pt x="347312" y="176813"/>
                </a:cubicBezTo>
                <a:moveTo>
                  <a:pt x="364993" y="189443"/>
                </a:moveTo>
                <a:cubicBezTo>
                  <a:pt x="359941" y="189443"/>
                  <a:pt x="356152" y="200809"/>
                  <a:pt x="342260" y="209650"/>
                </a:cubicBezTo>
                <a:cubicBezTo>
                  <a:pt x="337208" y="213439"/>
                  <a:pt x="334682" y="219753"/>
                  <a:pt x="335945" y="229857"/>
                </a:cubicBezTo>
                <a:cubicBezTo>
                  <a:pt x="337208" y="232383"/>
                  <a:pt x="338471" y="232383"/>
                  <a:pt x="339734" y="229857"/>
                </a:cubicBezTo>
                <a:lnTo>
                  <a:pt x="340997" y="222279"/>
                </a:lnTo>
                <a:cubicBezTo>
                  <a:pt x="340997" y="215965"/>
                  <a:pt x="346049" y="217228"/>
                  <a:pt x="349837" y="212176"/>
                </a:cubicBezTo>
                <a:cubicBezTo>
                  <a:pt x="351100" y="219753"/>
                  <a:pt x="358678" y="208387"/>
                  <a:pt x="363730" y="205861"/>
                </a:cubicBezTo>
                <a:cubicBezTo>
                  <a:pt x="364993" y="204598"/>
                  <a:pt x="364993" y="203335"/>
                  <a:pt x="362467" y="203335"/>
                </a:cubicBezTo>
                <a:lnTo>
                  <a:pt x="357415" y="205861"/>
                </a:lnTo>
                <a:cubicBezTo>
                  <a:pt x="359941" y="202072"/>
                  <a:pt x="362467" y="200809"/>
                  <a:pt x="366256" y="200809"/>
                </a:cubicBezTo>
                <a:cubicBezTo>
                  <a:pt x="373833" y="197020"/>
                  <a:pt x="382674" y="181865"/>
                  <a:pt x="391515" y="169235"/>
                </a:cubicBezTo>
                <a:cubicBezTo>
                  <a:pt x="395304" y="162921"/>
                  <a:pt x="394041" y="161658"/>
                  <a:pt x="387726" y="165447"/>
                </a:cubicBezTo>
                <a:cubicBezTo>
                  <a:pt x="376359" y="173024"/>
                  <a:pt x="368782" y="180602"/>
                  <a:pt x="364993" y="189443"/>
                </a:cubicBezTo>
                <a:moveTo>
                  <a:pt x="373833" y="221016"/>
                </a:moveTo>
                <a:cubicBezTo>
                  <a:pt x="375096" y="219753"/>
                  <a:pt x="376359" y="217228"/>
                  <a:pt x="373833" y="215965"/>
                </a:cubicBezTo>
                <a:lnTo>
                  <a:pt x="376359" y="210913"/>
                </a:lnTo>
                <a:cubicBezTo>
                  <a:pt x="376359" y="205861"/>
                  <a:pt x="375096" y="205861"/>
                  <a:pt x="373833" y="209650"/>
                </a:cubicBezTo>
                <a:lnTo>
                  <a:pt x="370045" y="218490"/>
                </a:lnTo>
                <a:cubicBezTo>
                  <a:pt x="367519" y="222279"/>
                  <a:pt x="366256" y="226068"/>
                  <a:pt x="364993" y="229857"/>
                </a:cubicBezTo>
                <a:lnTo>
                  <a:pt x="362467" y="239961"/>
                </a:lnTo>
                <a:cubicBezTo>
                  <a:pt x="361204" y="246275"/>
                  <a:pt x="362467" y="246275"/>
                  <a:pt x="366256" y="242487"/>
                </a:cubicBezTo>
                <a:cubicBezTo>
                  <a:pt x="368782" y="239961"/>
                  <a:pt x="370045" y="233646"/>
                  <a:pt x="370045" y="226068"/>
                </a:cubicBezTo>
                <a:cubicBezTo>
                  <a:pt x="373833" y="226068"/>
                  <a:pt x="373833" y="223542"/>
                  <a:pt x="373833" y="221016"/>
                </a:cubicBezTo>
                <a:moveTo>
                  <a:pt x="354889" y="242487"/>
                </a:moveTo>
                <a:cubicBezTo>
                  <a:pt x="359941" y="236172"/>
                  <a:pt x="362467" y="229857"/>
                  <a:pt x="363730" y="223542"/>
                </a:cubicBezTo>
                <a:lnTo>
                  <a:pt x="368782" y="215965"/>
                </a:lnTo>
                <a:cubicBezTo>
                  <a:pt x="370045" y="214702"/>
                  <a:pt x="368782" y="212176"/>
                  <a:pt x="367519" y="213439"/>
                </a:cubicBezTo>
                <a:lnTo>
                  <a:pt x="361204" y="219753"/>
                </a:lnTo>
                <a:cubicBezTo>
                  <a:pt x="358678" y="219753"/>
                  <a:pt x="356152" y="222279"/>
                  <a:pt x="354889" y="226068"/>
                </a:cubicBezTo>
                <a:lnTo>
                  <a:pt x="349837" y="237435"/>
                </a:lnTo>
                <a:cubicBezTo>
                  <a:pt x="348574" y="239961"/>
                  <a:pt x="349837" y="241224"/>
                  <a:pt x="351100" y="238698"/>
                </a:cubicBezTo>
                <a:lnTo>
                  <a:pt x="358678" y="228594"/>
                </a:lnTo>
                <a:lnTo>
                  <a:pt x="353626" y="239961"/>
                </a:lnTo>
                <a:cubicBezTo>
                  <a:pt x="351100" y="243750"/>
                  <a:pt x="353626" y="243750"/>
                  <a:pt x="354889" y="242487"/>
                </a:cubicBezTo>
                <a:moveTo>
                  <a:pt x="361204" y="245012"/>
                </a:moveTo>
                <a:cubicBezTo>
                  <a:pt x="362467" y="238698"/>
                  <a:pt x="361204" y="238698"/>
                  <a:pt x="356152" y="245012"/>
                </a:cubicBezTo>
                <a:cubicBezTo>
                  <a:pt x="353626" y="250064"/>
                  <a:pt x="349837" y="252590"/>
                  <a:pt x="344786" y="255116"/>
                </a:cubicBezTo>
                <a:cubicBezTo>
                  <a:pt x="340997" y="257642"/>
                  <a:pt x="342260" y="260168"/>
                  <a:pt x="348574" y="258905"/>
                </a:cubicBezTo>
                <a:cubicBezTo>
                  <a:pt x="356152" y="255116"/>
                  <a:pt x="359941" y="250064"/>
                  <a:pt x="361204" y="245012"/>
                </a:cubicBezTo>
                <a:moveTo>
                  <a:pt x="349837" y="231120"/>
                </a:moveTo>
                <a:cubicBezTo>
                  <a:pt x="352363" y="227331"/>
                  <a:pt x="351100" y="227331"/>
                  <a:pt x="347312" y="229857"/>
                </a:cubicBezTo>
                <a:cubicBezTo>
                  <a:pt x="344786" y="232383"/>
                  <a:pt x="343523" y="236172"/>
                  <a:pt x="340997" y="243750"/>
                </a:cubicBezTo>
                <a:cubicBezTo>
                  <a:pt x="338471" y="250064"/>
                  <a:pt x="346049" y="251327"/>
                  <a:pt x="346049" y="246275"/>
                </a:cubicBezTo>
                <a:cubicBezTo>
                  <a:pt x="346049" y="238698"/>
                  <a:pt x="348574" y="234909"/>
                  <a:pt x="349837" y="231120"/>
                </a:cubicBezTo>
                <a:moveTo>
                  <a:pt x="349837" y="260168"/>
                </a:moveTo>
                <a:cubicBezTo>
                  <a:pt x="340997" y="262694"/>
                  <a:pt x="334682" y="266483"/>
                  <a:pt x="332156" y="271534"/>
                </a:cubicBezTo>
                <a:cubicBezTo>
                  <a:pt x="330893" y="275323"/>
                  <a:pt x="332156" y="276586"/>
                  <a:pt x="334682" y="274060"/>
                </a:cubicBezTo>
                <a:cubicBezTo>
                  <a:pt x="339734" y="269009"/>
                  <a:pt x="343523" y="265220"/>
                  <a:pt x="348574" y="263957"/>
                </a:cubicBezTo>
                <a:cubicBezTo>
                  <a:pt x="352363" y="262694"/>
                  <a:pt x="358678" y="258905"/>
                  <a:pt x="361204" y="256379"/>
                </a:cubicBezTo>
                <a:cubicBezTo>
                  <a:pt x="363730" y="255116"/>
                  <a:pt x="364993" y="253853"/>
                  <a:pt x="367519" y="250064"/>
                </a:cubicBezTo>
                <a:cubicBezTo>
                  <a:pt x="368782" y="246275"/>
                  <a:pt x="370045" y="243750"/>
                  <a:pt x="364993" y="247538"/>
                </a:cubicBezTo>
                <a:cubicBezTo>
                  <a:pt x="361204" y="253853"/>
                  <a:pt x="356152" y="257642"/>
                  <a:pt x="349837" y="260168"/>
                </a:cubicBezTo>
                <a:moveTo>
                  <a:pt x="366256" y="209650"/>
                </a:moveTo>
                <a:cubicBezTo>
                  <a:pt x="372571" y="207124"/>
                  <a:pt x="375096" y="202072"/>
                  <a:pt x="377622" y="195757"/>
                </a:cubicBezTo>
                <a:cubicBezTo>
                  <a:pt x="378885" y="190706"/>
                  <a:pt x="377622" y="189443"/>
                  <a:pt x="375096" y="193231"/>
                </a:cubicBezTo>
                <a:cubicBezTo>
                  <a:pt x="370045" y="199546"/>
                  <a:pt x="366256" y="202072"/>
                  <a:pt x="364993" y="205861"/>
                </a:cubicBezTo>
                <a:cubicBezTo>
                  <a:pt x="359941" y="207124"/>
                  <a:pt x="354889" y="213439"/>
                  <a:pt x="348574" y="217228"/>
                </a:cubicBezTo>
                <a:cubicBezTo>
                  <a:pt x="347312" y="218490"/>
                  <a:pt x="346049" y="219753"/>
                  <a:pt x="346049" y="222279"/>
                </a:cubicBezTo>
                <a:cubicBezTo>
                  <a:pt x="342260" y="224805"/>
                  <a:pt x="340997" y="227331"/>
                  <a:pt x="340997" y="234909"/>
                </a:cubicBezTo>
                <a:cubicBezTo>
                  <a:pt x="340997" y="237435"/>
                  <a:pt x="340997" y="236172"/>
                  <a:pt x="342260" y="234909"/>
                </a:cubicBezTo>
                <a:lnTo>
                  <a:pt x="344786" y="227331"/>
                </a:lnTo>
                <a:cubicBezTo>
                  <a:pt x="347312" y="224805"/>
                  <a:pt x="352363" y="222279"/>
                  <a:pt x="356152" y="217228"/>
                </a:cubicBezTo>
                <a:cubicBezTo>
                  <a:pt x="357415" y="219753"/>
                  <a:pt x="361204" y="217228"/>
                  <a:pt x="366256" y="209650"/>
                </a:cubicBezTo>
                <a:moveTo>
                  <a:pt x="340997" y="219753"/>
                </a:moveTo>
                <a:cubicBezTo>
                  <a:pt x="339734" y="221016"/>
                  <a:pt x="339734" y="222279"/>
                  <a:pt x="340997" y="222279"/>
                </a:cubicBezTo>
                <a:cubicBezTo>
                  <a:pt x="342260" y="222279"/>
                  <a:pt x="343523" y="222279"/>
                  <a:pt x="343523" y="221016"/>
                </a:cubicBezTo>
                <a:cubicBezTo>
                  <a:pt x="344786" y="219753"/>
                  <a:pt x="344786" y="218490"/>
                  <a:pt x="343523" y="218490"/>
                </a:cubicBezTo>
                <a:cubicBezTo>
                  <a:pt x="343523" y="218490"/>
                  <a:pt x="342260" y="218490"/>
                  <a:pt x="340997" y="219753"/>
                </a:cubicBezTo>
                <a:moveTo>
                  <a:pt x="342260" y="175550"/>
                </a:moveTo>
                <a:cubicBezTo>
                  <a:pt x="340997" y="173024"/>
                  <a:pt x="339734" y="171761"/>
                  <a:pt x="338471" y="171761"/>
                </a:cubicBezTo>
                <a:cubicBezTo>
                  <a:pt x="338471" y="171761"/>
                  <a:pt x="338471" y="174287"/>
                  <a:pt x="339734" y="176813"/>
                </a:cubicBezTo>
                <a:cubicBezTo>
                  <a:pt x="340997" y="179339"/>
                  <a:pt x="342260" y="180602"/>
                  <a:pt x="343523" y="180602"/>
                </a:cubicBezTo>
                <a:cubicBezTo>
                  <a:pt x="343523" y="179339"/>
                  <a:pt x="343523" y="178076"/>
                  <a:pt x="342260" y="175550"/>
                </a:cubicBezTo>
                <a:moveTo>
                  <a:pt x="340997" y="150291"/>
                </a:moveTo>
                <a:cubicBezTo>
                  <a:pt x="339734" y="151554"/>
                  <a:pt x="339734" y="152817"/>
                  <a:pt x="339734" y="152817"/>
                </a:cubicBezTo>
                <a:cubicBezTo>
                  <a:pt x="339734" y="152817"/>
                  <a:pt x="340997" y="152817"/>
                  <a:pt x="342260" y="151554"/>
                </a:cubicBezTo>
                <a:cubicBezTo>
                  <a:pt x="343523" y="150291"/>
                  <a:pt x="343523" y="149028"/>
                  <a:pt x="343523" y="149028"/>
                </a:cubicBezTo>
                <a:cubicBezTo>
                  <a:pt x="342260" y="149028"/>
                  <a:pt x="342260" y="149028"/>
                  <a:pt x="340997" y="150291"/>
                </a:cubicBezTo>
                <a:moveTo>
                  <a:pt x="333419" y="298056"/>
                </a:moveTo>
                <a:cubicBezTo>
                  <a:pt x="332156" y="301845"/>
                  <a:pt x="333419" y="303108"/>
                  <a:pt x="334682" y="299319"/>
                </a:cubicBezTo>
                <a:cubicBezTo>
                  <a:pt x="340997" y="290479"/>
                  <a:pt x="346049" y="284164"/>
                  <a:pt x="353626" y="277849"/>
                </a:cubicBezTo>
                <a:cubicBezTo>
                  <a:pt x="359941" y="272797"/>
                  <a:pt x="370045" y="263957"/>
                  <a:pt x="373833" y="251327"/>
                </a:cubicBezTo>
                <a:cubicBezTo>
                  <a:pt x="376359" y="243750"/>
                  <a:pt x="373833" y="242487"/>
                  <a:pt x="371308" y="246275"/>
                </a:cubicBezTo>
                <a:cubicBezTo>
                  <a:pt x="367519" y="256379"/>
                  <a:pt x="362467" y="266483"/>
                  <a:pt x="356152" y="272797"/>
                </a:cubicBezTo>
                <a:cubicBezTo>
                  <a:pt x="347312" y="279112"/>
                  <a:pt x="338471" y="286690"/>
                  <a:pt x="333419" y="298056"/>
                </a:cubicBezTo>
                <a:moveTo>
                  <a:pt x="364993" y="291742"/>
                </a:moveTo>
                <a:cubicBezTo>
                  <a:pt x="364993" y="293005"/>
                  <a:pt x="364993" y="295531"/>
                  <a:pt x="366256" y="295531"/>
                </a:cubicBezTo>
                <a:cubicBezTo>
                  <a:pt x="367519" y="295531"/>
                  <a:pt x="368782" y="294268"/>
                  <a:pt x="368782" y="293005"/>
                </a:cubicBezTo>
                <a:cubicBezTo>
                  <a:pt x="368782" y="290479"/>
                  <a:pt x="368782" y="289216"/>
                  <a:pt x="368782" y="287953"/>
                </a:cubicBezTo>
                <a:cubicBezTo>
                  <a:pt x="366256" y="287953"/>
                  <a:pt x="366256" y="289216"/>
                  <a:pt x="364993" y="291742"/>
                </a:cubicBezTo>
                <a:moveTo>
                  <a:pt x="367519" y="301845"/>
                </a:moveTo>
                <a:cubicBezTo>
                  <a:pt x="375096" y="310686"/>
                  <a:pt x="382674" y="318264"/>
                  <a:pt x="390252" y="328367"/>
                </a:cubicBezTo>
                <a:cubicBezTo>
                  <a:pt x="392778" y="329630"/>
                  <a:pt x="394041" y="329630"/>
                  <a:pt x="395304" y="328367"/>
                </a:cubicBezTo>
                <a:cubicBezTo>
                  <a:pt x="387726" y="318264"/>
                  <a:pt x="377622" y="306897"/>
                  <a:pt x="368782" y="296793"/>
                </a:cubicBezTo>
                <a:cubicBezTo>
                  <a:pt x="368782" y="298056"/>
                  <a:pt x="367519" y="299319"/>
                  <a:pt x="367519" y="300582"/>
                </a:cubicBezTo>
                <a:cubicBezTo>
                  <a:pt x="367519" y="301845"/>
                  <a:pt x="367519" y="301845"/>
                  <a:pt x="367519" y="301845"/>
                </a:cubicBezTo>
                <a:moveTo>
                  <a:pt x="368782" y="295531"/>
                </a:moveTo>
                <a:cubicBezTo>
                  <a:pt x="378885" y="306897"/>
                  <a:pt x="387726" y="317001"/>
                  <a:pt x="399092" y="330893"/>
                </a:cubicBezTo>
                <a:cubicBezTo>
                  <a:pt x="400355" y="332156"/>
                  <a:pt x="401618" y="332156"/>
                  <a:pt x="402881" y="330893"/>
                </a:cubicBezTo>
                <a:cubicBezTo>
                  <a:pt x="401618" y="329630"/>
                  <a:pt x="394041" y="320790"/>
                  <a:pt x="392778" y="319527"/>
                </a:cubicBezTo>
                <a:cubicBezTo>
                  <a:pt x="383937" y="309423"/>
                  <a:pt x="378885" y="303108"/>
                  <a:pt x="368782" y="291742"/>
                </a:cubicBezTo>
                <a:cubicBezTo>
                  <a:pt x="370045" y="291742"/>
                  <a:pt x="370045" y="293005"/>
                  <a:pt x="368782" y="295531"/>
                </a:cubicBezTo>
                <a:moveTo>
                  <a:pt x="396567" y="319527"/>
                </a:moveTo>
                <a:cubicBezTo>
                  <a:pt x="397830" y="320790"/>
                  <a:pt x="404144" y="327104"/>
                  <a:pt x="405407" y="329630"/>
                </a:cubicBezTo>
                <a:cubicBezTo>
                  <a:pt x="406670" y="332156"/>
                  <a:pt x="411722" y="332156"/>
                  <a:pt x="409196" y="330893"/>
                </a:cubicBezTo>
                <a:cubicBezTo>
                  <a:pt x="406670" y="328367"/>
                  <a:pt x="409196" y="330893"/>
                  <a:pt x="406670" y="325841"/>
                </a:cubicBezTo>
                <a:cubicBezTo>
                  <a:pt x="396567" y="314475"/>
                  <a:pt x="381411" y="295531"/>
                  <a:pt x="371308" y="282901"/>
                </a:cubicBezTo>
                <a:cubicBezTo>
                  <a:pt x="371308" y="285427"/>
                  <a:pt x="370045" y="286690"/>
                  <a:pt x="370045" y="287953"/>
                </a:cubicBezTo>
                <a:cubicBezTo>
                  <a:pt x="381411" y="300582"/>
                  <a:pt x="385200" y="305634"/>
                  <a:pt x="396567" y="319527"/>
                </a:cubicBezTo>
                <a:moveTo>
                  <a:pt x="409196" y="325841"/>
                </a:moveTo>
                <a:cubicBezTo>
                  <a:pt x="411722" y="329630"/>
                  <a:pt x="411722" y="329630"/>
                  <a:pt x="414248" y="332156"/>
                </a:cubicBezTo>
                <a:cubicBezTo>
                  <a:pt x="416774" y="332156"/>
                  <a:pt x="418037" y="333419"/>
                  <a:pt x="418037" y="332156"/>
                </a:cubicBezTo>
                <a:cubicBezTo>
                  <a:pt x="415511" y="328367"/>
                  <a:pt x="415511" y="329630"/>
                  <a:pt x="410459" y="322052"/>
                </a:cubicBezTo>
                <a:cubicBezTo>
                  <a:pt x="400355" y="309423"/>
                  <a:pt x="382674" y="287953"/>
                  <a:pt x="373833" y="277849"/>
                </a:cubicBezTo>
                <a:cubicBezTo>
                  <a:pt x="373833" y="279112"/>
                  <a:pt x="373833" y="280375"/>
                  <a:pt x="372571" y="282901"/>
                </a:cubicBezTo>
                <a:cubicBezTo>
                  <a:pt x="383937" y="294268"/>
                  <a:pt x="396567" y="310686"/>
                  <a:pt x="409196" y="325841"/>
                </a:cubicBezTo>
                <a:moveTo>
                  <a:pt x="411722" y="128821"/>
                </a:moveTo>
                <a:cubicBezTo>
                  <a:pt x="386463" y="126295"/>
                  <a:pt x="375096" y="135136"/>
                  <a:pt x="368782" y="142713"/>
                </a:cubicBezTo>
                <a:cubicBezTo>
                  <a:pt x="363730" y="150291"/>
                  <a:pt x="359941" y="157869"/>
                  <a:pt x="359941" y="166710"/>
                </a:cubicBezTo>
                <a:cubicBezTo>
                  <a:pt x="359941" y="167972"/>
                  <a:pt x="363730" y="165447"/>
                  <a:pt x="367519" y="160395"/>
                </a:cubicBezTo>
                <a:lnTo>
                  <a:pt x="364993" y="159132"/>
                </a:lnTo>
                <a:cubicBezTo>
                  <a:pt x="364993" y="157869"/>
                  <a:pt x="366256" y="155343"/>
                  <a:pt x="367519" y="154080"/>
                </a:cubicBezTo>
                <a:cubicBezTo>
                  <a:pt x="367519" y="152817"/>
                  <a:pt x="367519" y="151554"/>
                  <a:pt x="370045" y="150291"/>
                </a:cubicBezTo>
                <a:cubicBezTo>
                  <a:pt x="371308" y="149028"/>
                  <a:pt x="372571" y="147765"/>
                  <a:pt x="372571" y="146502"/>
                </a:cubicBezTo>
                <a:lnTo>
                  <a:pt x="370045" y="146502"/>
                </a:lnTo>
                <a:cubicBezTo>
                  <a:pt x="376359" y="137662"/>
                  <a:pt x="386463" y="136399"/>
                  <a:pt x="396567" y="136399"/>
                </a:cubicBezTo>
                <a:cubicBezTo>
                  <a:pt x="399092" y="136399"/>
                  <a:pt x="401618" y="136399"/>
                  <a:pt x="405407" y="137662"/>
                </a:cubicBezTo>
                <a:cubicBezTo>
                  <a:pt x="406670" y="137662"/>
                  <a:pt x="407933" y="137662"/>
                  <a:pt x="409196" y="136399"/>
                </a:cubicBezTo>
                <a:cubicBezTo>
                  <a:pt x="410459" y="136399"/>
                  <a:pt x="410459" y="135136"/>
                  <a:pt x="409196" y="135136"/>
                </a:cubicBezTo>
                <a:cubicBezTo>
                  <a:pt x="399092" y="133873"/>
                  <a:pt x="390252" y="133873"/>
                  <a:pt x="381411" y="136399"/>
                </a:cubicBezTo>
                <a:cubicBezTo>
                  <a:pt x="387726" y="131347"/>
                  <a:pt x="397830" y="131347"/>
                  <a:pt x="411722" y="132610"/>
                </a:cubicBezTo>
                <a:cubicBezTo>
                  <a:pt x="416774" y="133873"/>
                  <a:pt x="416774" y="130084"/>
                  <a:pt x="411722" y="128821"/>
                </a:cubicBezTo>
                <a:moveTo>
                  <a:pt x="356152" y="133873"/>
                </a:moveTo>
                <a:cubicBezTo>
                  <a:pt x="346049" y="140188"/>
                  <a:pt x="338471" y="146502"/>
                  <a:pt x="338471" y="147765"/>
                </a:cubicBezTo>
                <a:cubicBezTo>
                  <a:pt x="339734" y="149028"/>
                  <a:pt x="343523" y="147765"/>
                  <a:pt x="347312" y="143976"/>
                </a:cubicBezTo>
                <a:cubicBezTo>
                  <a:pt x="348574" y="143976"/>
                  <a:pt x="348574" y="145239"/>
                  <a:pt x="348574" y="147765"/>
                </a:cubicBezTo>
                <a:cubicBezTo>
                  <a:pt x="351100" y="145239"/>
                  <a:pt x="352363" y="141450"/>
                  <a:pt x="353626" y="141450"/>
                </a:cubicBezTo>
                <a:lnTo>
                  <a:pt x="353626" y="145239"/>
                </a:lnTo>
                <a:cubicBezTo>
                  <a:pt x="356152" y="141450"/>
                  <a:pt x="358678" y="135136"/>
                  <a:pt x="362467" y="132610"/>
                </a:cubicBezTo>
                <a:lnTo>
                  <a:pt x="363730" y="133873"/>
                </a:lnTo>
                <a:cubicBezTo>
                  <a:pt x="364993" y="133873"/>
                  <a:pt x="366256" y="131347"/>
                  <a:pt x="368782" y="131347"/>
                </a:cubicBezTo>
                <a:cubicBezTo>
                  <a:pt x="370045" y="131347"/>
                  <a:pt x="371308" y="131347"/>
                  <a:pt x="372571" y="131347"/>
                </a:cubicBezTo>
                <a:cubicBezTo>
                  <a:pt x="375096" y="131347"/>
                  <a:pt x="376359" y="130084"/>
                  <a:pt x="373833" y="127558"/>
                </a:cubicBezTo>
                <a:cubicBezTo>
                  <a:pt x="371308" y="127558"/>
                  <a:pt x="370045" y="127558"/>
                  <a:pt x="368782" y="127558"/>
                </a:cubicBezTo>
                <a:cubicBezTo>
                  <a:pt x="364993" y="128821"/>
                  <a:pt x="361204" y="130084"/>
                  <a:pt x="356152" y="133873"/>
                </a:cubicBezTo>
                <a:moveTo>
                  <a:pt x="337208" y="102299"/>
                </a:moveTo>
                <a:cubicBezTo>
                  <a:pt x="335945" y="99773"/>
                  <a:pt x="330893" y="97247"/>
                  <a:pt x="324578" y="95984"/>
                </a:cubicBezTo>
                <a:cubicBezTo>
                  <a:pt x="320790" y="95984"/>
                  <a:pt x="314475" y="97247"/>
                  <a:pt x="309423" y="98510"/>
                </a:cubicBezTo>
                <a:cubicBezTo>
                  <a:pt x="305634" y="102299"/>
                  <a:pt x="304371" y="107351"/>
                  <a:pt x="305634" y="114929"/>
                </a:cubicBezTo>
                <a:lnTo>
                  <a:pt x="308160" y="114929"/>
                </a:lnTo>
                <a:lnTo>
                  <a:pt x="305634" y="116191"/>
                </a:lnTo>
                <a:lnTo>
                  <a:pt x="309423" y="116191"/>
                </a:lnTo>
                <a:lnTo>
                  <a:pt x="306897" y="118717"/>
                </a:lnTo>
                <a:lnTo>
                  <a:pt x="308160" y="118717"/>
                </a:lnTo>
                <a:lnTo>
                  <a:pt x="306897" y="122506"/>
                </a:lnTo>
                <a:lnTo>
                  <a:pt x="308160" y="123769"/>
                </a:lnTo>
                <a:lnTo>
                  <a:pt x="306897" y="126295"/>
                </a:lnTo>
                <a:lnTo>
                  <a:pt x="309423" y="126295"/>
                </a:lnTo>
                <a:lnTo>
                  <a:pt x="309423" y="128821"/>
                </a:lnTo>
                <a:lnTo>
                  <a:pt x="310686" y="128821"/>
                </a:lnTo>
                <a:lnTo>
                  <a:pt x="310686" y="131347"/>
                </a:lnTo>
                <a:lnTo>
                  <a:pt x="311949" y="132610"/>
                </a:lnTo>
                <a:cubicBezTo>
                  <a:pt x="313212" y="133873"/>
                  <a:pt x="315738" y="136399"/>
                  <a:pt x="317001" y="137662"/>
                </a:cubicBezTo>
                <a:cubicBezTo>
                  <a:pt x="318264" y="138925"/>
                  <a:pt x="320790" y="138925"/>
                  <a:pt x="322052" y="137662"/>
                </a:cubicBezTo>
                <a:cubicBezTo>
                  <a:pt x="325841" y="135136"/>
                  <a:pt x="327104" y="132610"/>
                  <a:pt x="329630" y="128821"/>
                </a:cubicBezTo>
                <a:cubicBezTo>
                  <a:pt x="330893" y="128821"/>
                  <a:pt x="330893" y="126295"/>
                  <a:pt x="330893" y="123769"/>
                </a:cubicBezTo>
                <a:cubicBezTo>
                  <a:pt x="332156" y="122506"/>
                  <a:pt x="333419" y="121243"/>
                  <a:pt x="333419" y="118717"/>
                </a:cubicBezTo>
                <a:lnTo>
                  <a:pt x="334682" y="116191"/>
                </a:lnTo>
                <a:lnTo>
                  <a:pt x="334682" y="112403"/>
                </a:lnTo>
                <a:cubicBezTo>
                  <a:pt x="333419" y="112403"/>
                  <a:pt x="332156" y="113666"/>
                  <a:pt x="329630" y="112403"/>
                </a:cubicBezTo>
                <a:lnTo>
                  <a:pt x="325841" y="111140"/>
                </a:lnTo>
                <a:lnTo>
                  <a:pt x="324578" y="119980"/>
                </a:lnTo>
                <a:cubicBezTo>
                  <a:pt x="324578" y="121243"/>
                  <a:pt x="323315" y="125032"/>
                  <a:pt x="322052" y="123769"/>
                </a:cubicBezTo>
                <a:lnTo>
                  <a:pt x="317001" y="121243"/>
                </a:lnTo>
                <a:cubicBezTo>
                  <a:pt x="315738" y="121243"/>
                  <a:pt x="315738" y="118717"/>
                  <a:pt x="317001" y="118717"/>
                </a:cubicBezTo>
                <a:lnTo>
                  <a:pt x="318264" y="118717"/>
                </a:lnTo>
                <a:lnTo>
                  <a:pt x="318264" y="109877"/>
                </a:lnTo>
                <a:cubicBezTo>
                  <a:pt x="315738" y="111140"/>
                  <a:pt x="311949" y="111140"/>
                  <a:pt x="309423" y="108614"/>
                </a:cubicBezTo>
                <a:cubicBezTo>
                  <a:pt x="308160" y="108614"/>
                  <a:pt x="306897" y="108614"/>
                  <a:pt x="305634" y="108614"/>
                </a:cubicBezTo>
                <a:cubicBezTo>
                  <a:pt x="306897" y="107351"/>
                  <a:pt x="308160" y="104825"/>
                  <a:pt x="309423" y="104825"/>
                </a:cubicBezTo>
                <a:lnTo>
                  <a:pt x="308160" y="102299"/>
                </a:lnTo>
                <a:cubicBezTo>
                  <a:pt x="308160" y="102299"/>
                  <a:pt x="309423" y="102299"/>
                  <a:pt x="310686" y="102299"/>
                </a:cubicBezTo>
                <a:cubicBezTo>
                  <a:pt x="314475" y="102299"/>
                  <a:pt x="317001" y="101036"/>
                  <a:pt x="318264" y="102299"/>
                </a:cubicBezTo>
                <a:cubicBezTo>
                  <a:pt x="319527" y="103562"/>
                  <a:pt x="320790" y="104825"/>
                  <a:pt x="322052" y="104825"/>
                </a:cubicBezTo>
                <a:lnTo>
                  <a:pt x="322052" y="102299"/>
                </a:lnTo>
                <a:cubicBezTo>
                  <a:pt x="324578" y="101036"/>
                  <a:pt x="325841" y="99773"/>
                  <a:pt x="328367" y="101036"/>
                </a:cubicBezTo>
                <a:lnTo>
                  <a:pt x="328367" y="107351"/>
                </a:lnTo>
                <a:lnTo>
                  <a:pt x="338471" y="104825"/>
                </a:lnTo>
                <a:lnTo>
                  <a:pt x="338471" y="102299"/>
                </a:lnTo>
                <a:moveTo>
                  <a:pt x="335945" y="109877"/>
                </a:moveTo>
                <a:cubicBezTo>
                  <a:pt x="335945" y="108614"/>
                  <a:pt x="334682" y="108614"/>
                  <a:pt x="333419" y="108614"/>
                </a:cubicBezTo>
                <a:cubicBezTo>
                  <a:pt x="332156" y="108614"/>
                  <a:pt x="330893" y="109877"/>
                  <a:pt x="330893" y="109877"/>
                </a:cubicBezTo>
                <a:cubicBezTo>
                  <a:pt x="330893" y="111140"/>
                  <a:pt x="332156" y="111140"/>
                  <a:pt x="333419" y="111140"/>
                </a:cubicBezTo>
                <a:cubicBezTo>
                  <a:pt x="334682" y="111140"/>
                  <a:pt x="335945" y="111140"/>
                  <a:pt x="335945" y="109877"/>
                </a:cubicBezTo>
                <a:moveTo>
                  <a:pt x="327104" y="106088"/>
                </a:moveTo>
                <a:cubicBezTo>
                  <a:pt x="327104" y="104825"/>
                  <a:pt x="327104" y="104825"/>
                  <a:pt x="327104" y="103562"/>
                </a:cubicBezTo>
                <a:cubicBezTo>
                  <a:pt x="327104" y="102299"/>
                  <a:pt x="327104" y="103562"/>
                  <a:pt x="324578" y="104825"/>
                </a:cubicBezTo>
                <a:cubicBezTo>
                  <a:pt x="324578" y="106088"/>
                  <a:pt x="324578" y="106088"/>
                  <a:pt x="324578" y="107351"/>
                </a:cubicBezTo>
                <a:lnTo>
                  <a:pt x="327104" y="107351"/>
                </a:lnTo>
                <a:close/>
                <a:moveTo>
                  <a:pt x="324578" y="108614"/>
                </a:moveTo>
                <a:cubicBezTo>
                  <a:pt x="323315" y="113666"/>
                  <a:pt x="323315" y="116191"/>
                  <a:pt x="323315" y="119980"/>
                </a:cubicBezTo>
                <a:cubicBezTo>
                  <a:pt x="324578" y="121243"/>
                  <a:pt x="324578" y="121243"/>
                  <a:pt x="324578" y="119980"/>
                </a:cubicBezTo>
                <a:cubicBezTo>
                  <a:pt x="325841" y="113666"/>
                  <a:pt x="325841" y="111140"/>
                  <a:pt x="325841" y="107351"/>
                </a:cubicBezTo>
                <a:lnTo>
                  <a:pt x="324578" y="107351"/>
                </a:lnTo>
                <a:close/>
                <a:moveTo>
                  <a:pt x="317001" y="107351"/>
                </a:moveTo>
                <a:cubicBezTo>
                  <a:pt x="317001" y="106088"/>
                  <a:pt x="315738" y="106088"/>
                  <a:pt x="314475" y="106088"/>
                </a:cubicBezTo>
                <a:cubicBezTo>
                  <a:pt x="313212" y="106088"/>
                  <a:pt x="311949" y="106088"/>
                  <a:pt x="311949" y="107351"/>
                </a:cubicBezTo>
                <a:cubicBezTo>
                  <a:pt x="311949" y="108614"/>
                  <a:pt x="313212" y="108614"/>
                  <a:pt x="314475" y="108614"/>
                </a:cubicBezTo>
                <a:cubicBezTo>
                  <a:pt x="315738" y="108614"/>
                  <a:pt x="317001" y="107351"/>
                  <a:pt x="317001" y="107351"/>
                </a:cubicBezTo>
                <a:moveTo>
                  <a:pt x="320790" y="119980"/>
                </a:moveTo>
                <a:cubicBezTo>
                  <a:pt x="320790" y="119980"/>
                  <a:pt x="320790" y="119980"/>
                  <a:pt x="320790" y="119980"/>
                </a:cubicBezTo>
                <a:cubicBezTo>
                  <a:pt x="319527" y="118717"/>
                  <a:pt x="319527" y="119980"/>
                  <a:pt x="319527" y="119980"/>
                </a:cubicBezTo>
                <a:cubicBezTo>
                  <a:pt x="319527" y="119980"/>
                  <a:pt x="319527" y="121243"/>
                  <a:pt x="320790" y="119980"/>
                </a:cubicBezTo>
                <a:cubicBezTo>
                  <a:pt x="320790" y="121243"/>
                  <a:pt x="320790" y="119980"/>
                  <a:pt x="320790" y="119980"/>
                </a:cubicBezTo>
                <a:moveTo>
                  <a:pt x="314475" y="256379"/>
                </a:moveTo>
                <a:cubicBezTo>
                  <a:pt x="314475" y="266483"/>
                  <a:pt x="322052" y="261431"/>
                  <a:pt x="320790" y="256379"/>
                </a:cubicBezTo>
                <a:cubicBezTo>
                  <a:pt x="323315" y="252590"/>
                  <a:pt x="323315" y="251327"/>
                  <a:pt x="319527" y="251327"/>
                </a:cubicBezTo>
                <a:lnTo>
                  <a:pt x="308160" y="251327"/>
                </a:lnTo>
                <a:cubicBezTo>
                  <a:pt x="306897" y="251327"/>
                  <a:pt x="306897" y="253853"/>
                  <a:pt x="308160" y="253853"/>
                </a:cubicBezTo>
                <a:cubicBezTo>
                  <a:pt x="311949" y="253853"/>
                  <a:pt x="314475" y="253853"/>
                  <a:pt x="314475" y="256379"/>
                </a:cubicBezTo>
                <a:moveTo>
                  <a:pt x="303108" y="251327"/>
                </a:moveTo>
                <a:cubicBezTo>
                  <a:pt x="303108" y="251327"/>
                  <a:pt x="301845" y="251327"/>
                  <a:pt x="303108" y="251327"/>
                </a:cubicBezTo>
                <a:cubicBezTo>
                  <a:pt x="301845" y="253853"/>
                  <a:pt x="303108" y="253853"/>
                  <a:pt x="303108" y="253853"/>
                </a:cubicBezTo>
                <a:cubicBezTo>
                  <a:pt x="304371" y="253853"/>
                  <a:pt x="304371" y="253853"/>
                  <a:pt x="304371" y="252590"/>
                </a:cubicBezTo>
                <a:cubicBezTo>
                  <a:pt x="304371" y="251327"/>
                  <a:pt x="304371" y="251327"/>
                  <a:pt x="303108" y="251327"/>
                </a:cubicBezTo>
                <a:moveTo>
                  <a:pt x="300582" y="247538"/>
                </a:moveTo>
                <a:cubicBezTo>
                  <a:pt x="301845" y="247538"/>
                  <a:pt x="303108" y="246275"/>
                  <a:pt x="303108" y="246275"/>
                </a:cubicBezTo>
                <a:cubicBezTo>
                  <a:pt x="303108" y="246275"/>
                  <a:pt x="301845" y="245012"/>
                  <a:pt x="300582" y="245012"/>
                </a:cubicBezTo>
                <a:cubicBezTo>
                  <a:pt x="299319" y="245012"/>
                  <a:pt x="298056" y="245012"/>
                  <a:pt x="298056" y="246275"/>
                </a:cubicBezTo>
                <a:cubicBezTo>
                  <a:pt x="298056" y="247538"/>
                  <a:pt x="299319" y="247538"/>
                  <a:pt x="300582" y="247538"/>
                </a:cubicBezTo>
                <a:moveTo>
                  <a:pt x="303108" y="213439"/>
                </a:moveTo>
                <a:cubicBezTo>
                  <a:pt x="304371" y="207124"/>
                  <a:pt x="304371" y="203335"/>
                  <a:pt x="304371" y="198283"/>
                </a:cubicBezTo>
                <a:lnTo>
                  <a:pt x="306897" y="198283"/>
                </a:lnTo>
                <a:cubicBezTo>
                  <a:pt x="306897" y="202072"/>
                  <a:pt x="306897" y="207124"/>
                  <a:pt x="306897" y="210913"/>
                </a:cubicBezTo>
                <a:cubicBezTo>
                  <a:pt x="308160" y="205861"/>
                  <a:pt x="308160" y="200809"/>
                  <a:pt x="308160" y="197020"/>
                </a:cubicBezTo>
                <a:cubicBezTo>
                  <a:pt x="309423" y="197020"/>
                  <a:pt x="309423" y="197020"/>
                  <a:pt x="310686" y="197020"/>
                </a:cubicBezTo>
                <a:cubicBezTo>
                  <a:pt x="310686" y="199546"/>
                  <a:pt x="310686" y="203335"/>
                  <a:pt x="309423" y="205861"/>
                </a:cubicBezTo>
                <a:cubicBezTo>
                  <a:pt x="310686" y="202072"/>
                  <a:pt x="311949" y="199546"/>
                  <a:pt x="311949" y="195757"/>
                </a:cubicBezTo>
                <a:cubicBezTo>
                  <a:pt x="311949" y="195757"/>
                  <a:pt x="313212" y="195757"/>
                  <a:pt x="313212" y="194494"/>
                </a:cubicBezTo>
                <a:cubicBezTo>
                  <a:pt x="313212" y="198283"/>
                  <a:pt x="313212" y="202072"/>
                  <a:pt x="311949" y="205861"/>
                </a:cubicBezTo>
                <a:cubicBezTo>
                  <a:pt x="313212" y="200809"/>
                  <a:pt x="314475" y="197020"/>
                  <a:pt x="314475" y="194494"/>
                </a:cubicBezTo>
                <a:cubicBezTo>
                  <a:pt x="314475" y="194494"/>
                  <a:pt x="315738" y="194494"/>
                  <a:pt x="315738" y="194494"/>
                </a:cubicBezTo>
                <a:cubicBezTo>
                  <a:pt x="315738" y="200809"/>
                  <a:pt x="315738" y="207124"/>
                  <a:pt x="314475" y="213439"/>
                </a:cubicBezTo>
                <a:cubicBezTo>
                  <a:pt x="320790" y="195757"/>
                  <a:pt x="320790" y="188180"/>
                  <a:pt x="314475" y="171761"/>
                </a:cubicBezTo>
                <a:cubicBezTo>
                  <a:pt x="315738" y="176813"/>
                  <a:pt x="315738" y="181865"/>
                  <a:pt x="315738" y="185654"/>
                </a:cubicBezTo>
                <a:cubicBezTo>
                  <a:pt x="315738" y="185654"/>
                  <a:pt x="314475" y="185654"/>
                  <a:pt x="314475" y="185654"/>
                </a:cubicBezTo>
                <a:cubicBezTo>
                  <a:pt x="314475" y="183128"/>
                  <a:pt x="313212" y="180602"/>
                  <a:pt x="311949" y="178076"/>
                </a:cubicBezTo>
                <a:cubicBezTo>
                  <a:pt x="311949" y="180602"/>
                  <a:pt x="313212" y="183128"/>
                  <a:pt x="313212" y="186917"/>
                </a:cubicBezTo>
                <a:cubicBezTo>
                  <a:pt x="311949" y="186917"/>
                  <a:pt x="311949" y="186917"/>
                  <a:pt x="311949" y="186917"/>
                </a:cubicBezTo>
                <a:cubicBezTo>
                  <a:pt x="311949" y="184391"/>
                  <a:pt x="310686" y="181865"/>
                  <a:pt x="309423" y="179339"/>
                </a:cubicBezTo>
                <a:cubicBezTo>
                  <a:pt x="309423" y="181865"/>
                  <a:pt x="310686" y="184391"/>
                  <a:pt x="310686" y="186917"/>
                </a:cubicBezTo>
                <a:cubicBezTo>
                  <a:pt x="309423" y="186917"/>
                  <a:pt x="309423" y="186917"/>
                  <a:pt x="308160" y="186917"/>
                </a:cubicBezTo>
                <a:cubicBezTo>
                  <a:pt x="308160" y="184391"/>
                  <a:pt x="306897" y="180602"/>
                  <a:pt x="305634" y="176813"/>
                </a:cubicBezTo>
                <a:lnTo>
                  <a:pt x="305634" y="186917"/>
                </a:lnTo>
                <a:lnTo>
                  <a:pt x="303108" y="186917"/>
                </a:lnTo>
                <a:cubicBezTo>
                  <a:pt x="301845" y="184391"/>
                  <a:pt x="301845" y="183128"/>
                  <a:pt x="301845" y="179339"/>
                </a:cubicBezTo>
                <a:cubicBezTo>
                  <a:pt x="301845" y="181865"/>
                  <a:pt x="301845" y="184391"/>
                  <a:pt x="301845" y="186917"/>
                </a:cubicBezTo>
                <a:cubicBezTo>
                  <a:pt x="300582" y="186917"/>
                  <a:pt x="299319" y="186917"/>
                  <a:pt x="298056" y="186917"/>
                </a:cubicBezTo>
                <a:cubicBezTo>
                  <a:pt x="298056" y="184391"/>
                  <a:pt x="296793" y="183128"/>
                  <a:pt x="296793" y="180602"/>
                </a:cubicBezTo>
                <a:lnTo>
                  <a:pt x="296793" y="186917"/>
                </a:lnTo>
                <a:cubicBezTo>
                  <a:pt x="295531" y="186917"/>
                  <a:pt x="294268" y="186917"/>
                  <a:pt x="294268" y="186917"/>
                </a:cubicBezTo>
                <a:cubicBezTo>
                  <a:pt x="294268" y="185654"/>
                  <a:pt x="294268" y="183128"/>
                  <a:pt x="293005" y="181865"/>
                </a:cubicBezTo>
                <a:cubicBezTo>
                  <a:pt x="293005" y="183128"/>
                  <a:pt x="293005" y="185654"/>
                  <a:pt x="293005" y="186917"/>
                </a:cubicBezTo>
                <a:cubicBezTo>
                  <a:pt x="291742" y="186917"/>
                  <a:pt x="291742" y="186917"/>
                  <a:pt x="290479" y="186917"/>
                </a:cubicBezTo>
                <a:cubicBezTo>
                  <a:pt x="290479" y="184391"/>
                  <a:pt x="290479" y="183128"/>
                  <a:pt x="290479" y="180602"/>
                </a:cubicBezTo>
                <a:cubicBezTo>
                  <a:pt x="289216" y="183128"/>
                  <a:pt x="289216" y="184391"/>
                  <a:pt x="289216" y="186917"/>
                </a:cubicBezTo>
                <a:cubicBezTo>
                  <a:pt x="289216" y="186917"/>
                  <a:pt x="287953" y="186917"/>
                  <a:pt x="286690" y="186917"/>
                </a:cubicBezTo>
                <a:cubicBezTo>
                  <a:pt x="286690" y="185654"/>
                  <a:pt x="287953" y="185654"/>
                  <a:pt x="287953" y="184391"/>
                </a:cubicBezTo>
                <a:cubicBezTo>
                  <a:pt x="287953" y="185654"/>
                  <a:pt x="286690" y="185654"/>
                  <a:pt x="286690" y="186917"/>
                </a:cubicBezTo>
                <a:cubicBezTo>
                  <a:pt x="285427" y="186917"/>
                  <a:pt x="285427" y="186917"/>
                  <a:pt x="284164" y="185654"/>
                </a:cubicBezTo>
                <a:cubicBezTo>
                  <a:pt x="285427" y="180602"/>
                  <a:pt x="284164" y="176813"/>
                  <a:pt x="282901" y="169235"/>
                </a:cubicBezTo>
                <a:cubicBezTo>
                  <a:pt x="282901" y="175550"/>
                  <a:pt x="282901" y="179339"/>
                  <a:pt x="281638" y="184391"/>
                </a:cubicBezTo>
                <a:cubicBezTo>
                  <a:pt x="280375" y="184391"/>
                  <a:pt x="279112" y="183128"/>
                  <a:pt x="277849" y="183128"/>
                </a:cubicBezTo>
                <a:cubicBezTo>
                  <a:pt x="277849" y="179339"/>
                  <a:pt x="277849" y="176813"/>
                  <a:pt x="276586" y="171761"/>
                </a:cubicBezTo>
                <a:cubicBezTo>
                  <a:pt x="276586" y="183128"/>
                  <a:pt x="276586" y="191969"/>
                  <a:pt x="271534" y="200809"/>
                </a:cubicBezTo>
                <a:cubicBezTo>
                  <a:pt x="274060" y="195757"/>
                  <a:pt x="276586" y="191969"/>
                  <a:pt x="276586" y="188180"/>
                </a:cubicBezTo>
                <a:cubicBezTo>
                  <a:pt x="277849" y="188180"/>
                  <a:pt x="279112" y="189443"/>
                  <a:pt x="279112" y="189443"/>
                </a:cubicBezTo>
                <a:cubicBezTo>
                  <a:pt x="277849" y="191969"/>
                  <a:pt x="277849" y="195757"/>
                  <a:pt x="276586" y="198283"/>
                </a:cubicBezTo>
                <a:cubicBezTo>
                  <a:pt x="277849" y="195757"/>
                  <a:pt x="280375" y="191969"/>
                  <a:pt x="280375" y="190706"/>
                </a:cubicBezTo>
                <a:cubicBezTo>
                  <a:pt x="280375" y="190706"/>
                  <a:pt x="281638" y="190706"/>
                  <a:pt x="281638" y="191969"/>
                </a:cubicBezTo>
                <a:cubicBezTo>
                  <a:pt x="279112" y="198283"/>
                  <a:pt x="280375" y="203335"/>
                  <a:pt x="281638" y="213439"/>
                </a:cubicBezTo>
                <a:cubicBezTo>
                  <a:pt x="281638" y="205861"/>
                  <a:pt x="281638" y="199546"/>
                  <a:pt x="282901" y="193231"/>
                </a:cubicBezTo>
                <a:cubicBezTo>
                  <a:pt x="282901" y="193231"/>
                  <a:pt x="284164" y="194494"/>
                  <a:pt x="285427" y="194494"/>
                </a:cubicBezTo>
                <a:cubicBezTo>
                  <a:pt x="285427" y="199546"/>
                  <a:pt x="285427" y="204598"/>
                  <a:pt x="286690" y="213439"/>
                </a:cubicBezTo>
                <a:cubicBezTo>
                  <a:pt x="286690" y="207124"/>
                  <a:pt x="287953" y="202072"/>
                  <a:pt x="287953" y="195757"/>
                </a:cubicBezTo>
                <a:cubicBezTo>
                  <a:pt x="289216" y="195757"/>
                  <a:pt x="289216" y="195757"/>
                  <a:pt x="290479" y="197020"/>
                </a:cubicBezTo>
                <a:cubicBezTo>
                  <a:pt x="290479" y="202072"/>
                  <a:pt x="290479" y="207124"/>
                  <a:pt x="290479" y="212176"/>
                </a:cubicBezTo>
                <a:cubicBezTo>
                  <a:pt x="291742" y="205861"/>
                  <a:pt x="293005" y="202072"/>
                  <a:pt x="293005" y="197020"/>
                </a:cubicBezTo>
                <a:cubicBezTo>
                  <a:pt x="294268" y="197020"/>
                  <a:pt x="294268" y="197020"/>
                  <a:pt x="295531" y="198283"/>
                </a:cubicBezTo>
                <a:cubicBezTo>
                  <a:pt x="295531" y="203335"/>
                  <a:pt x="295531" y="208387"/>
                  <a:pt x="295531" y="214702"/>
                </a:cubicBezTo>
                <a:cubicBezTo>
                  <a:pt x="296793" y="208387"/>
                  <a:pt x="296793" y="203335"/>
                  <a:pt x="296793" y="198283"/>
                </a:cubicBezTo>
                <a:cubicBezTo>
                  <a:pt x="298056" y="198283"/>
                  <a:pt x="299319" y="198283"/>
                  <a:pt x="299319" y="198283"/>
                </a:cubicBezTo>
                <a:cubicBezTo>
                  <a:pt x="303108" y="203335"/>
                  <a:pt x="303108" y="208387"/>
                  <a:pt x="303108" y="213439"/>
                </a:cubicBezTo>
                <a:moveTo>
                  <a:pt x="295531" y="243750"/>
                </a:moveTo>
                <a:cubicBezTo>
                  <a:pt x="295531" y="241224"/>
                  <a:pt x="295531" y="239961"/>
                  <a:pt x="294268" y="239961"/>
                </a:cubicBezTo>
                <a:cubicBezTo>
                  <a:pt x="294268" y="239961"/>
                  <a:pt x="293005" y="241224"/>
                  <a:pt x="293005" y="243750"/>
                </a:cubicBezTo>
                <a:cubicBezTo>
                  <a:pt x="293005" y="245012"/>
                  <a:pt x="293005" y="247538"/>
                  <a:pt x="294268" y="247538"/>
                </a:cubicBezTo>
                <a:cubicBezTo>
                  <a:pt x="295531" y="247538"/>
                  <a:pt x="295531" y="246275"/>
                  <a:pt x="295531" y="243750"/>
                </a:cubicBezTo>
                <a:moveTo>
                  <a:pt x="293005" y="243750"/>
                </a:moveTo>
                <a:cubicBezTo>
                  <a:pt x="293005" y="242487"/>
                  <a:pt x="293005" y="241224"/>
                  <a:pt x="291742" y="241224"/>
                </a:cubicBezTo>
                <a:cubicBezTo>
                  <a:pt x="291742" y="241224"/>
                  <a:pt x="290479" y="242487"/>
                  <a:pt x="290479" y="243750"/>
                </a:cubicBezTo>
                <a:cubicBezTo>
                  <a:pt x="290479" y="245012"/>
                  <a:pt x="290479" y="246275"/>
                  <a:pt x="291742" y="246275"/>
                </a:cubicBezTo>
                <a:cubicBezTo>
                  <a:pt x="291742" y="246275"/>
                  <a:pt x="293005" y="245012"/>
                  <a:pt x="293005" y="243750"/>
                </a:cubicBezTo>
                <a:moveTo>
                  <a:pt x="271534" y="167972"/>
                </a:moveTo>
                <a:cubicBezTo>
                  <a:pt x="272797" y="176813"/>
                  <a:pt x="271534" y="180602"/>
                  <a:pt x="269009" y="186917"/>
                </a:cubicBezTo>
                <a:cubicBezTo>
                  <a:pt x="274060" y="179339"/>
                  <a:pt x="275323" y="176813"/>
                  <a:pt x="271534" y="167972"/>
                </a:cubicBezTo>
                <a:moveTo>
                  <a:pt x="308160" y="90932"/>
                </a:moveTo>
                <a:cubicBezTo>
                  <a:pt x="306897" y="90932"/>
                  <a:pt x="305634" y="92195"/>
                  <a:pt x="306897" y="92195"/>
                </a:cubicBezTo>
                <a:cubicBezTo>
                  <a:pt x="306897" y="92195"/>
                  <a:pt x="308160" y="92195"/>
                  <a:pt x="309423" y="92195"/>
                </a:cubicBezTo>
                <a:cubicBezTo>
                  <a:pt x="310686" y="90932"/>
                  <a:pt x="311949" y="90932"/>
                  <a:pt x="310686" y="89670"/>
                </a:cubicBezTo>
                <a:cubicBezTo>
                  <a:pt x="310686" y="90932"/>
                  <a:pt x="309423" y="90932"/>
                  <a:pt x="308160" y="90932"/>
                </a:cubicBezTo>
                <a:moveTo>
                  <a:pt x="314475" y="83355"/>
                </a:moveTo>
                <a:cubicBezTo>
                  <a:pt x="313212" y="88407"/>
                  <a:pt x="315738" y="89670"/>
                  <a:pt x="314475" y="94721"/>
                </a:cubicBezTo>
                <a:cubicBezTo>
                  <a:pt x="318264" y="92195"/>
                  <a:pt x="319527" y="94721"/>
                  <a:pt x="322052" y="94721"/>
                </a:cubicBezTo>
                <a:cubicBezTo>
                  <a:pt x="324578" y="94721"/>
                  <a:pt x="325841" y="94721"/>
                  <a:pt x="325841" y="92195"/>
                </a:cubicBezTo>
                <a:cubicBezTo>
                  <a:pt x="327104" y="89670"/>
                  <a:pt x="325841" y="87144"/>
                  <a:pt x="325841" y="84618"/>
                </a:cubicBezTo>
                <a:cubicBezTo>
                  <a:pt x="325841" y="82092"/>
                  <a:pt x="324578" y="80829"/>
                  <a:pt x="322052" y="80829"/>
                </a:cubicBezTo>
                <a:cubicBezTo>
                  <a:pt x="318264" y="80829"/>
                  <a:pt x="315738" y="80829"/>
                  <a:pt x="314475" y="83355"/>
                </a:cubicBezTo>
                <a:moveTo>
                  <a:pt x="327104" y="71988"/>
                </a:moveTo>
                <a:cubicBezTo>
                  <a:pt x="328367" y="74514"/>
                  <a:pt x="327104" y="77040"/>
                  <a:pt x="328367" y="78303"/>
                </a:cubicBezTo>
                <a:cubicBezTo>
                  <a:pt x="329630" y="79566"/>
                  <a:pt x="332156" y="78303"/>
                  <a:pt x="332156" y="75777"/>
                </a:cubicBezTo>
                <a:cubicBezTo>
                  <a:pt x="332156" y="73251"/>
                  <a:pt x="330893" y="71988"/>
                  <a:pt x="329630" y="70725"/>
                </a:cubicBezTo>
                <a:cubicBezTo>
                  <a:pt x="328367" y="69462"/>
                  <a:pt x="325841" y="69462"/>
                  <a:pt x="327104" y="71988"/>
                </a:cubicBezTo>
                <a:moveTo>
                  <a:pt x="330893" y="64410"/>
                </a:moveTo>
                <a:cubicBezTo>
                  <a:pt x="330893" y="64410"/>
                  <a:pt x="332156" y="63148"/>
                  <a:pt x="330893" y="61885"/>
                </a:cubicBezTo>
                <a:cubicBezTo>
                  <a:pt x="330893" y="61885"/>
                  <a:pt x="329630" y="61885"/>
                  <a:pt x="328367" y="61885"/>
                </a:cubicBezTo>
                <a:cubicBezTo>
                  <a:pt x="328367" y="63148"/>
                  <a:pt x="328367" y="63148"/>
                  <a:pt x="328367" y="64410"/>
                </a:cubicBezTo>
                <a:cubicBezTo>
                  <a:pt x="328367" y="65673"/>
                  <a:pt x="329630" y="65673"/>
                  <a:pt x="330893" y="64410"/>
                </a:cubicBezTo>
                <a:moveTo>
                  <a:pt x="325841" y="63148"/>
                </a:moveTo>
                <a:cubicBezTo>
                  <a:pt x="327104" y="63148"/>
                  <a:pt x="328367" y="60622"/>
                  <a:pt x="329630" y="58096"/>
                </a:cubicBezTo>
                <a:cubicBezTo>
                  <a:pt x="329630" y="55570"/>
                  <a:pt x="327104" y="53044"/>
                  <a:pt x="323315" y="51781"/>
                </a:cubicBezTo>
                <a:cubicBezTo>
                  <a:pt x="320790" y="51781"/>
                  <a:pt x="319527" y="51781"/>
                  <a:pt x="317001" y="51781"/>
                </a:cubicBezTo>
                <a:lnTo>
                  <a:pt x="317001" y="53044"/>
                </a:lnTo>
                <a:cubicBezTo>
                  <a:pt x="318264" y="53044"/>
                  <a:pt x="318264" y="53044"/>
                  <a:pt x="319527" y="53044"/>
                </a:cubicBezTo>
                <a:cubicBezTo>
                  <a:pt x="323315" y="55570"/>
                  <a:pt x="324578" y="58096"/>
                  <a:pt x="325841" y="63148"/>
                </a:cubicBezTo>
                <a:moveTo>
                  <a:pt x="324578" y="66936"/>
                </a:moveTo>
                <a:cubicBezTo>
                  <a:pt x="319527" y="68199"/>
                  <a:pt x="317001" y="71988"/>
                  <a:pt x="317001" y="77040"/>
                </a:cubicBezTo>
                <a:cubicBezTo>
                  <a:pt x="317001" y="79566"/>
                  <a:pt x="323315" y="80829"/>
                  <a:pt x="324578" y="77040"/>
                </a:cubicBezTo>
                <a:cubicBezTo>
                  <a:pt x="325841" y="73251"/>
                  <a:pt x="323315" y="70725"/>
                  <a:pt x="324578" y="66936"/>
                </a:cubicBezTo>
                <a:moveTo>
                  <a:pt x="314475" y="75777"/>
                </a:moveTo>
                <a:cubicBezTo>
                  <a:pt x="314475" y="75777"/>
                  <a:pt x="314475" y="74514"/>
                  <a:pt x="314475" y="74514"/>
                </a:cubicBezTo>
                <a:cubicBezTo>
                  <a:pt x="314475" y="74514"/>
                  <a:pt x="313212" y="74514"/>
                  <a:pt x="313212" y="74514"/>
                </a:cubicBezTo>
                <a:cubicBezTo>
                  <a:pt x="313212" y="75777"/>
                  <a:pt x="313212" y="75777"/>
                  <a:pt x="313212" y="77040"/>
                </a:cubicBezTo>
                <a:cubicBezTo>
                  <a:pt x="311949" y="77040"/>
                  <a:pt x="313212" y="75777"/>
                  <a:pt x="314475" y="75777"/>
                </a:cubicBezTo>
                <a:moveTo>
                  <a:pt x="334682" y="87144"/>
                </a:moveTo>
                <a:cubicBezTo>
                  <a:pt x="335945" y="85881"/>
                  <a:pt x="335945" y="84618"/>
                  <a:pt x="333419" y="82092"/>
                </a:cubicBezTo>
                <a:cubicBezTo>
                  <a:pt x="329630" y="80829"/>
                  <a:pt x="328367" y="80829"/>
                  <a:pt x="329630" y="83355"/>
                </a:cubicBezTo>
                <a:cubicBezTo>
                  <a:pt x="330893" y="84618"/>
                  <a:pt x="330893" y="87144"/>
                  <a:pt x="329630" y="88407"/>
                </a:cubicBezTo>
                <a:cubicBezTo>
                  <a:pt x="329630" y="93458"/>
                  <a:pt x="329630" y="92195"/>
                  <a:pt x="330893" y="93458"/>
                </a:cubicBezTo>
                <a:cubicBezTo>
                  <a:pt x="332156" y="94721"/>
                  <a:pt x="333419" y="94721"/>
                  <a:pt x="335945" y="95984"/>
                </a:cubicBezTo>
                <a:cubicBezTo>
                  <a:pt x="337208" y="92195"/>
                  <a:pt x="337208" y="88407"/>
                  <a:pt x="334682" y="87144"/>
                </a:cubicBezTo>
                <a:moveTo>
                  <a:pt x="334682" y="68199"/>
                </a:moveTo>
                <a:cubicBezTo>
                  <a:pt x="335945" y="68199"/>
                  <a:pt x="335945" y="66936"/>
                  <a:pt x="335945" y="65673"/>
                </a:cubicBezTo>
                <a:cubicBezTo>
                  <a:pt x="335945" y="65673"/>
                  <a:pt x="334682" y="65673"/>
                  <a:pt x="333419" y="65673"/>
                </a:cubicBezTo>
                <a:cubicBezTo>
                  <a:pt x="332156" y="65673"/>
                  <a:pt x="332156" y="66936"/>
                  <a:pt x="332156" y="68199"/>
                </a:cubicBezTo>
                <a:cubicBezTo>
                  <a:pt x="332156" y="69462"/>
                  <a:pt x="333419" y="69462"/>
                  <a:pt x="334682" y="68199"/>
                </a:cubicBezTo>
                <a:moveTo>
                  <a:pt x="339734" y="49255"/>
                </a:moveTo>
                <a:cubicBezTo>
                  <a:pt x="337208" y="45466"/>
                  <a:pt x="334682" y="45466"/>
                  <a:pt x="334682" y="50518"/>
                </a:cubicBezTo>
                <a:cubicBezTo>
                  <a:pt x="334682" y="51781"/>
                  <a:pt x="335945" y="54307"/>
                  <a:pt x="334682" y="58096"/>
                </a:cubicBezTo>
                <a:lnTo>
                  <a:pt x="332156" y="63148"/>
                </a:lnTo>
                <a:cubicBezTo>
                  <a:pt x="330893" y="65673"/>
                  <a:pt x="332156" y="65673"/>
                  <a:pt x="333419" y="65673"/>
                </a:cubicBezTo>
                <a:cubicBezTo>
                  <a:pt x="335945" y="64410"/>
                  <a:pt x="337208" y="61885"/>
                  <a:pt x="337208" y="59359"/>
                </a:cubicBezTo>
                <a:cubicBezTo>
                  <a:pt x="338471" y="53044"/>
                  <a:pt x="338471" y="50518"/>
                  <a:pt x="339734" y="49255"/>
                </a:cubicBezTo>
                <a:moveTo>
                  <a:pt x="333419" y="54307"/>
                </a:moveTo>
                <a:cubicBezTo>
                  <a:pt x="333419" y="51781"/>
                  <a:pt x="330893" y="51781"/>
                  <a:pt x="328367" y="51781"/>
                </a:cubicBezTo>
                <a:cubicBezTo>
                  <a:pt x="328367" y="55570"/>
                  <a:pt x="332156" y="54307"/>
                  <a:pt x="330893" y="60622"/>
                </a:cubicBezTo>
                <a:cubicBezTo>
                  <a:pt x="333419" y="58096"/>
                  <a:pt x="333419" y="56833"/>
                  <a:pt x="333419" y="54307"/>
                </a:cubicBezTo>
                <a:moveTo>
                  <a:pt x="317001" y="45466"/>
                </a:moveTo>
                <a:cubicBezTo>
                  <a:pt x="313212" y="45466"/>
                  <a:pt x="310686" y="47992"/>
                  <a:pt x="308160" y="50518"/>
                </a:cubicBezTo>
                <a:cubicBezTo>
                  <a:pt x="306897" y="51781"/>
                  <a:pt x="306897" y="53044"/>
                  <a:pt x="309423" y="51781"/>
                </a:cubicBezTo>
                <a:cubicBezTo>
                  <a:pt x="311949" y="49255"/>
                  <a:pt x="317001" y="51781"/>
                  <a:pt x="318264" y="49255"/>
                </a:cubicBezTo>
                <a:cubicBezTo>
                  <a:pt x="322052" y="47992"/>
                  <a:pt x="325841" y="47992"/>
                  <a:pt x="328367" y="49255"/>
                </a:cubicBezTo>
                <a:cubicBezTo>
                  <a:pt x="333419" y="50518"/>
                  <a:pt x="335945" y="47992"/>
                  <a:pt x="328367" y="45466"/>
                </a:cubicBezTo>
                <a:cubicBezTo>
                  <a:pt x="324578" y="45466"/>
                  <a:pt x="320790" y="45466"/>
                  <a:pt x="317001" y="45466"/>
                </a:cubicBezTo>
                <a:moveTo>
                  <a:pt x="315738" y="53044"/>
                </a:moveTo>
                <a:cubicBezTo>
                  <a:pt x="314475" y="53044"/>
                  <a:pt x="314475" y="53044"/>
                  <a:pt x="313212" y="54307"/>
                </a:cubicBezTo>
                <a:cubicBezTo>
                  <a:pt x="310686" y="54307"/>
                  <a:pt x="311949" y="55570"/>
                  <a:pt x="313212" y="55570"/>
                </a:cubicBezTo>
                <a:cubicBezTo>
                  <a:pt x="314475" y="55570"/>
                  <a:pt x="314475" y="55570"/>
                  <a:pt x="315738" y="55570"/>
                </a:cubicBezTo>
                <a:lnTo>
                  <a:pt x="315738" y="53044"/>
                </a:lnTo>
                <a:moveTo>
                  <a:pt x="271534" y="63148"/>
                </a:moveTo>
                <a:cubicBezTo>
                  <a:pt x="277849" y="65673"/>
                  <a:pt x="285427" y="64410"/>
                  <a:pt x="294268" y="59359"/>
                </a:cubicBezTo>
                <a:cubicBezTo>
                  <a:pt x="300582" y="54307"/>
                  <a:pt x="305634" y="50518"/>
                  <a:pt x="310686" y="45466"/>
                </a:cubicBezTo>
                <a:lnTo>
                  <a:pt x="304371" y="46729"/>
                </a:lnTo>
                <a:cubicBezTo>
                  <a:pt x="301845" y="47992"/>
                  <a:pt x="300582" y="46729"/>
                  <a:pt x="299319" y="46729"/>
                </a:cubicBezTo>
                <a:cubicBezTo>
                  <a:pt x="289216" y="51781"/>
                  <a:pt x="289216" y="53044"/>
                  <a:pt x="294268" y="50518"/>
                </a:cubicBezTo>
                <a:cubicBezTo>
                  <a:pt x="295531" y="50518"/>
                  <a:pt x="296793" y="50518"/>
                  <a:pt x="298056" y="50518"/>
                </a:cubicBezTo>
                <a:cubicBezTo>
                  <a:pt x="290479" y="55570"/>
                  <a:pt x="282901" y="59359"/>
                  <a:pt x="276586" y="59359"/>
                </a:cubicBezTo>
                <a:lnTo>
                  <a:pt x="276586" y="56833"/>
                </a:lnTo>
                <a:cubicBezTo>
                  <a:pt x="271534" y="56833"/>
                  <a:pt x="267746" y="56833"/>
                  <a:pt x="263957" y="54307"/>
                </a:cubicBezTo>
                <a:cubicBezTo>
                  <a:pt x="260168" y="53044"/>
                  <a:pt x="260168" y="54307"/>
                  <a:pt x="261431" y="55570"/>
                </a:cubicBezTo>
                <a:cubicBezTo>
                  <a:pt x="263957" y="59359"/>
                  <a:pt x="267746" y="61885"/>
                  <a:pt x="271534" y="63148"/>
                </a:cubicBezTo>
                <a:moveTo>
                  <a:pt x="304371" y="58096"/>
                </a:moveTo>
                <a:cubicBezTo>
                  <a:pt x="304371" y="58096"/>
                  <a:pt x="304371" y="56833"/>
                  <a:pt x="303108" y="56833"/>
                </a:cubicBezTo>
                <a:cubicBezTo>
                  <a:pt x="303108" y="56833"/>
                  <a:pt x="301845" y="56833"/>
                  <a:pt x="301845" y="58096"/>
                </a:cubicBezTo>
                <a:cubicBezTo>
                  <a:pt x="301845" y="58096"/>
                  <a:pt x="301845" y="59359"/>
                  <a:pt x="303108" y="59359"/>
                </a:cubicBezTo>
                <a:cubicBezTo>
                  <a:pt x="304371" y="58096"/>
                  <a:pt x="304371" y="58096"/>
                  <a:pt x="304371" y="58096"/>
                </a:cubicBezTo>
                <a:moveTo>
                  <a:pt x="281638" y="71988"/>
                </a:moveTo>
                <a:cubicBezTo>
                  <a:pt x="284164" y="69462"/>
                  <a:pt x="287953" y="68199"/>
                  <a:pt x="291742" y="65673"/>
                </a:cubicBezTo>
                <a:cubicBezTo>
                  <a:pt x="294268" y="61885"/>
                  <a:pt x="293005" y="61885"/>
                  <a:pt x="290479" y="63148"/>
                </a:cubicBezTo>
                <a:lnTo>
                  <a:pt x="284164" y="66936"/>
                </a:lnTo>
                <a:cubicBezTo>
                  <a:pt x="277849" y="69462"/>
                  <a:pt x="274060" y="70725"/>
                  <a:pt x="270271" y="70725"/>
                </a:cubicBezTo>
                <a:cubicBezTo>
                  <a:pt x="267746" y="70725"/>
                  <a:pt x="266483" y="73251"/>
                  <a:pt x="269009" y="73251"/>
                </a:cubicBezTo>
                <a:cubicBezTo>
                  <a:pt x="275323" y="75777"/>
                  <a:pt x="279112" y="73251"/>
                  <a:pt x="281638" y="71988"/>
                </a:cubicBezTo>
                <a:moveTo>
                  <a:pt x="296793" y="70725"/>
                </a:moveTo>
                <a:cubicBezTo>
                  <a:pt x="298056" y="70725"/>
                  <a:pt x="298056" y="69462"/>
                  <a:pt x="298056" y="69462"/>
                </a:cubicBezTo>
                <a:cubicBezTo>
                  <a:pt x="298056" y="69462"/>
                  <a:pt x="296793" y="68199"/>
                  <a:pt x="295531" y="69462"/>
                </a:cubicBezTo>
                <a:cubicBezTo>
                  <a:pt x="294268" y="69462"/>
                  <a:pt x="294268" y="70725"/>
                  <a:pt x="294268" y="70725"/>
                </a:cubicBezTo>
                <a:cubicBezTo>
                  <a:pt x="295531" y="70725"/>
                  <a:pt x="295531" y="71988"/>
                  <a:pt x="296793" y="70725"/>
                </a:cubicBezTo>
                <a:moveTo>
                  <a:pt x="304371" y="70725"/>
                </a:moveTo>
                <a:cubicBezTo>
                  <a:pt x="308160" y="69462"/>
                  <a:pt x="313212" y="68199"/>
                  <a:pt x="317001" y="65673"/>
                </a:cubicBezTo>
                <a:cubicBezTo>
                  <a:pt x="318264" y="64410"/>
                  <a:pt x="319527" y="64410"/>
                  <a:pt x="320790" y="63148"/>
                </a:cubicBezTo>
                <a:cubicBezTo>
                  <a:pt x="324578" y="59359"/>
                  <a:pt x="320790" y="55570"/>
                  <a:pt x="318264" y="58096"/>
                </a:cubicBezTo>
                <a:cubicBezTo>
                  <a:pt x="313212" y="58096"/>
                  <a:pt x="308160" y="58096"/>
                  <a:pt x="303108" y="60622"/>
                </a:cubicBezTo>
                <a:cubicBezTo>
                  <a:pt x="296793" y="63148"/>
                  <a:pt x="294268" y="64410"/>
                  <a:pt x="290479" y="68199"/>
                </a:cubicBezTo>
                <a:cubicBezTo>
                  <a:pt x="287953" y="70725"/>
                  <a:pt x="289216" y="71988"/>
                  <a:pt x="291742" y="69462"/>
                </a:cubicBezTo>
                <a:cubicBezTo>
                  <a:pt x="301845" y="64410"/>
                  <a:pt x="310686" y="59359"/>
                  <a:pt x="317001" y="63148"/>
                </a:cubicBezTo>
                <a:cubicBezTo>
                  <a:pt x="313212" y="63148"/>
                  <a:pt x="310686" y="64410"/>
                  <a:pt x="306897" y="65673"/>
                </a:cubicBezTo>
                <a:cubicBezTo>
                  <a:pt x="305634" y="66936"/>
                  <a:pt x="304371" y="66936"/>
                  <a:pt x="303108" y="68199"/>
                </a:cubicBezTo>
                <a:cubicBezTo>
                  <a:pt x="298056" y="71988"/>
                  <a:pt x="298056" y="73251"/>
                  <a:pt x="304371" y="70725"/>
                </a:cubicBezTo>
                <a:moveTo>
                  <a:pt x="313212" y="138925"/>
                </a:moveTo>
                <a:cubicBezTo>
                  <a:pt x="305634" y="131347"/>
                  <a:pt x="301845" y="123769"/>
                  <a:pt x="299319" y="116191"/>
                </a:cubicBezTo>
                <a:cubicBezTo>
                  <a:pt x="299319" y="113666"/>
                  <a:pt x="296793" y="113666"/>
                  <a:pt x="298056" y="116191"/>
                </a:cubicBezTo>
                <a:cubicBezTo>
                  <a:pt x="299319" y="125032"/>
                  <a:pt x="301845" y="133873"/>
                  <a:pt x="310686" y="141450"/>
                </a:cubicBezTo>
                <a:cubicBezTo>
                  <a:pt x="313212" y="143976"/>
                  <a:pt x="317001" y="141450"/>
                  <a:pt x="313212" y="138925"/>
                </a:cubicBezTo>
                <a:moveTo>
                  <a:pt x="298056" y="107351"/>
                </a:moveTo>
                <a:cubicBezTo>
                  <a:pt x="296793" y="108614"/>
                  <a:pt x="299319" y="109877"/>
                  <a:pt x="300582" y="108614"/>
                </a:cubicBezTo>
                <a:cubicBezTo>
                  <a:pt x="303108" y="106088"/>
                  <a:pt x="303108" y="103562"/>
                  <a:pt x="303108" y="98510"/>
                </a:cubicBezTo>
                <a:cubicBezTo>
                  <a:pt x="303108" y="95984"/>
                  <a:pt x="300582" y="95984"/>
                  <a:pt x="300582" y="98510"/>
                </a:cubicBezTo>
                <a:cubicBezTo>
                  <a:pt x="300582" y="102299"/>
                  <a:pt x="299319" y="104825"/>
                  <a:pt x="298056" y="107351"/>
                </a:cubicBezTo>
                <a:moveTo>
                  <a:pt x="269009" y="131347"/>
                </a:moveTo>
                <a:cubicBezTo>
                  <a:pt x="267746" y="131347"/>
                  <a:pt x="267746" y="132610"/>
                  <a:pt x="269009" y="133873"/>
                </a:cubicBezTo>
                <a:cubicBezTo>
                  <a:pt x="270271" y="132610"/>
                  <a:pt x="270271" y="132610"/>
                  <a:pt x="272797" y="136399"/>
                </a:cubicBezTo>
                <a:cubicBezTo>
                  <a:pt x="272797" y="136399"/>
                  <a:pt x="274060" y="136399"/>
                  <a:pt x="274060" y="136399"/>
                </a:cubicBezTo>
                <a:cubicBezTo>
                  <a:pt x="275323" y="135136"/>
                  <a:pt x="277849" y="136399"/>
                  <a:pt x="280375" y="140188"/>
                </a:cubicBezTo>
                <a:cubicBezTo>
                  <a:pt x="281638" y="140188"/>
                  <a:pt x="281638" y="138925"/>
                  <a:pt x="281638" y="136399"/>
                </a:cubicBezTo>
                <a:cubicBezTo>
                  <a:pt x="282901" y="136399"/>
                  <a:pt x="285427" y="137662"/>
                  <a:pt x="287953" y="138925"/>
                </a:cubicBezTo>
                <a:cubicBezTo>
                  <a:pt x="289216" y="138925"/>
                  <a:pt x="289216" y="138925"/>
                  <a:pt x="287953" y="137662"/>
                </a:cubicBezTo>
                <a:cubicBezTo>
                  <a:pt x="281638" y="133873"/>
                  <a:pt x="275323" y="131347"/>
                  <a:pt x="269009" y="131347"/>
                </a:cubicBezTo>
                <a:moveTo>
                  <a:pt x="234909" y="132610"/>
                </a:moveTo>
                <a:cubicBezTo>
                  <a:pt x="233646" y="133873"/>
                  <a:pt x="233646" y="133873"/>
                  <a:pt x="234909" y="133873"/>
                </a:cubicBezTo>
                <a:cubicBezTo>
                  <a:pt x="237435" y="132610"/>
                  <a:pt x="238698" y="131347"/>
                  <a:pt x="241224" y="133873"/>
                </a:cubicBezTo>
                <a:cubicBezTo>
                  <a:pt x="241224" y="130084"/>
                  <a:pt x="242487" y="130084"/>
                  <a:pt x="246275" y="135136"/>
                </a:cubicBezTo>
                <a:cubicBezTo>
                  <a:pt x="245012" y="130084"/>
                  <a:pt x="246275" y="128821"/>
                  <a:pt x="251327" y="136399"/>
                </a:cubicBezTo>
                <a:cubicBezTo>
                  <a:pt x="251327" y="132610"/>
                  <a:pt x="251327" y="131347"/>
                  <a:pt x="255116" y="138925"/>
                </a:cubicBezTo>
                <a:cubicBezTo>
                  <a:pt x="256379" y="140188"/>
                  <a:pt x="256379" y="140188"/>
                  <a:pt x="257642" y="138925"/>
                </a:cubicBezTo>
                <a:cubicBezTo>
                  <a:pt x="256379" y="132610"/>
                  <a:pt x="256379" y="132610"/>
                  <a:pt x="260168" y="138925"/>
                </a:cubicBezTo>
                <a:cubicBezTo>
                  <a:pt x="261431" y="140188"/>
                  <a:pt x="261431" y="140188"/>
                  <a:pt x="261431" y="138925"/>
                </a:cubicBezTo>
                <a:cubicBezTo>
                  <a:pt x="261431" y="133873"/>
                  <a:pt x="262694" y="135136"/>
                  <a:pt x="267746" y="141450"/>
                </a:cubicBezTo>
                <a:cubicBezTo>
                  <a:pt x="269009" y="142713"/>
                  <a:pt x="269009" y="143976"/>
                  <a:pt x="270271" y="142713"/>
                </a:cubicBezTo>
                <a:cubicBezTo>
                  <a:pt x="269009" y="138925"/>
                  <a:pt x="271534" y="138925"/>
                  <a:pt x="275323" y="143976"/>
                </a:cubicBezTo>
                <a:cubicBezTo>
                  <a:pt x="277849" y="143976"/>
                  <a:pt x="282901" y="146502"/>
                  <a:pt x="287953" y="150291"/>
                </a:cubicBezTo>
                <a:cubicBezTo>
                  <a:pt x="287953" y="151554"/>
                  <a:pt x="289216" y="151554"/>
                  <a:pt x="289216" y="151554"/>
                </a:cubicBezTo>
                <a:cubicBezTo>
                  <a:pt x="286690" y="146502"/>
                  <a:pt x="289216" y="147765"/>
                  <a:pt x="294268" y="151554"/>
                </a:cubicBezTo>
                <a:cubicBezTo>
                  <a:pt x="296793" y="150291"/>
                  <a:pt x="298056" y="149028"/>
                  <a:pt x="295531" y="149028"/>
                </a:cubicBezTo>
                <a:cubicBezTo>
                  <a:pt x="285427" y="145239"/>
                  <a:pt x="276586" y="141450"/>
                  <a:pt x="271534" y="137662"/>
                </a:cubicBezTo>
                <a:cubicBezTo>
                  <a:pt x="265220" y="132610"/>
                  <a:pt x="261431" y="133873"/>
                  <a:pt x="253853" y="128821"/>
                </a:cubicBezTo>
                <a:cubicBezTo>
                  <a:pt x="247538" y="127558"/>
                  <a:pt x="241224" y="128821"/>
                  <a:pt x="234909" y="132610"/>
                </a:cubicBezTo>
                <a:moveTo>
                  <a:pt x="221016" y="142713"/>
                </a:moveTo>
                <a:cubicBezTo>
                  <a:pt x="217228" y="143976"/>
                  <a:pt x="217228" y="145239"/>
                  <a:pt x="221016" y="146502"/>
                </a:cubicBezTo>
                <a:cubicBezTo>
                  <a:pt x="222279" y="146502"/>
                  <a:pt x="223542" y="146502"/>
                  <a:pt x="224805" y="146502"/>
                </a:cubicBezTo>
                <a:cubicBezTo>
                  <a:pt x="227331" y="146502"/>
                  <a:pt x="227331" y="146502"/>
                  <a:pt x="228594" y="147765"/>
                </a:cubicBezTo>
                <a:cubicBezTo>
                  <a:pt x="229857" y="150291"/>
                  <a:pt x="232383" y="151554"/>
                  <a:pt x="233646" y="151554"/>
                </a:cubicBezTo>
                <a:cubicBezTo>
                  <a:pt x="234909" y="150291"/>
                  <a:pt x="228594" y="146502"/>
                  <a:pt x="231120" y="146502"/>
                </a:cubicBezTo>
                <a:lnTo>
                  <a:pt x="232383" y="146502"/>
                </a:lnTo>
                <a:cubicBezTo>
                  <a:pt x="237435" y="151554"/>
                  <a:pt x="242487" y="154080"/>
                  <a:pt x="242487" y="152817"/>
                </a:cubicBezTo>
                <a:lnTo>
                  <a:pt x="239961" y="146502"/>
                </a:lnTo>
                <a:cubicBezTo>
                  <a:pt x="238698" y="145239"/>
                  <a:pt x="242487" y="145239"/>
                  <a:pt x="243750" y="146502"/>
                </a:cubicBezTo>
                <a:lnTo>
                  <a:pt x="250064" y="152817"/>
                </a:lnTo>
                <a:cubicBezTo>
                  <a:pt x="251327" y="154080"/>
                  <a:pt x="250064" y="151554"/>
                  <a:pt x="248801" y="147765"/>
                </a:cubicBezTo>
                <a:cubicBezTo>
                  <a:pt x="248801" y="146502"/>
                  <a:pt x="250064" y="146502"/>
                  <a:pt x="251327" y="147765"/>
                </a:cubicBezTo>
                <a:cubicBezTo>
                  <a:pt x="255116" y="151554"/>
                  <a:pt x="260168" y="159132"/>
                  <a:pt x="260168" y="156606"/>
                </a:cubicBezTo>
                <a:lnTo>
                  <a:pt x="260168" y="154080"/>
                </a:lnTo>
                <a:cubicBezTo>
                  <a:pt x="260168" y="152817"/>
                  <a:pt x="261431" y="152817"/>
                  <a:pt x="262694" y="154080"/>
                </a:cubicBezTo>
                <a:cubicBezTo>
                  <a:pt x="265220" y="156606"/>
                  <a:pt x="267746" y="160395"/>
                  <a:pt x="267746" y="159132"/>
                </a:cubicBezTo>
                <a:lnTo>
                  <a:pt x="267746" y="156606"/>
                </a:lnTo>
                <a:cubicBezTo>
                  <a:pt x="267746" y="155343"/>
                  <a:pt x="269009" y="155343"/>
                  <a:pt x="270271" y="156606"/>
                </a:cubicBezTo>
                <a:lnTo>
                  <a:pt x="277849" y="162921"/>
                </a:lnTo>
                <a:cubicBezTo>
                  <a:pt x="279112" y="164184"/>
                  <a:pt x="280375" y="162921"/>
                  <a:pt x="280375" y="162921"/>
                </a:cubicBezTo>
                <a:lnTo>
                  <a:pt x="277849" y="159132"/>
                </a:lnTo>
                <a:cubicBezTo>
                  <a:pt x="276586" y="157869"/>
                  <a:pt x="277849" y="157869"/>
                  <a:pt x="279112" y="159132"/>
                </a:cubicBezTo>
                <a:lnTo>
                  <a:pt x="285427" y="164184"/>
                </a:lnTo>
                <a:cubicBezTo>
                  <a:pt x="286690" y="165447"/>
                  <a:pt x="286690" y="164184"/>
                  <a:pt x="285427" y="161658"/>
                </a:cubicBezTo>
                <a:lnTo>
                  <a:pt x="289216" y="161658"/>
                </a:lnTo>
                <a:cubicBezTo>
                  <a:pt x="289216" y="164184"/>
                  <a:pt x="291742" y="164184"/>
                  <a:pt x="294268" y="165447"/>
                </a:cubicBezTo>
                <a:cubicBezTo>
                  <a:pt x="295531" y="165447"/>
                  <a:pt x="295531" y="165447"/>
                  <a:pt x="296793" y="164184"/>
                </a:cubicBezTo>
                <a:lnTo>
                  <a:pt x="305634" y="161658"/>
                </a:lnTo>
                <a:cubicBezTo>
                  <a:pt x="308160" y="160395"/>
                  <a:pt x="308160" y="159132"/>
                  <a:pt x="305634" y="159132"/>
                </a:cubicBezTo>
                <a:cubicBezTo>
                  <a:pt x="293005" y="162921"/>
                  <a:pt x="280375" y="156606"/>
                  <a:pt x="266483" y="149028"/>
                </a:cubicBezTo>
                <a:cubicBezTo>
                  <a:pt x="248801" y="138925"/>
                  <a:pt x="233646" y="138925"/>
                  <a:pt x="221016" y="142713"/>
                </a:cubicBezTo>
                <a:moveTo>
                  <a:pt x="262694" y="181865"/>
                </a:moveTo>
                <a:cubicBezTo>
                  <a:pt x="265220" y="179339"/>
                  <a:pt x="266483" y="178076"/>
                  <a:pt x="266483" y="174287"/>
                </a:cubicBezTo>
                <a:cubicBezTo>
                  <a:pt x="266483" y="174287"/>
                  <a:pt x="265220" y="175550"/>
                  <a:pt x="265220" y="176813"/>
                </a:cubicBezTo>
                <a:cubicBezTo>
                  <a:pt x="265220" y="176813"/>
                  <a:pt x="265220" y="178076"/>
                  <a:pt x="265220" y="178076"/>
                </a:cubicBezTo>
                <a:lnTo>
                  <a:pt x="265220" y="179339"/>
                </a:lnTo>
                <a:cubicBezTo>
                  <a:pt x="262694" y="179339"/>
                  <a:pt x="262694" y="180602"/>
                  <a:pt x="262694" y="181865"/>
                </a:cubicBezTo>
                <a:moveTo>
                  <a:pt x="265220" y="183128"/>
                </a:moveTo>
                <a:cubicBezTo>
                  <a:pt x="261431" y="184391"/>
                  <a:pt x="260168" y="186917"/>
                  <a:pt x="261431" y="189443"/>
                </a:cubicBezTo>
                <a:cubicBezTo>
                  <a:pt x="265220" y="189443"/>
                  <a:pt x="265220" y="188180"/>
                  <a:pt x="265220" y="183128"/>
                </a:cubicBezTo>
                <a:moveTo>
                  <a:pt x="253853" y="169235"/>
                </a:moveTo>
                <a:cubicBezTo>
                  <a:pt x="253853" y="167972"/>
                  <a:pt x="253853" y="167972"/>
                  <a:pt x="253853" y="166710"/>
                </a:cubicBezTo>
                <a:cubicBezTo>
                  <a:pt x="253853" y="167972"/>
                  <a:pt x="252590" y="167972"/>
                  <a:pt x="253853" y="169235"/>
                </a:cubicBezTo>
                <a:cubicBezTo>
                  <a:pt x="252590" y="167972"/>
                  <a:pt x="251327" y="166710"/>
                  <a:pt x="250064" y="166710"/>
                </a:cubicBezTo>
                <a:cubicBezTo>
                  <a:pt x="251327" y="165447"/>
                  <a:pt x="251327" y="162921"/>
                  <a:pt x="251327" y="161658"/>
                </a:cubicBezTo>
                <a:cubicBezTo>
                  <a:pt x="246275" y="166710"/>
                  <a:pt x="245012" y="171761"/>
                  <a:pt x="242487" y="176813"/>
                </a:cubicBezTo>
                <a:cubicBezTo>
                  <a:pt x="245012" y="173024"/>
                  <a:pt x="247538" y="170498"/>
                  <a:pt x="248801" y="166710"/>
                </a:cubicBezTo>
                <a:cubicBezTo>
                  <a:pt x="250064" y="166710"/>
                  <a:pt x="250064" y="167972"/>
                  <a:pt x="251327" y="167972"/>
                </a:cubicBezTo>
                <a:cubicBezTo>
                  <a:pt x="250064" y="169235"/>
                  <a:pt x="250064" y="170498"/>
                  <a:pt x="250064" y="173024"/>
                </a:cubicBezTo>
                <a:cubicBezTo>
                  <a:pt x="251327" y="173024"/>
                  <a:pt x="252590" y="171761"/>
                  <a:pt x="253853" y="169235"/>
                </a:cubicBezTo>
                <a:lnTo>
                  <a:pt x="253853" y="169235"/>
                </a:lnTo>
                <a:lnTo>
                  <a:pt x="253853" y="169235"/>
                </a:lnTo>
                <a:lnTo>
                  <a:pt x="253853" y="169235"/>
                </a:lnTo>
                <a:close/>
                <a:moveTo>
                  <a:pt x="248801" y="175550"/>
                </a:moveTo>
                <a:cubicBezTo>
                  <a:pt x="247538" y="176813"/>
                  <a:pt x="247538" y="178076"/>
                  <a:pt x="246275" y="179339"/>
                </a:cubicBezTo>
                <a:cubicBezTo>
                  <a:pt x="248801" y="178076"/>
                  <a:pt x="248801" y="176813"/>
                  <a:pt x="248801" y="175550"/>
                </a:cubicBezTo>
                <a:moveTo>
                  <a:pt x="242487" y="160395"/>
                </a:moveTo>
                <a:cubicBezTo>
                  <a:pt x="243750" y="160395"/>
                  <a:pt x="243750" y="161658"/>
                  <a:pt x="245012" y="161658"/>
                </a:cubicBezTo>
                <a:cubicBezTo>
                  <a:pt x="245012" y="161658"/>
                  <a:pt x="245012" y="162921"/>
                  <a:pt x="243750" y="164184"/>
                </a:cubicBezTo>
                <a:cubicBezTo>
                  <a:pt x="245012" y="162921"/>
                  <a:pt x="246275" y="161658"/>
                  <a:pt x="246275" y="160395"/>
                </a:cubicBezTo>
                <a:cubicBezTo>
                  <a:pt x="246275" y="160395"/>
                  <a:pt x="245012" y="161658"/>
                  <a:pt x="245012" y="161658"/>
                </a:cubicBezTo>
                <a:cubicBezTo>
                  <a:pt x="243750" y="161658"/>
                  <a:pt x="243750" y="161658"/>
                  <a:pt x="242487" y="160395"/>
                </a:cubicBezTo>
                <a:moveTo>
                  <a:pt x="186917" y="107351"/>
                </a:moveTo>
                <a:cubicBezTo>
                  <a:pt x="185654" y="107351"/>
                  <a:pt x="185654" y="108614"/>
                  <a:pt x="185654" y="108614"/>
                </a:cubicBezTo>
                <a:cubicBezTo>
                  <a:pt x="185654" y="109877"/>
                  <a:pt x="185654" y="109877"/>
                  <a:pt x="186917" y="109877"/>
                </a:cubicBezTo>
                <a:cubicBezTo>
                  <a:pt x="186917" y="109877"/>
                  <a:pt x="188180" y="108614"/>
                  <a:pt x="188180" y="108614"/>
                </a:cubicBezTo>
                <a:cubicBezTo>
                  <a:pt x="188180" y="108614"/>
                  <a:pt x="188180" y="107351"/>
                  <a:pt x="186917" y="107351"/>
                </a:cubicBezTo>
                <a:moveTo>
                  <a:pt x="166710" y="94721"/>
                </a:moveTo>
                <a:cubicBezTo>
                  <a:pt x="166710" y="99773"/>
                  <a:pt x="166710" y="98510"/>
                  <a:pt x="169235" y="95984"/>
                </a:cubicBezTo>
                <a:cubicBezTo>
                  <a:pt x="170498" y="92195"/>
                  <a:pt x="174287" y="90932"/>
                  <a:pt x="179339" y="92195"/>
                </a:cubicBezTo>
                <a:cubicBezTo>
                  <a:pt x="181865" y="92195"/>
                  <a:pt x="181865" y="90932"/>
                  <a:pt x="179339" y="89670"/>
                </a:cubicBezTo>
                <a:lnTo>
                  <a:pt x="173024" y="88407"/>
                </a:lnTo>
                <a:cubicBezTo>
                  <a:pt x="169235" y="88407"/>
                  <a:pt x="166710" y="90932"/>
                  <a:pt x="166710" y="94721"/>
                </a:cubicBezTo>
                <a:moveTo>
                  <a:pt x="162921" y="90932"/>
                </a:moveTo>
                <a:cubicBezTo>
                  <a:pt x="165447" y="90932"/>
                  <a:pt x="166710" y="89670"/>
                  <a:pt x="166710" y="87144"/>
                </a:cubicBezTo>
                <a:cubicBezTo>
                  <a:pt x="156606" y="74514"/>
                  <a:pt x="149028" y="64410"/>
                  <a:pt x="140188" y="53044"/>
                </a:cubicBezTo>
                <a:cubicBezTo>
                  <a:pt x="138925" y="51781"/>
                  <a:pt x="137662" y="51781"/>
                  <a:pt x="138925" y="54307"/>
                </a:cubicBezTo>
                <a:cubicBezTo>
                  <a:pt x="145239" y="65673"/>
                  <a:pt x="152817" y="77040"/>
                  <a:pt x="162921" y="90932"/>
                </a:cubicBezTo>
                <a:moveTo>
                  <a:pt x="178076" y="114929"/>
                </a:moveTo>
                <a:cubicBezTo>
                  <a:pt x="178076" y="112403"/>
                  <a:pt x="178076" y="111140"/>
                  <a:pt x="180602" y="111140"/>
                </a:cubicBezTo>
                <a:cubicBezTo>
                  <a:pt x="181865" y="111140"/>
                  <a:pt x="183128" y="109877"/>
                  <a:pt x="184391" y="108614"/>
                </a:cubicBezTo>
                <a:cubicBezTo>
                  <a:pt x="184391" y="106088"/>
                  <a:pt x="184391" y="104825"/>
                  <a:pt x="183128" y="104825"/>
                </a:cubicBezTo>
                <a:cubicBezTo>
                  <a:pt x="179339" y="107351"/>
                  <a:pt x="175550" y="108614"/>
                  <a:pt x="173024" y="109877"/>
                </a:cubicBezTo>
                <a:cubicBezTo>
                  <a:pt x="176813" y="107351"/>
                  <a:pt x="179339" y="106088"/>
                  <a:pt x="180602" y="104825"/>
                </a:cubicBezTo>
                <a:cubicBezTo>
                  <a:pt x="181865" y="103562"/>
                  <a:pt x="183128" y="103562"/>
                  <a:pt x="184391" y="104825"/>
                </a:cubicBezTo>
                <a:cubicBezTo>
                  <a:pt x="184391" y="103562"/>
                  <a:pt x="184391" y="102299"/>
                  <a:pt x="181865" y="101036"/>
                </a:cubicBezTo>
                <a:cubicBezTo>
                  <a:pt x="178076" y="101036"/>
                  <a:pt x="173024" y="103562"/>
                  <a:pt x="169235" y="108614"/>
                </a:cubicBezTo>
                <a:cubicBezTo>
                  <a:pt x="171761" y="103562"/>
                  <a:pt x="175550" y="101036"/>
                  <a:pt x="180602" y="101036"/>
                </a:cubicBezTo>
                <a:cubicBezTo>
                  <a:pt x="180602" y="99773"/>
                  <a:pt x="180602" y="98510"/>
                  <a:pt x="179339" y="97247"/>
                </a:cubicBezTo>
                <a:cubicBezTo>
                  <a:pt x="175550" y="97247"/>
                  <a:pt x="173024" y="97247"/>
                  <a:pt x="170498" y="99773"/>
                </a:cubicBezTo>
                <a:lnTo>
                  <a:pt x="165447" y="104825"/>
                </a:lnTo>
                <a:cubicBezTo>
                  <a:pt x="162921" y="107351"/>
                  <a:pt x="164184" y="109877"/>
                  <a:pt x="167972" y="113666"/>
                </a:cubicBezTo>
                <a:lnTo>
                  <a:pt x="173024" y="119980"/>
                </a:lnTo>
                <a:cubicBezTo>
                  <a:pt x="176813" y="119980"/>
                  <a:pt x="178076" y="119980"/>
                  <a:pt x="178076" y="114929"/>
                </a:cubicBezTo>
                <a:moveTo>
                  <a:pt x="183128" y="130084"/>
                </a:moveTo>
                <a:cubicBezTo>
                  <a:pt x="181865" y="122506"/>
                  <a:pt x="185654" y="117454"/>
                  <a:pt x="195757" y="117454"/>
                </a:cubicBezTo>
                <a:cubicBezTo>
                  <a:pt x="199546" y="117454"/>
                  <a:pt x="200809" y="117454"/>
                  <a:pt x="197020" y="114929"/>
                </a:cubicBezTo>
                <a:cubicBezTo>
                  <a:pt x="191969" y="111140"/>
                  <a:pt x="186917" y="111140"/>
                  <a:pt x="181865" y="116191"/>
                </a:cubicBezTo>
                <a:cubicBezTo>
                  <a:pt x="178076" y="121243"/>
                  <a:pt x="176813" y="126295"/>
                  <a:pt x="180602" y="131347"/>
                </a:cubicBezTo>
                <a:cubicBezTo>
                  <a:pt x="183128" y="133873"/>
                  <a:pt x="184391" y="132610"/>
                  <a:pt x="183128" y="130084"/>
                </a:cubicBezTo>
                <a:moveTo>
                  <a:pt x="209650" y="183128"/>
                </a:moveTo>
                <a:cubicBezTo>
                  <a:pt x="210913" y="184391"/>
                  <a:pt x="210913" y="179339"/>
                  <a:pt x="210913" y="170498"/>
                </a:cubicBezTo>
                <a:lnTo>
                  <a:pt x="214702" y="183128"/>
                </a:lnTo>
                <a:lnTo>
                  <a:pt x="214702" y="171761"/>
                </a:lnTo>
                <a:cubicBezTo>
                  <a:pt x="208387" y="159132"/>
                  <a:pt x="199546" y="147765"/>
                  <a:pt x="190706" y="137662"/>
                </a:cubicBezTo>
                <a:lnTo>
                  <a:pt x="190706" y="147765"/>
                </a:lnTo>
                <a:lnTo>
                  <a:pt x="193231" y="142713"/>
                </a:lnTo>
                <a:cubicBezTo>
                  <a:pt x="191969" y="147765"/>
                  <a:pt x="191969" y="152817"/>
                  <a:pt x="193231" y="159132"/>
                </a:cubicBezTo>
                <a:cubicBezTo>
                  <a:pt x="193231" y="150291"/>
                  <a:pt x="194494" y="147765"/>
                  <a:pt x="197020" y="149028"/>
                </a:cubicBezTo>
                <a:cubicBezTo>
                  <a:pt x="195757" y="154080"/>
                  <a:pt x="195757" y="160395"/>
                  <a:pt x="197020" y="165447"/>
                </a:cubicBezTo>
                <a:lnTo>
                  <a:pt x="199546" y="156606"/>
                </a:lnTo>
                <a:cubicBezTo>
                  <a:pt x="199546" y="165447"/>
                  <a:pt x="198283" y="173024"/>
                  <a:pt x="202072" y="175550"/>
                </a:cubicBezTo>
                <a:cubicBezTo>
                  <a:pt x="202072" y="165447"/>
                  <a:pt x="202072" y="159132"/>
                  <a:pt x="203335" y="160395"/>
                </a:cubicBezTo>
                <a:lnTo>
                  <a:pt x="204598" y="171761"/>
                </a:lnTo>
                <a:lnTo>
                  <a:pt x="207124" y="164184"/>
                </a:lnTo>
                <a:lnTo>
                  <a:pt x="209650" y="183128"/>
                </a:lnTo>
                <a:moveTo>
                  <a:pt x="203335" y="193231"/>
                </a:moveTo>
                <a:cubicBezTo>
                  <a:pt x="203335" y="193231"/>
                  <a:pt x="203335" y="191969"/>
                  <a:pt x="203335" y="189443"/>
                </a:cubicBezTo>
                <a:cubicBezTo>
                  <a:pt x="203335" y="186917"/>
                  <a:pt x="202072" y="185654"/>
                  <a:pt x="200809" y="185654"/>
                </a:cubicBezTo>
                <a:cubicBezTo>
                  <a:pt x="200809" y="185654"/>
                  <a:pt x="200809" y="188180"/>
                  <a:pt x="200809" y="189443"/>
                </a:cubicBezTo>
                <a:cubicBezTo>
                  <a:pt x="202072" y="191969"/>
                  <a:pt x="202072" y="194494"/>
                  <a:pt x="203335" y="193231"/>
                </a:cubicBezTo>
                <a:moveTo>
                  <a:pt x="170498" y="183128"/>
                </a:moveTo>
                <a:cubicBezTo>
                  <a:pt x="165447" y="186917"/>
                  <a:pt x="188180" y="178076"/>
                  <a:pt x="191969" y="193231"/>
                </a:cubicBezTo>
                <a:lnTo>
                  <a:pt x="191969" y="184391"/>
                </a:lnTo>
                <a:lnTo>
                  <a:pt x="197020" y="198283"/>
                </a:lnTo>
                <a:cubicBezTo>
                  <a:pt x="198283" y="185654"/>
                  <a:pt x="197020" y="176813"/>
                  <a:pt x="190706" y="176813"/>
                </a:cubicBezTo>
                <a:cubicBezTo>
                  <a:pt x="186917" y="167972"/>
                  <a:pt x="183128" y="169235"/>
                  <a:pt x="180602" y="179339"/>
                </a:cubicBezTo>
                <a:cubicBezTo>
                  <a:pt x="178076" y="174287"/>
                  <a:pt x="174287" y="175550"/>
                  <a:pt x="170498" y="183128"/>
                </a:cubicBezTo>
                <a:moveTo>
                  <a:pt x="152817" y="256379"/>
                </a:moveTo>
                <a:cubicBezTo>
                  <a:pt x="145239" y="258905"/>
                  <a:pt x="138925" y="263957"/>
                  <a:pt x="135136" y="270271"/>
                </a:cubicBezTo>
                <a:lnTo>
                  <a:pt x="141451" y="265220"/>
                </a:lnTo>
                <a:cubicBezTo>
                  <a:pt x="140188" y="269009"/>
                  <a:pt x="138925" y="270271"/>
                  <a:pt x="140188" y="270271"/>
                </a:cubicBezTo>
                <a:lnTo>
                  <a:pt x="146502" y="262694"/>
                </a:lnTo>
                <a:lnTo>
                  <a:pt x="146502" y="266483"/>
                </a:lnTo>
                <a:lnTo>
                  <a:pt x="151554" y="263957"/>
                </a:lnTo>
                <a:cubicBezTo>
                  <a:pt x="152817" y="265220"/>
                  <a:pt x="151554" y="266483"/>
                  <a:pt x="150291" y="270271"/>
                </a:cubicBezTo>
                <a:lnTo>
                  <a:pt x="157869" y="263957"/>
                </a:lnTo>
                <a:cubicBezTo>
                  <a:pt x="159132" y="262694"/>
                  <a:pt x="159132" y="263957"/>
                  <a:pt x="159132" y="265220"/>
                </a:cubicBezTo>
                <a:lnTo>
                  <a:pt x="155343" y="271534"/>
                </a:lnTo>
                <a:cubicBezTo>
                  <a:pt x="159132" y="270271"/>
                  <a:pt x="161658" y="267746"/>
                  <a:pt x="165447" y="265220"/>
                </a:cubicBezTo>
                <a:lnTo>
                  <a:pt x="164184" y="270271"/>
                </a:lnTo>
                <a:cubicBezTo>
                  <a:pt x="165447" y="270271"/>
                  <a:pt x="169235" y="267746"/>
                  <a:pt x="173024" y="265220"/>
                </a:cubicBezTo>
                <a:cubicBezTo>
                  <a:pt x="173024" y="266483"/>
                  <a:pt x="171761" y="269009"/>
                  <a:pt x="169235" y="271534"/>
                </a:cubicBezTo>
                <a:cubicBezTo>
                  <a:pt x="171761" y="271534"/>
                  <a:pt x="174287" y="269009"/>
                  <a:pt x="179339" y="266483"/>
                </a:cubicBezTo>
                <a:lnTo>
                  <a:pt x="176813" y="271534"/>
                </a:lnTo>
                <a:lnTo>
                  <a:pt x="184391" y="266483"/>
                </a:lnTo>
                <a:lnTo>
                  <a:pt x="181865" y="272797"/>
                </a:lnTo>
                <a:lnTo>
                  <a:pt x="191969" y="267746"/>
                </a:lnTo>
                <a:lnTo>
                  <a:pt x="185654" y="274060"/>
                </a:lnTo>
                <a:lnTo>
                  <a:pt x="195757" y="269009"/>
                </a:lnTo>
                <a:lnTo>
                  <a:pt x="191969" y="274060"/>
                </a:lnTo>
                <a:cubicBezTo>
                  <a:pt x="193231" y="274060"/>
                  <a:pt x="198283" y="271534"/>
                  <a:pt x="203335" y="269009"/>
                </a:cubicBezTo>
                <a:cubicBezTo>
                  <a:pt x="202072" y="271534"/>
                  <a:pt x="198283" y="274060"/>
                  <a:pt x="198283" y="275323"/>
                </a:cubicBezTo>
                <a:lnTo>
                  <a:pt x="209650" y="270271"/>
                </a:lnTo>
                <a:cubicBezTo>
                  <a:pt x="205861" y="274060"/>
                  <a:pt x="204598" y="275323"/>
                  <a:pt x="204598" y="277849"/>
                </a:cubicBezTo>
                <a:cubicBezTo>
                  <a:pt x="208387" y="276586"/>
                  <a:pt x="210913" y="272797"/>
                  <a:pt x="214702" y="272797"/>
                </a:cubicBezTo>
                <a:cubicBezTo>
                  <a:pt x="213439" y="275323"/>
                  <a:pt x="208387" y="277849"/>
                  <a:pt x="210913" y="279112"/>
                </a:cubicBezTo>
                <a:cubicBezTo>
                  <a:pt x="212176" y="279112"/>
                  <a:pt x="219753" y="270271"/>
                  <a:pt x="223542" y="270271"/>
                </a:cubicBezTo>
                <a:cubicBezTo>
                  <a:pt x="221016" y="274060"/>
                  <a:pt x="218490" y="277849"/>
                  <a:pt x="219753" y="279112"/>
                </a:cubicBezTo>
                <a:lnTo>
                  <a:pt x="233646" y="267746"/>
                </a:lnTo>
                <a:lnTo>
                  <a:pt x="228594" y="280375"/>
                </a:lnTo>
                <a:cubicBezTo>
                  <a:pt x="233646" y="279112"/>
                  <a:pt x="238698" y="267746"/>
                  <a:pt x="243750" y="265220"/>
                </a:cubicBezTo>
                <a:lnTo>
                  <a:pt x="241224" y="275323"/>
                </a:lnTo>
                <a:cubicBezTo>
                  <a:pt x="248801" y="270271"/>
                  <a:pt x="253853" y="263957"/>
                  <a:pt x="256379" y="256379"/>
                </a:cubicBezTo>
                <a:cubicBezTo>
                  <a:pt x="256379" y="255116"/>
                  <a:pt x="256379" y="253853"/>
                  <a:pt x="255116" y="255116"/>
                </a:cubicBezTo>
                <a:cubicBezTo>
                  <a:pt x="237435" y="263957"/>
                  <a:pt x="219753" y="269009"/>
                  <a:pt x="204598" y="266483"/>
                </a:cubicBezTo>
                <a:cubicBezTo>
                  <a:pt x="204598" y="265220"/>
                  <a:pt x="205861" y="265220"/>
                  <a:pt x="208387" y="265220"/>
                </a:cubicBezTo>
                <a:lnTo>
                  <a:pt x="209650" y="262694"/>
                </a:lnTo>
                <a:lnTo>
                  <a:pt x="215965" y="265220"/>
                </a:lnTo>
                <a:lnTo>
                  <a:pt x="214702" y="257642"/>
                </a:lnTo>
                <a:lnTo>
                  <a:pt x="222279" y="260168"/>
                </a:lnTo>
                <a:lnTo>
                  <a:pt x="221016" y="255116"/>
                </a:lnTo>
                <a:cubicBezTo>
                  <a:pt x="224805" y="252590"/>
                  <a:pt x="226068" y="257642"/>
                  <a:pt x="229857" y="257642"/>
                </a:cubicBezTo>
                <a:lnTo>
                  <a:pt x="229857" y="252590"/>
                </a:lnTo>
                <a:lnTo>
                  <a:pt x="234909" y="255116"/>
                </a:lnTo>
                <a:cubicBezTo>
                  <a:pt x="236172" y="255116"/>
                  <a:pt x="237435" y="255116"/>
                  <a:pt x="238698" y="253853"/>
                </a:cubicBezTo>
                <a:lnTo>
                  <a:pt x="234909" y="248801"/>
                </a:lnTo>
                <a:lnTo>
                  <a:pt x="241224" y="250064"/>
                </a:lnTo>
                <a:cubicBezTo>
                  <a:pt x="253853" y="239961"/>
                  <a:pt x="255116" y="237435"/>
                  <a:pt x="253853" y="236172"/>
                </a:cubicBezTo>
                <a:cubicBezTo>
                  <a:pt x="247538" y="239961"/>
                  <a:pt x="241224" y="243750"/>
                  <a:pt x="234909" y="246275"/>
                </a:cubicBezTo>
                <a:cubicBezTo>
                  <a:pt x="227331" y="250064"/>
                  <a:pt x="221016" y="251327"/>
                  <a:pt x="214702" y="252590"/>
                </a:cubicBezTo>
                <a:cubicBezTo>
                  <a:pt x="208387" y="253853"/>
                  <a:pt x="199546" y="256379"/>
                  <a:pt x="194494" y="257642"/>
                </a:cubicBezTo>
                <a:cubicBezTo>
                  <a:pt x="190706" y="257642"/>
                  <a:pt x="188180" y="257642"/>
                  <a:pt x="188180" y="256379"/>
                </a:cubicBezTo>
                <a:lnTo>
                  <a:pt x="193231" y="255116"/>
                </a:lnTo>
                <a:lnTo>
                  <a:pt x="197020" y="250064"/>
                </a:lnTo>
                <a:lnTo>
                  <a:pt x="199546" y="252590"/>
                </a:lnTo>
                <a:cubicBezTo>
                  <a:pt x="200809" y="252590"/>
                  <a:pt x="202072" y="251327"/>
                  <a:pt x="204598" y="248801"/>
                </a:cubicBezTo>
                <a:lnTo>
                  <a:pt x="205861" y="251327"/>
                </a:lnTo>
                <a:cubicBezTo>
                  <a:pt x="208387" y="248801"/>
                  <a:pt x="210913" y="247538"/>
                  <a:pt x="212176" y="246275"/>
                </a:cubicBezTo>
                <a:cubicBezTo>
                  <a:pt x="213439" y="247538"/>
                  <a:pt x="214702" y="247538"/>
                  <a:pt x="215965" y="245012"/>
                </a:cubicBezTo>
                <a:cubicBezTo>
                  <a:pt x="217228" y="245012"/>
                  <a:pt x="217228" y="246275"/>
                  <a:pt x="218490" y="245012"/>
                </a:cubicBezTo>
                <a:cubicBezTo>
                  <a:pt x="218490" y="242487"/>
                  <a:pt x="219753" y="242487"/>
                  <a:pt x="222279" y="245012"/>
                </a:cubicBezTo>
                <a:cubicBezTo>
                  <a:pt x="224805" y="243750"/>
                  <a:pt x="226068" y="241224"/>
                  <a:pt x="226068" y="239961"/>
                </a:cubicBezTo>
                <a:lnTo>
                  <a:pt x="228594" y="241224"/>
                </a:lnTo>
                <a:lnTo>
                  <a:pt x="229857" y="234909"/>
                </a:lnTo>
                <a:cubicBezTo>
                  <a:pt x="231120" y="233646"/>
                  <a:pt x="231120" y="233646"/>
                  <a:pt x="232383" y="234909"/>
                </a:cubicBezTo>
                <a:lnTo>
                  <a:pt x="232383" y="239961"/>
                </a:lnTo>
                <a:lnTo>
                  <a:pt x="233646" y="239961"/>
                </a:lnTo>
                <a:lnTo>
                  <a:pt x="234909" y="232383"/>
                </a:lnTo>
                <a:cubicBezTo>
                  <a:pt x="236172" y="233646"/>
                  <a:pt x="236172" y="233646"/>
                  <a:pt x="237435" y="231120"/>
                </a:cubicBezTo>
                <a:cubicBezTo>
                  <a:pt x="238698" y="234909"/>
                  <a:pt x="238698" y="236172"/>
                  <a:pt x="239961" y="234909"/>
                </a:cubicBezTo>
                <a:cubicBezTo>
                  <a:pt x="245012" y="231120"/>
                  <a:pt x="247538" y="228594"/>
                  <a:pt x="245012" y="228594"/>
                </a:cubicBezTo>
                <a:cubicBezTo>
                  <a:pt x="239961" y="229857"/>
                  <a:pt x="239961" y="227331"/>
                  <a:pt x="243750" y="223542"/>
                </a:cubicBezTo>
                <a:cubicBezTo>
                  <a:pt x="241224" y="222279"/>
                  <a:pt x="237435" y="224805"/>
                  <a:pt x="233646" y="226068"/>
                </a:cubicBezTo>
                <a:cubicBezTo>
                  <a:pt x="231120" y="227331"/>
                  <a:pt x="232383" y="223542"/>
                  <a:pt x="236172" y="219753"/>
                </a:cubicBezTo>
                <a:cubicBezTo>
                  <a:pt x="234909" y="219753"/>
                  <a:pt x="233646" y="219753"/>
                  <a:pt x="232383" y="219753"/>
                </a:cubicBezTo>
                <a:cubicBezTo>
                  <a:pt x="222279" y="226068"/>
                  <a:pt x="221016" y="226068"/>
                  <a:pt x="227331" y="218490"/>
                </a:cubicBezTo>
                <a:cubicBezTo>
                  <a:pt x="213439" y="224805"/>
                  <a:pt x="212176" y="223542"/>
                  <a:pt x="222279" y="214702"/>
                </a:cubicBezTo>
                <a:cubicBezTo>
                  <a:pt x="221016" y="213439"/>
                  <a:pt x="219753" y="214702"/>
                  <a:pt x="218490" y="215965"/>
                </a:cubicBezTo>
                <a:cubicBezTo>
                  <a:pt x="209650" y="221016"/>
                  <a:pt x="208387" y="222279"/>
                  <a:pt x="213439" y="214702"/>
                </a:cubicBezTo>
                <a:cubicBezTo>
                  <a:pt x="212176" y="214702"/>
                  <a:pt x="210913" y="215965"/>
                  <a:pt x="209650" y="215965"/>
                </a:cubicBezTo>
                <a:cubicBezTo>
                  <a:pt x="200809" y="221016"/>
                  <a:pt x="199546" y="222279"/>
                  <a:pt x="204598" y="215965"/>
                </a:cubicBezTo>
                <a:cubicBezTo>
                  <a:pt x="205861" y="214702"/>
                  <a:pt x="207124" y="213439"/>
                  <a:pt x="207124" y="212176"/>
                </a:cubicBezTo>
                <a:cubicBezTo>
                  <a:pt x="207124" y="210913"/>
                  <a:pt x="203335" y="213439"/>
                  <a:pt x="202072" y="214702"/>
                </a:cubicBezTo>
                <a:cubicBezTo>
                  <a:pt x="197020" y="218490"/>
                  <a:pt x="194494" y="219753"/>
                  <a:pt x="194494" y="219753"/>
                </a:cubicBezTo>
                <a:cubicBezTo>
                  <a:pt x="194494" y="219753"/>
                  <a:pt x="198283" y="214702"/>
                  <a:pt x="195757" y="214702"/>
                </a:cubicBezTo>
                <a:cubicBezTo>
                  <a:pt x="189443" y="219753"/>
                  <a:pt x="185654" y="222279"/>
                  <a:pt x="189443" y="215965"/>
                </a:cubicBezTo>
                <a:cubicBezTo>
                  <a:pt x="188180" y="214702"/>
                  <a:pt x="181865" y="221016"/>
                  <a:pt x="180602" y="221016"/>
                </a:cubicBezTo>
                <a:cubicBezTo>
                  <a:pt x="179339" y="221016"/>
                  <a:pt x="180602" y="218490"/>
                  <a:pt x="184391" y="213439"/>
                </a:cubicBezTo>
                <a:lnTo>
                  <a:pt x="176813" y="217228"/>
                </a:lnTo>
                <a:lnTo>
                  <a:pt x="176813" y="214702"/>
                </a:lnTo>
                <a:lnTo>
                  <a:pt x="169235" y="217228"/>
                </a:lnTo>
                <a:lnTo>
                  <a:pt x="169235" y="214702"/>
                </a:lnTo>
                <a:cubicBezTo>
                  <a:pt x="166710" y="215965"/>
                  <a:pt x="164184" y="218490"/>
                  <a:pt x="162921" y="219753"/>
                </a:cubicBezTo>
                <a:cubicBezTo>
                  <a:pt x="156606" y="218490"/>
                  <a:pt x="151554" y="219753"/>
                  <a:pt x="146502" y="224805"/>
                </a:cubicBezTo>
                <a:cubicBezTo>
                  <a:pt x="143976" y="228594"/>
                  <a:pt x="145239" y="234909"/>
                  <a:pt x="150291" y="243750"/>
                </a:cubicBezTo>
                <a:lnTo>
                  <a:pt x="151554" y="233646"/>
                </a:lnTo>
                <a:lnTo>
                  <a:pt x="154080" y="243750"/>
                </a:lnTo>
                <a:lnTo>
                  <a:pt x="155343" y="233646"/>
                </a:lnTo>
                <a:lnTo>
                  <a:pt x="157869" y="245012"/>
                </a:lnTo>
                <a:lnTo>
                  <a:pt x="159132" y="232383"/>
                </a:lnTo>
                <a:lnTo>
                  <a:pt x="164184" y="246275"/>
                </a:lnTo>
                <a:lnTo>
                  <a:pt x="164184" y="232383"/>
                </a:lnTo>
                <a:lnTo>
                  <a:pt x="167972" y="246275"/>
                </a:lnTo>
                <a:lnTo>
                  <a:pt x="169235" y="232383"/>
                </a:lnTo>
                <a:lnTo>
                  <a:pt x="171761" y="246275"/>
                </a:lnTo>
                <a:lnTo>
                  <a:pt x="173024" y="231120"/>
                </a:lnTo>
                <a:lnTo>
                  <a:pt x="175550" y="246275"/>
                </a:lnTo>
                <a:lnTo>
                  <a:pt x="178076" y="231120"/>
                </a:lnTo>
                <a:lnTo>
                  <a:pt x="179339" y="245012"/>
                </a:lnTo>
                <a:lnTo>
                  <a:pt x="184391" y="231120"/>
                </a:lnTo>
                <a:lnTo>
                  <a:pt x="185654" y="242487"/>
                </a:lnTo>
                <a:lnTo>
                  <a:pt x="188180" y="229857"/>
                </a:lnTo>
                <a:lnTo>
                  <a:pt x="189443" y="241224"/>
                </a:lnTo>
                <a:lnTo>
                  <a:pt x="193231" y="231120"/>
                </a:lnTo>
                <a:lnTo>
                  <a:pt x="194494" y="236172"/>
                </a:lnTo>
                <a:lnTo>
                  <a:pt x="198283" y="231120"/>
                </a:lnTo>
                <a:lnTo>
                  <a:pt x="198283" y="236172"/>
                </a:lnTo>
                <a:lnTo>
                  <a:pt x="208387" y="234909"/>
                </a:lnTo>
                <a:cubicBezTo>
                  <a:pt x="210913" y="234909"/>
                  <a:pt x="212176" y="234909"/>
                  <a:pt x="209650" y="237435"/>
                </a:cubicBezTo>
                <a:cubicBezTo>
                  <a:pt x="204598" y="241224"/>
                  <a:pt x="200809" y="242487"/>
                  <a:pt x="197020" y="245012"/>
                </a:cubicBezTo>
                <a:cubicBezTo>
                  <a:pt x="188180" y="248801"/>
                  <a:pt x="181865" y="250064"/>
                  <a:pt x="171761" y="251327"/>
                </a:cubicBezTo>
                <a:cubicBezTo>
                  <a:pt x="170498" y="252590"/>
                  <a:pt x="162921" y="252590"/>
                  <a:pt x="152817" y="256379"/>
                </a:cubicBezTo>
                <a:moveTo>
                  <a:pt x="267746" y="300582"/>
                </a:moveTo>
                <a:cubicBezTo>
                  <a:pt x="265220" y="300582"/>
                  <a:pt x="261431" y="304371"/>
                  <a:pt x="258905" y="310686"/>
                </a:cubicBezTo>
                <a:lnTo>
                  <a:pt x="262694" y="299319"/>
                </a:lnTo>
                <a:lnTo>
                  <a:pt x="255116" y="309423"/>
                </a:lnTo>
                <a:lnTo>
                  <a:pt x="255116" y="305634"/>
                </a:lnTo>
                <a:cubicBezTo>
                  <a:pt x="253853" y="305634"/>
                  <a:pt x="251327" y="308160"/>
                  <a:pt x="250064" y="309423"/>
                </a:cubicBezTo>
                <a:cubicBezTo>
                  <a:pt x="248801" y="311949"/>
                  <a:pt x="248801" y="313212"/>
                  <a:pt x="252590" y="314475"/>
                </a:cubicBezTo>
                <a:cubicBezTo>
                  <a:pt x="263957" y="318264"/>
                  <a:pt x="276586" y="314475"/>
                  <a:pt x="287953" y="308160"/>
                </a:cubicBezTo>
                <a:lnTo>
                  <a:pt x="303108" y="301845"/>
                </a:lnTo>
                <a:cubicBezTo>
                  <a:pt x="305634" y="298056"/>
                  <a:pt x="305634" y="298056"/>
                  <a:pt x="301845" y="299319"/>
                </a:cubicBezTo>
                <a:lnTo>
                  <a:pt x="294268" y="303108"/>
                </a:lnTo>
                <a:lnTo>
                  <a:pt x="295531" y="296793"/>
                </a:lnTo>
                <a:cubicBezTo>
                  <a:pt x="291742" y="299319"/>
                  <a:pt x="289216" y="303108"/>
                  <a:pt x="287953" y="305634"/>
                </a:cubicBezTo>
                <a:lnTo>
                  <a:pt x="286690" y="303108"/>
                </a:lnTo>
                <a:cubicBezTo>
                  <a:pt x="285427" y="304371"/>
                  <a:pt x="282901" y="306897"/>
                  <a:pt x="282901" y="309423"/>
                </a:cubicBezTo>
                <a:lnTo>
                  <a:pt x="281638" y="305634"/>
                </a:lnTo>
                <a:cubicBezTo>
                  <a:pt x="280375" y="306897"/>
                  <a:pt x="279112" y="308160"/>
                  <a:pt x="277849" y="309423"/>
                </a:cubicBezTo>
                <a:lnTo>
                  <a:pt x="277849" y="305634"/>
                </a:lnTo>
                <a:cubicBezTo>
                  <a:pt x="276586" y="304371"/>
                  <a:pt x="275323" y="306897"/>
                  <a:pt x="272797" y="311949"/>
                </a:cubicBezTo>
                <a:lnTo>
                  <a:pt x="274060" y="306897"/>
                </a:lnTo>
                <a:cubicBezTo>
                  <a:pt x="272797" y="305634"/>
                  <a:pt x="271534" y="308160"/>
                  <a:pt x="270271" y="311949"/>
                </a:cubicBezTo>
                <a:lnTo>
                  <a:pt x="275323" y="298056"/>
                </a:lnTo>
                <a:cubicBezTo>
                  <a:pt x="272797" y="298056"/>
                  <a:pt x="270271" y="303108"/>
                  <a:pt x="266483" y="313212"/>
                </a:cubicBezTo>
                <a:cubicBezTo>
                  <a:pt x="265220" y="313212"/>
                  <a:pt x="263957" y="313212"/>
                  <a:pt x="265220" y="311949"/>
                </a:cubicBezTo>
                <a:lnTo>
                  <a:pt x="267746" y="300582"/>
                </a:lnTo>
                <a:moveTo>
                  <a:pt x="266483" y="293005"/>
                </a:moveTo>
                <a:cubicBezTo>
                  <a:pt x="265220" y="295531"/>
                  <a:pt x="263957" y="298056"/>
                  <a:pt x="263957" y="298056"/>
                </a:cubicBezTo>
                <a:cubicBezTo>
                  <a:pt x="263957" y="298056"/>
                  <a:pt x="265220" y="296793"/>
                  <a:pt x="266483" y="293005"/>
                </a:cubicBezTo>
                <a:cubicBezTo>
                  <a:pt x="270271" y="291742"/>
                  <a:pt x="271534" y="289216"/>
                  <a:pt x="270271" y="289216"/>
                </a:cubicBezTo>
                <a:cubicBezTo>
                  <a:pt x="270271" y="287953"/>
                  <a:pt x="267746" y="290479"/>
                  <a:pt x="266483" y="293005"/>
                </a:cubicBezTo>
                <a:moveTo>
                  <a:pt x="311949" y="327104"/>
                </a:moveTo>
                <a:cubicBezTo>
                  <a:pt x="314475" y="325841"/>
                  <a:pt x="315738" y="323315"/>
                  <a:pt x="317001" y="320790"/>
                </a:cubicBezTo>
                <a:cubicBezTo>
                  <a:pt x="314475" y="322052"/>
                  <a:pt x="311949" y="323315"/>
                  <a:pt x="309423" y="325841"/>
                </a:cubicBezTo>
                <a:lnTo>
                  <a:pt x="308160" y="324578"/>
                </a:lnTo>
                <a:cubicBezTo>
                  <a:pt x="309423" y="323315"/>
                  <a:pt x="309423" y="322052"/>
                  <a:pt x="310686" y="320790"/>
                </a:cubicBezTo>
                <a:cubicBezTo>
                  <a:pt x="309423" y="322052"/>
                  <a:pt x="306897" y="322052"/>
                  <a:pt x="305634" y="323315"/>
                </a:cubicBezTo>
                <a:lnTo>
                  <a:pt x="305634" y="323315"/>
                </a:lnTo>
                <a:cubicBezTo>
                  <a:pt x="301845" y="324578"/>
                  <a:pt x="299319" y="328367"/>
                  <a:pt x="299319" y="330893"/>
                </a:cubicBezTo>
                <a:lnTo>
                  <a:pt x="299319" y="330893"/>
                </a:lnTo>
                <a:cubicBezTo>
                  <a:pt x="298056" y="332156"/>
                  <a:pt x="296793" y="334682"/>
                  <a:pt x="296793" y="337208"/>
                </a:cubicBezTo>
                <a:cubicBezTo>
                  <a:pt x="299319" y="335945"/>
                  <a:pt x="300582" y="333419"/>
                  <a:pt x="301845" y="332156"/>
                </a:cubicBezTo>
                <a:lnTo>
                  <a:pt x="306897" y="333419"/>
                </a:lnTo>
                <a:cubicBezTo>
                  <a:pt x="305634" y="334682"/>
                  <a:pt x="304371" y="337208"/>
                  <a:pt x="304371" y="338471"/>
                </a:cubicBezTo>
                <a:cubicBezTo>
                  <a:pt x="305634" y="337208"/>
                  <a:pt x="308160" y="335945"/>
                  <a:pt x="309423" y="333419"/>
                </a:cubicBezTo>
                <a:lnTo>
                  <a:pt x="311949" y="334682"/>
                </a:lnTo>
                <a:cubicBezTo>
                  <a:pt x="310686" y="335945"/>
                  <a:pt x="309423" y="337208"/>
                  <a:pt x="309423" y="339734"/>
                </a:cubicBezTo>
                <a:cubicBezTo>
                  <a:pt x="310686" y="338471"/>
                  <a:pt x="311949" y="337208"/>
                  <a:pt x="314475" y="335945"/>
                </a:cubicBezTo>
                <a:lnTo>
                  <a:pt x="318264" y="337208"/>
                </a:lnTo>
                <a:cubicBezTo>
                  <a:pt x="317001" y="338471"/>
                  <a:pt x="315738" y="339734"/>
                  <a:pt x="315738" y="340997"/>
                </a:cubicBezTo>
                <a:cubicBezTo>
                  <a:pt x="317001" y="339734"/>
                  <a:pt x="319527" y="338471"/>
                  <a:pt x="320790" y="337208"/>
                </a:cubicBezTo>
                <a:lnTo>
                  <a:pt x="323315" y="338471"/>
                </a:lnTo>
                <a:cubicBezTo>
                  <a:pt x="322052" y="339734"/>
                  <a:pt x="322052" y="340997"/>
                  <a:pt x="320790" y="340997"/>
                </a:cubicBezTo>
                <a:cubicBezTo>
                  <a:pt x="322052" y="340997"/>
                  <a:pt x="323315" y="339734"/>
                  <a:pt x="324578" y="338471"/>
                </a:cubicBezTo>
                <a:lnTo>
                  <a:pt x="327104" y="339734"/>
                </a:lnTo>
                <a:cubicBezTo>
                  <a:pt x="325841" y="339734"/>
                  <a:pt x="325841" y="340997"/>
                  <a:pt x="324578" y="342260"/>
                </a:cubicBezTo>
                <a:cubicBezTo>
                  <a:pt x="325841" y="342260"/>
                  <a:pt x="327104" y="340997"/>
                  <a:pt x="328367" y="339734"/>
                </a:cubicBezTo>
                <a:lnTo>
                  <a:pt x="330893" y="339734"/>
                </a:lnTo>
                <a:cubicBezTo>
                  <a:pt x="330893" y="339734"/>
                  <a:pt x="330893" y="339734"/>
                  <a:pt x="330893" y="340997"/>
                </a:cubicBezTo>
                <a:cubicBezTo>
                  <a:pt x="330893" y="340997"/>
                  <a:pt x="330893" y="340997"/>
                  <a:pt x="332156" y="340997"/>
                </a:cubicBezTo>
                <a:lnTo>
                  <a:pt x="342260" y="344786"/>
                </a:lnTo>
                <a:lnTo>
                  <a:pt x="343523" y="344786"/>
                </a:lnTo>
                <a:lnTo>
                  <a:pt x="337208" y="340997"/>
                </a:lnTo>
                <a:cubicBezTo>
                  <a:pt x="338471" y="339734"/>
                  <a:pt x="340997" y="339734"/>
                  <a:pt x="342260" y="339734"/>
                </a:cubicBezTo>
                <a:cubicBezTo>
                  <a:pt x="339734" y="339734"/>
                  <a:pt x="337208" y="339734"/>
                  <a:pt x="335945" y="340997"/>
                </a:cubicBezTo>
                <a:lnTo>
                  <a:pt x="332156" y="340997"/>
                </a:lnTo>
                <a:cubicBezTo>
                  <a:pt x="334682" y="339734"/>
                  <a:pt x="335945" y="338471"/>
                  <a:pt x="338471" y="338471"/>
                </a:cubicBezTo>
                <a:cubicBezTo>
                  <a:pt x="335945" y="338471"/>
                  <a:pt x="333419" y="338471"/>
                  <a:pt x="330893" y="339734"/>
                </a:cubicBezTo>
                <a:lnTo>
                  <a:pt x="329630" y="338471"/>
                </a:lnTo>
                <a:cubicBezTo>
                  <a:pt x="332156" y="337208"/>
                  <a:pt x="333419" y="335945"/>
                  <a:pt x="335945" y="335945"/>
                </a:cubicBezTo>
                <a:cubicBezTo>
                  <a:pt x="333419" y="335945"/>
                  <a:pt x="329630" y="335945"/>
                  <a:pt x="327104" y="337208"/>
                </a:cubicBezTo>
                <a:lnTo>
                  <a:pt x="324578" y="335945"/>
                </a:lnTo>
                <a:cubicBezTo>
                  <a:pt x="327104" y="334682"/>
                  <a:pt x="329630" y="333419"/>
                  <a:pt x="330893" y="332156"/>
                </a:cubicBezTo>
                <a:cubicBezTo>
                  <a:pt x="328367" y="332156"/>
                  <a:pt x="324578" y="333419"/>
                  <a:pt x="322052" y="334682"/>
                </a:cubicBezTo>
                <a:lnTo>
                  <a:pt x="319527" y="333419"/>
                </a:lnTo>
                <a:cubicBezTo>
                  <a:pt x="322052" y="332156"/>
                  <a:pt x="324578" y="332156"/>
                  <a:pt x="328367" y="329630"/>
                </a:cubicBezTo>
                <a:cubicBezTo>
                  <a:pt x="325841" y="329630"/>
                  <a:pt x="323315" y="329630"/>
                  <a:pt x="320790" y="330893"/>
                </a:cubicBezTo>
                <a:cubicBezTo>
                  <a:pt x="322052" y="329630"/>
                  <a:pt x="323315" y="328367"/>
                  <a:pt x="324578" y="327104"/>
                </a:cubicBezTo>
                <a:cubicBezTo>
                  <a:pt x="322052" y="328367"/>
                  <a:pt x="318264" y="329630"/>
                  <a:pt x="315738" y="330893"/>
                </a:cubicBezTo>
                <a:lnTo>
                  <a:pt x="315738" y="329630"/>
                </a:lnTo>
                <a:cubicBezTo>
                  <a:pt x="318264" y="327104"/>
                  <a:pt x="320790" y="324578"/>
                  <a:pt x="322052" y="323315"/>
                </a:cubicBezTo>
                <a:cubicBezTo>
                  <a:pt x="319527" y="324578"/>
                  <a:pt x="315738" y="325841"/>
                  <a:pt x="313212" y="328367"/>
                </a:cubicBezTo>
                <a:lnTo>
                  <a:pt x="311949" y="327104"/>
                </a:lnTo>
                <a:close/>
                <a:moveTo>
                  <a:pt x="358678" y="397830"/>
                </a:moveTo>
                <a:cubicBezTo>
                  <a:pt x="358678" y="397830"/>
                  <a:pt x="357415" y="397830"/>
                  <a:pt x="357415" y="399092"/>
                </a:cubicBezTo>
                <a:cubicBezTo>
                  <a:pt x="357415" y="400355"/>
                  <a:pt x="357415" y="400355"/>
                  <a:pt x="358678" y="400355"/>
                </a:cubicBezTo>
                <a:cubicBezTo>
                  <a:pt x="359941" y="400355"/>
                  <a:pt x="359941" y="400355"/>
                  <a:pt x="359941" y="399092"/>
                </a:cubicBezTo>
                <a:cubicBezTo>
                  <a:pt x="359941" y="399092"/>
                  <a:pt x="359941" y="397830"/>
                  <a:pt x="358678" y="397830"/>
                </a:cubicBezTo>
                <a:moveTo>
                  <a:pt x="357415" y="395304"/>
                </a:moveTo>
                <a:cubicBezTo>
                  <a:pt x="358678" y="396567"/>
                  <a:pt x="358678" y="397830"/>
                  <a:pt x="359941" y="396567"/>
                </a:cubicBezTo>
                <a:lnTo>
                  <a:pt x="361204" y="391515"/>
                </a:lnTo>
                <a:cubicBezTo>
                  <a:pt x="361204" y="390252"/>
                  <a:pt x="358678" y="387726"/>
                  <a:pt x="358678" y="390252"/>
                </a:cubicBezTo>
                <a:lnTo>
                  <a:pt x="357415" y="395304"/>
                </a:lnTo>
                <a:moveTo>
                  <a:pt x="347312" y="406670"/>
                </a:moveTo>
                <a:cubicBezTo>
                  <a:pt x="344786" y="407933"/>
                  <a:pt x="344786" y="409196"/>
                  <a:pt x="347312" y="410459"/>
                </a:cubicBezTo>
                <a:lnTo>
                  <a:pt x="348574" y="410459"/>
                </a:lnTo>
                <a:lnTo>
                  <a:pt x="348574" y="410459"/>
                </a:lnTo>
                <a:cubicBezTo>
                  <a:pt x="348574" y="411722"/>
                  <a:pt x="348574" y="412985"/>
                  <a:pt x="349837" y="412985"/>
                </a:cubicBezTo>
                <a:cubicBezTo>
                  <a:pt x="349837" y="412985"/>
                  <a:pt x="351100" y="411722"/>
                  <a:pt x="351100" y="410459"/>
                </a:cubicBezTo>
                <a:lnTo>
                  <a:pt x="351100" y="409196"/>
                </a:lnTo>
                <a:lnTo>
                  <a:pt x="353626" y="409196"/>
                </a:lnTo>
                <a:lnTo>
                  <a:pt x="353626" y="415511"/>
                </a:lnTo>
                <a:cubicBezTo>
                  <a:pt x="352363" y="415511"/>
                  <a:pt x="352363" y="415511"/>
                  <a:pt x="351100" y="415511"/>
                </a:cubicBezTo>
                <a:cubicBezTo>
                  <a:pt x="351100" y="415511"/>
                  <a:pt x="351100" y="414248"/>
                  <a:pt x="349837" y="414248"/>
                </a:cubicBezTo>
                <a:cubicBezTo>
                  <a:pt x="349837" y="414248"/>
                  <a:pt x="348574" y="414248"/>
                  <a:pt x="348574" y="415511"/>
                </a:cubicBezTo>
                <a:cubicBezTo>
                  <a:pt x="348574" y="415511"/>
                  <a:pt x="348574" y="415511"/>
                  <a:pt x="348574" y="415511"/>
                </a:cubicBezTo>
                <a:cubicBezTo>
                  <a:pt x="347312" y="415511"/>
                  <a:pt x="348574" y="415511"/>
                  <a:pt x="349837" y="416774"/>
                </a:cubicBezTo>
                <a:lnTo>
                  <a:pt x="370045" y="411722"/>
                </a:lnTo>
                <a:cubicBezTo>
                  <a:pt x="376359" y="411722"/>
                  <a:pt x="377622" y="406670"/>
                  <a:pt x="376359" y="400355"/>
                </a:cubicBezTo>
                <a:cubicBezTo>
                  <a:pt x="377622" y="397830"/>
                  <a:pt x="376359" y="396567"/>
                  <a:pt x="375096" y="397830"/>
                </a:cubicBezTo>
                <a:lnTo>
                  <a:pt x="370045" y="397830"/>
                </a:lnTo>
                <a:lnTo>
                  <a:pt x="372571" y="396567"/>
                </a:lnTo>
                <a:cubicBezTo>
                  <a:pt x="376359" y="395304"/>
                  <a:pt x="376359" y="394041"/>
                  <a:pt x="372571" y="394041"/>
                </a:cubicBezTo>
                <a:lnTo>
                  <a:pt x="366256" y="391515"/>
                </a:lnTo>
                <a:lnTo>
                  <a:pt x="371308" y="390252"/>
                </a:lnTo>
                <a:cubicBezTo>
                  <a:pt x="372571" y="390252"/>
                  <a:pt x="373833" y="387726"/>
                  <a:pt x="371308" y="387726"/>
                </a:cubicBezTo>
                <a:lnTo>
                  <a:pt x="366256" y="387726"/>
                </a:lnTo>
                <a:lnTo>
                  <a:pt x="370045" y="386463"/>
                </a:lnTo>
                <a:cubicBezTo>
                  <a:pt x="372571" y="383937"/>
                  <a:pt x="371308" y="382674"/>
                  <a:pt x="366256" y="382674"/>
                </a:cubicBezTo>
                <a:cubicBezTo>
                  <a:pt x="367519" y="380148"/>
                  <a:pt x="367519" y="378885"/>
                  <a:pt x="366256" y="378885"/>
                </a:cubicBezTo>
                <a:cubicBezTo>
                  <a:pt x="364993" y="376359"/>
                  <a:pt x="362467" y="375096"/>
                  <a:pt x="363730" y="378885"/>
                </a:cubicBezTo>
                <a:lnTo>
                  <a:pt x="364993" y="399092"/>
                </a:lnTo>
                <a:cubicBezTo>
                  <a:pt x="366256" y="401618"/>
                  <a:pt x="364993" y="402881"/>
                  <a:pt x="362467" y="404144"/>
                </a:cubicBezTo>
                <a:lnTo>
                  <a:pt x="347312" y="406670"/>
                </a:lnTo>
                <a:close/>
                <a:moveTo>
                  <a:pt x="382674" y="420563"/>
                </a:moveTo>
                <a:lnTo>
                  <a:pt x="382674" y="420563"/>
                </a:lnTo>
                <a:lnTo>
                  <a:pt x="385200" y="416774"/>
                </a:lnTo>
                <a:cubicBezTo>
                  <a:pt x="386463" y="412985"/>
                  <a:pt x="382674" y="412985"/>
                  <a:pt x="382674" y="415511"/>
                </a:cubicBezTo>
                <a:lnTo>
                  <a:pt x="382674" y="420563"/>
                </a:lnTo>
                <a:close/>
                <a:moveTo>
                  <a:pt x="383937" y="404144"/>
                </a:moveTo>
                <a:cubicBezTo>
                  <a:pt x="383937" y="404144"/>
                  <a:pt x="383937" y="405407"/>
                  <a:pt x="383937" y="407933"/>
                </a:cubicBezTo>
                <a:cubicBezTo>
                  <a:pt x="383937" y="409196"/>
                  <a:pt x="385200" y="410459"/>
                  <a:pt x="385200" y="410459"/>
                </a:cubicBezTo>
                <a:cubicBezTo>
                  <a:pt x="386463" y="410459"/>
                  <a:pt x="386463" y="409196"/>
                  <a:pt x="385200" y="407933"/>
                </a:cubicBezTo>
                <a:cubicBezTo>
                  <a:pt x="385200" y="405407"/>
                  <a:pt x="385200" y="404144"/>
                  <a:pt x="383937" y="404144"/>
                </a:cubicBezTo>
                <a:moveTo>
                  <a:pt x="383937" y="423089"/>
                </a:moveTo>
                <a:cubicBezTo>
                  <a:pt x="383937" y="423089"/>
                  <a:pt x="382674" y="423089"/>
                  <a:pt x="383937" y="423089"/>
                </a:cubicBezTo>
                <a:cubicBezTo>
                  <a:pt x="382674" y="424351"/>
                  <a:pt x="383937" y="425614"/>
                  <a:pt x="383937" y="425614"/>
                </a:cubicBezTo>
                <a:cubicBezTo>
                  <a:pt x="385200" y="425614"/>
                  <a:pt x="385200" y="424351"/>
                  <a:pt x="383937" y="423089"/>
                </a:cubicBezTo>
                <a:cubicBezTo>
                  <a:pt x="385200" y="423089"/>
                  <a:pt x="385200" y="423089"/>
                  <a:pt x="383937" y="423089"/>
                </a:cubicBezTo>
                <a:moveTo>
                  <a:pt x="382674" y="429403"/>
                </a:moveTo>
                <a:cubicBezTo>
                  <a:pt x="382674" y="428140"/>
                  <a:pt x="382674" y="426877"/>
                  <a:pt x="382674" y="426877"/>
                </a:cubicBezTo>
                <a:cubicBezTo>
                  <a:pt x="382674" y="426877"/>
                  <a:pt x="381411" y="428140"/>
                  <a:pt x="382674" y="429403"/>
                </a:cubicBezTo>
                <a:cubicBezTo>
                  <a:pt x="381411" y="430666"/>
                  <a:pt x="381411" y="431929"/>
                  <a:pt x="382674" y="431929"/>
                </a:cubicBezTo>
                <a:cubicBezTo>
                  <a:pt x="382674" y="431929"/>
                  <a:pt x="382674" y="430666"/>
                  <a:pt x="382674" y="429403"/>
                </a:cubicBezTo>
                <a:moveTo>
                  <a:pt x="381411" y="402881"/>
                </a:moveTo>
                <a:cubicBezTo>
                  <a:pt x="381411" y="400355"/>
                  <a:pt x="381411" y="397830"/>
                  <a:pt x="378885" y="395304"/>
                </a:cubicBezTo>
                <a:cubicBezTo>
                  <a:pt x="377622" y="394041"/>
                  <a:pt x="375096" y="394041"/>
                  <a:pt x="376359" y="396567"/>
                </a:cubicBezTo>
                <a:cubicBezTo>
                  <a:pt x="378885" y="400355"/>
                  <a:pt x="377622" y="402881"/>
                  <a:pt x="378885" y="405407"/>
                </a:cubicBezTo>
                <a:cubicBezTo>
                  <a:pt x="378885" y="407933"/>
                  <a:pt x="381411" y="406670"/>
                  <a:pt x="381411" y="402881"/>
                </a:cubicBezTo>
                <a:moveTo>
                  <a:pt x="377622" y="411722"/>
                </a:moveTo>
                <a:cubicBezTo>
                  <a:pt x="367519" y="415511"/>
                  <a:pt x="357415" y="416774"/>
                  <a:pt x="347312" y="419300"/>
                </a:cubicBezTo>
                <a:cubicBezTo>
                  <a:pt x="343523" y="420563"/>
                  <a:pt x="340997" y="423089"/>
                  <a:pt x="338471" y="426877"/>
                </a:cubicBezTo>
                <a:lnTo>
                  <a:pt x="342260" y="425614"/>
                </a:lnTo>
                <a:lnTo>
                  <a:pt x="342260" y="433192"/>
                </a:lnTo>
                <a:lnTo>
                  <a:pt x="346049" y="423089"/>
                </a:lnTo>
                <a:lnTo>
                  <a:pt x="344786" y="436981"/>
                </a:lnTo>
                <a:cubicBezTo>
                  <a:pt x="347312" y="433192"/>
                  <a:pt x="348574" y="429403"/>
                  <a:pt x="349837" y="423089"/>
                </a:cubicBezTo>
                <a:lnTo>
                  <a:pt x="351100" y="423089"/>
                </a:lnTo>
                <a:lnTo>
                  <a:pt x="351100" y="433192"/>
                </a:lnTo>
                <a:cubicBezTo>
                  <a:pt x="349837" y="438244"/>
                  <a:pt x="348574" y="440770"/>
                  <a:pt x="351100" y="440770"/>
                </a:cubicBezTo>
                <a:lnTo>
                  <a:pt x="356152" y="421826"/>
                </a:lnTo>
                <a:lnTo>
                  <a:pt x="356152" y="421826"/>
                </a:lnTo>
                <a:cubicBezTo>
                  <a:pt x="357415" y="429403"/>
                  <a:pt x="351100" y="436981"/>
                  <a:pt x="354889" y="442033"/>
                </a:cubicBezTo>
                <a:cubicBezTo>
                  <a:pt x="357415" y="436981"/>
                  <a:pt x="358678" y="429403"/>
                  <a:pt x="359941" y="421826"/>
                </a:cubicBezTo>
                <a:lnTo>
                  <a:pt x="361204" y="421826"/>
                </a:lnTo>
                <a:cubicBezTo>
                  <a:pt x="361204" y="426877"/>
                  <a:pt x="361204" y="434455"/>
                  <a:pt x="358678" y="443296"/>
                </a:cubicBezTo>
                <a:cubicBezTo>
                  <a:pt x="361204" y="440770"/>
                  <a:pt x="363730" y="434455"/>
                  <a:pt x="366256" y="420563"/>
                </a:cubicBezTo>
                <a:cubicBezTo>
                  <a:pt x="367519" y="419300"/>
                  <a:pt x="367519" y="420563"/>
                  <a:pt x="367519" y="421826"/>
                </a:cubicBezTo>
                <a:lnTo>
                  <a:pt x="366256" y="434455"/>
                </a:lnTo>
                <a:lnTo>
                  <a:pt x="370045" y="419300"/>
                </a:lnTo>
                <a:lnTo>
                  <a:pt x="371308" y="419300"/>
                </a:lnTo>
                <a:lnTo>
                  <a:pt x="371308" y="434455"/>
                </a:lnTo>
                <a:cubicBezTo>
                  <a:pt x="373833" y="431929"/>
                  <a:pt x="375096" y="425614"/>
                  <a:pt x="375096" y="418037"/>
                </a:cubicBezTo>
                <a:lnTo>
                  <a:pt x="376359" y="418037"/>
                </a:lnTo>
                <a:lnTo>
                  <a:pt x="376359" y="434455"/>
                </a:lnTo>
                <a:cubicBezTo>
                  <a:pt x="378885" y="431929"/>
                  <a:pt x="380148" y="424351"/>
                  <a:pt x="381411" y="415511"/>
                </a:cubicBezTo>
                <a:cubicBezTo>
                  <a:pt x="381411" y="410459"/>
                  <a:pt x="380148" y="410459"/>
                  <a:pt x="377622" y="411722"/>
                </a:cubicBezTo>
                <a:moveTo>
                  <a:pt x="351100" y="464766"/>
                </a:moveTo>
                <a:cubicBezTo>
                  <a:pt x="343523" y="462240"/>
                  <a:pt x="335945" y="459714"/>
                  <a:pt x="325841" y="454662"/>
                </a:cubicBezTo>
                <a:cubicBezTo>
                  <a:pt x="323315" y="453399"/>
                  <a:pt x="322052" y="454662"/>
                  <a:pt x="323315" y="455925"/>
                </a:cubicBezTo>
                <a:cubicBezTo>
                  <a:pt x="327104" y="459714"/>
                  <a:pt x="330893" y="462240"/>
                  <a:pt x="335945" y="463503"/>
                </a:cubicBezTo>
                <a:cubicBezTo>
                  <a:pt x="340997" y="467292"/>
                  <a:pt x="346049" y="467292"/>
                  <a:pt x="351100" y="467292"/>
                </a:cubicBezTo>
                <a:cubicBezTo>
                  <a:pt x="353626" y="467292"/>
                  <a:pt x="354889" y="464766"/>
                  <a:pt x="351100" y="464766"/>
                </a:cubicBezTo>
                <a:moveTo>
                  <a:pt x="329630" y="449610"/>
                </a:moveTo>
                <a:cubicBezTo>
                  <a:pt x="327104" y="450873"/>
                  <a:pt x="327104" y="452136"/>
                  <a:pt x="328367" y="454662"/>
                </a:cubicBezTo>
                <a:cubicBezTo>
                  <a:pt x="334682" y="458451"/>
                  <a:pt x="342260" y="460977"/>
                  <a:pt x="348574" y="462240"/>
                </a:cubicBezTo>
                <a:cubicBezTo>
                  <a:pt x="351100" y="462240"/>
                  <a:pt x="352363" y="460977"/>
                  <a:pt x="349837" y="458451"/>
                </a:cubicBezTo>
                <a:lnTo>
                  <a:pt x="344786" y="452136"/>
                </a:lnTo>
                <a:cubicBezTo>
                  <a:pt x="343523" y="449610"/>
                  <a:pt x="340997" y="448348"/>
                  <a:pt x="339734" y="448348"/>
                </a:cubicBezTo>
                <a:lnTo>
                  <a:pt x="329630" y="449610"/>
                </a:lnTo>
                <a:moveTo>
                  <a:pt x="348574" y="352363"/>
                </a:moveTo>
                <a:cubicBezTo>
                  <a:pt x="347312" y="351100"/>
                  <a:pt x="334682" y="363730"/>
                  <a:pt x="325841" y="368782"/>
                </a:cubicBezTo>
                <a:cubicBezTo>
                  <a:pt x="323315" y="370045"/>
                  <a:pt x="322052" y="372571"/>
                  <a:pt x="327104" y="372571"/>
                </a:cubicBezTo>
                <a:cubicBezTo>
                  <a:pt x="323315" y="375096"/>
                  <a:pt x="323315" y="377622"/>
                  <a:pt x="325841" y="378885"/>
                </a:cubicBezTo>
                <a:cubicBezTo>
                  <a:pt x="319527" y="386463"/>
                  <a:pt x="319527" y="388989"/>
                  <a:pt x="325841" y="385200"/>
                </a:cubicBezTo>
                <a:cubicBezTo>
                  <a:pt x="319527" y="394041"/>
                  <a:pt x="320790" y="395304"/>
                  <a:pt x="324578" y="392778"/>
                </a:cubicBezTo>
                <a:cubicBezTo>
                  <a:pt x="319527" y="399092"/>
                  <a:pt x="319527" y="400355"/>
                  <a:pt x="322052" y="400355"/>
                </a:cubicBezTo>
                <a:cubicBezTo>
                  <a:pt x="318264" y="405407"/>
                  <a:pt x="318264" y="407933"/>
                  <a:pt x="322052" y="407933"/>
                </a:cubicBezTo>
                <a:cubicBezTo>
                  <a:pt x="318264" y="410459"/>
                  <a:pt x="315738" y="412985"/>
                  <a:pt x="315738" y="416774"/>
                </a:cubicBezTo>
                <a:cubicBezTo>
                  <a:pt x="314475" y="421826"/>
                  <a:pt x="301845" y="426877"/>
                  <a:pt x="311949" y="431929"/>
                </a:cubicBezTo>
                <a:cubicBezTo>
                  <a:pt x="315738" y="433192"/>
                  <a:pt x="318264" y="438244"/>
                  <a:pt x="319527" y="445822"/>
                </a:cubicBezTo>
                <a:cubicBezTo>
                  <a:pt x="320790" y="449610"/>
                  <a:pt x="322052" y="450873"/>
                  <a:pt x="325841" y="448348"/>
                </a:cubicBezTo>
                <a:cubicBezTo>
                  <a:pt x="328367" y="447085"/>
                  <a:pt x="332156" y="447085"/>
                  <a:pt x="334682" y="447085"/>
                </a:cubicBezTo>
                <a:cubicBezTo>
                  <a:pt x="339734" y="447085"/>
                  <a:pt x="340997" y="442033"/>
                  <a:pt x="334682" y="440770"/>
                </a:cubicBezTo>
                <a:cubicBezTo>
                  <a:pt x="334682" y="438244"/>
                  <a:pt x="333419" y="436981"/>
                  <a:pt x="329630" y="438244"/>
                </a:cubicBezTo>
                <a:cubicBezTo>
                  <a:pt x="332156" y="433192"/>
                  <a:pt x="328367" y="434455"/>
                  <a:pt x="328367" y="434455"/>
                </a:cubicBezTo>
                <a:cubicBezTo>
                  <a:pt x="329630" y="433192"/>
                  <a:pt x="329630" y="431929"/>
                  <a:pt x="324578" y="434455"/>
                </a:cubicBezTo>
                <a:lnTo>
                  <a:pt x="324578" y="433192"/>
                </a:lnTo>
                <a:cubicBezTo>
                  <a:pt x="327104" y="431929"/>
                  <a:pt x="328367" y="430666"/>
                  <a:pt x="328367" y="429403"/>
                </a:cubicBezTo>
                <a:lnTo>
                  <a:pt x="320790" y="431929"/>
                </a:lnTo>
                <a:cubicBezTo>
                  <a:pt x="323315" y="429403"/>
                  <a:pt x="324578" y="428140"/>
                  <a:pt x="324578" y="426877"/>
                </a:cubicBezTo>
                <a:lnTo>
                  <a:pt x="319527" y="428140"/>
                </a:lnTo>
                <a:cubicBezTo>
                  <a:pt x="325841" y="424351"/>
                  <a:pt x="328367" y="420563"/>
                  <a:pt x="327104" y="419300"/>
                </a:cubicBezTo>
                <a:lnTo>
                  <a:pt x="320790" y="420563"/>
                </a:lnTo>
                <a:cubicBezTo>
                  <a:pt x="325841" y="416774"/>
                  <a:pt x="328367" y="414248"/>
                  <a:pt x="328367" y="411722"/>
                </a:cubicBezTo>
                <a:lnTo>
                  <a:pt x="323315" y="414248"/>
                </a:lnTo>
                <a:cubicBezTo>
                  <a:pt x="323315" y="412985"/>
                  <a:pt x="325841" y="410459"/>
                  <a:pt x="329630" y="409196"/>
                </a:cubicBezTo>
                <a:cubicBezTo>
                  <a:pt x="333419" y="407933"/>
                  <a:pt x="334682" y="405407"/>
                  <a:pt x="334682" y="401618"/>
                </a:cubicBezTo>
                <a:lnTo>
                  <a:pt x="327104" y="405407"/>
                </a:lnTo>
                <a:cubicBezTo>
                  <a:pt x="333419" y="399092"/>
                  <a:pt x="338471" y="394041"/>
                  <a:pt x="340997" y="390252"/>
                </a:cubicBezTo>
                <a:cubicBezTo>
                  <a:pt x="340997" y="387726"/>
                  <a:pt x="333419" y="392778"/>
                  <a:pt x="325841" y="399092"/>
                </a:cubicBezTo>
                <a:lnTo>
                  <a:pt x="325841" y="397830"/>
                </a:lnTo>
                <a:cubicBezTo>
                  <a:pt x="334682" y="391515"/>
                  <a:pt x="340997" y="385200"/>
                  <a:pt x="344786" y="377622"/>
                </a:cubicBezTo>
                <a:lnTo>
                  <a:pt x="329630" y="390252"/>
                </a:lnTo>
                <a:lnTo>
                  <a:pt x="343523" y="373833"/>
                </a:lnTo>
                <a:cubicBezTo>
                  <a:pt x="342260" y="371308"/>
                  <a:pt x="338471" y="373833"/>
                  <a:pt x="330893" y="382674"/>
                </a:cubicBezTo>
                <a:lnTo>
                  <a:pt x="330893" y="381411"/>
                </a:lnTo>
                <a:lnTo>
                  <a:pt x="338471" y="373833"/>
                </a:lnTo>
                <a:cubicBezTo>
                  <a:pt x="343523" y="370045"/>
                  <a:pt x="347312" y="366256"/>
                  <a:pt x="349837" y="361204"/>
                </a:cubicBezTo>
                <a:cubicBezTo>
                  <a:pt x="351100" y="357415"/>
                  <a:pt x="346049" y="362467"/>
                  <a:pt x="338471" y="368782"/>
                </a:cubicBezTo>
                <a:cubicBezTo>
                  <a:pt x="337208" y="370045"/>
                  <a:pt x="334682" y="371308"/>
                  <a:pt x="332156" y="373833"/>
                </a:cubicBezTo>
                <a:lnTo>
                  <a:pt x="349837" y="354889"/>
                </a:lnTo>
                <a:lnTo>
                  <a:pt x="348574" y="352363"/>
                </a:lnTo>
                <a:close/>
                <a:moveTo>
                  <a:pt x="263957" y="352363"/>
                </a:moveTo>
                <a:lnTo>
                  <a:pt x="267746" y="349837"/>
                </a:lnTo>
                <a:cubicBezTo>
                  <a:pt x="267746" y="348574"/>
                  <a:pt x="266483" y="347311"/>
                  <a:pt x="263957" y="347311"/>
                </a:cubicBezTo>
                <a:cubicBezTo>
                  <a:pt x="260168" y="354889"/>
                  <a:pt x="256379" y="367519"/>
                  <a:pt x="253853" y="391515"/>
                </a:cubicBezTo>
                <a:cubicBezTo>
                  <a:pt x="252590" y="401618"/>
                  <a:pt x="251327" y="412985"/>
                  <a:pt x="253853" y="424351"/>
                </a:cubicBezTo>
                <a:cubicBezTo>
                  <a:pt x="255116" y="430666"/>
                  <a:pt x="257642" y="431929"/>
                  <a:pt x="260168" y="431929"/>
                </a:cubicBezTo>
                <a:lnTo>
                  <a:pt x="304371" y="424351"/>
                </a:lnTo>
                <a:cubicBezTo>
                  <a:pt x="308160" y="424351"/>
                  <a:pt x="310686" y="420563"/>
                  <a:pt x="309423" y="418037"/>
                </a:cubicBezTo>
                <a:lnTo>
                  <a:pt x="308160" y="414248"/>
                </a:lnTo>
                <a:lnTo>
                  <a:pt x="306897" y="419300"/>
                </a:lnTo>
                <a:lnTo>
                  <a:pt x="303108" y="415511"/>
                </a:lnTo>
                <a:lnTo>
                  <a:pt x="301845" y="420563"/>
                </a:lnTo>
                <a:lnTo>
                  <a:pt x="299319" y="414248"/>
                </a:lnTo>
                <a:lnTo>
                  <a:pt x="296793" y="421826"/>
                </a:lnTo>
                <a:lnTo>
                  <a:pt x="294268" y="415511"/>
                </a:lnTo>
                <a:lnTo>
                  <a:pt x="293005" y="421826"/>
                </a:lnTo>
                <a:lnTo>
                  <a:pt x="290479" y="416774"/>
                </a:lnTo>
                <a:lnTo>
                  <a:pt x="289216" y="423089"/>
                </a:lnTo>
                <a:lnTo>
                  <a:pt x="286690" y="418037"/>
                </a:lnTo>
                <a:lnTo>
                  <a:pt x="285427" y="424351"/>
                </a:lnTo>
                <a:lnTo>
                  <a:pt x="282901" y="418037"/>
                </a:lnTo>
                <a:lnTo>
                  <a:pt x="281638" y="423089"/>
                </a:lnTo>
                <a:lnTo>
                  <a:pt x="279112" y="419300"/>
                </a:lnTo>
                <a:lnTo>
                  <a:pt x="277849" y="421826"/>
                </a:lnTo>
                <a:lnTo>
                  <a:pt x="275323" y="419300"/>
                </a:lnTo>
                <a:cubicBezTo>
                  <a:pt x="272797" y="418037"/>
                  <a:pt x="271534" y="418037"/>
                  <a:pt x="269009" y="419300"/>
                </a:cubicBezTo>
                <a:lnTo>
                  <a:pt x="267746" y="420563"/>
                </a:lnTo>
                <a:lnTo>
                  <a:pt x="266483" y="419300"/>
                </a:lnTo>
                <a:cubicBezTo>
                  <a:pt x="262694" y="418037"/>
                  <a:pt x="260168" y="418037"/>
                  <a:pt x="256379" y="416774"/>
                </a:cubicBezTo>
                <a:lnTo>
                  <a:pt x="260168" y="414248"/>
                </a:lnTo>
                <a:cubicBezTo>
                  <a:pt x="260168" y="412985"/>
                  <a:pt x="258905" y="411722"/>
                  <a:pt x="256379" y="412985"/>
                </a:cubicBezTo>
                <a:lnTo>
                  <a:pt x="261431" y="409196"/>
                </a:lnTo>
                <a:lnTo>
                  <a:pt x="256379" y="407933"/>
                </a:lnTo>
                <a:lnTo>
                  <a:pt x="261431" y="405407"/>
                </a:lnTo>
                <a:cubicBezTo>
                  <a:pt x="261431" y="404144"/>
                  <a:pt x="260168" y="402881"/>
                  <a:pt x="256379" y="401618"/>
                </a:cubicBezTo>
                <a:lnTo>
                  <a:pt x="261431" y="400355"/>
                </a:lnTo>
                <a:lnTo>
                  <a:pt x="261431" y="399092"/>
                </a:lnTo>
                <a:lnTo>
                  <a:pt x="256379" y="399092"/>
                </a:lnTo>
                <a:lnTo>
                  <a:pt x="261431" y="396567"/>
                </a:lnTo>
                <a:cubicBezTo>
                  <a:pt x="262694" y="395304"/>
                  <a:pt x="260168" y="394041"/>
                  <a:pt x="257642" y="392778"/>
                </a:cubicBezTo>
                <a:lnTo>
                  <a:pt x="261431" y="391515"/>
                </a:lnTo>
                <a:cubicBezTo>
                  <a:pt x="261431" y="390252"/>
                  <a:pt x="261431" y="388989"/>
                  <a:pt x="257642" y="387726"/>
                </a:cubicBezTo>
                <a:lnTo>
                  <a:pt x="261431" y="386463"/>
                </a:lnTo>
                <a:lnTo>
                  <a:pt x="257642" y="383937"/>
                </a:lnTo>
                <a:lnTo>
                  <a:pt x="262694" y="382674"/>
                </a:lnTo>
                <a:cubicBezTo>
                  <a:pt x="262694" y="381411"/>
                  <a:pt x="261431" y="380148"/>
                  <a:pt x="258905" y="378885"/>
                </a:cubicBezTo>
                <a:lnTo>
                  <a:pt x="263957" y="376359"/>
                </a:lnTo>
                <a:cubicBezTo>
                  <a:pt x="263957" y="375096"/>
                  <a:pt x="262694" y="373833"/>
                  <a:pt x="258905" y="372571"/>
                </a:cubicBezTo>
                <a:lnTo>
                  <a:pt x="263957" y="371308"/>
                </a:lnTo>
                <a:lnTo>
                  <a:pt x="260168" y="368782"/>
                </a:lnTo>
                <a:lnTo>
                  <a:pt x="263957" y="367519"/>
                </a:lnTo>
                <a:lnTo>
                  <a:pt x="260168" y="366256"/>
                </a:lnTo>
                <a:lnTo>
                  <a:pt x="263957" y="363730"/>
                </a:lnTo>
                <a:cubicBezTo>
                  <a:pt x="265220" y="362467"/>
                  <a:pt x="263957" y="362467"/>
                  <a:pt x="260168" y="361204"/>
                </a:cubicBezTo>
                <a:lnTo>
                  <a:pt x="265220" y="359941"/>
                </a:lnTo>
                <a:lnTo>
                  <a:pt x="265220" y="358678"/>
                </a:lnTo>
                <a:lnTo>
                  <a:pt x="261431" y="358678"/>
                </a:lnTo>
                <a:lnTo>
                  <a:pt x="263957" y="357415"/>
                </a:lnTo>
                <a:lnTo>
                  <a:pt x="261431" y="354889"/>
                </a:lnTo>
                <a:lnTo>
                  <a:pt x="267746" y="353626"/>
                </a:lnTo>
                <a:lnTo>
                  <a:pt x="267746" y="352363"/>
                </a:lnTo>
                <a:lnTo>
                  <a:pt x="263957" y="352363"/>
                </a:lnTo>
                <a:close/>
                <a:moveTo>
                  <a:pt x="276586" y="349837"/>
                </a:moveTo>
                <a:cubicBezTo>
                  <a:pt x="271534" y="354889"/>
                  <a:pt x="267746" y="385200"/>
                  <a:pt x="269009" y="412985"/>
                </a:cubicBezTo>
                <a:cubicBezTo>
                  <a:pt x="266483" y="395304"/>
                  <a:pt x="267746" y="375096"/>
                  <a:pt x="271534" y="353626"/>
                </a:cubicBezTo>
                <a:lnTo>
                  <a:pt x="270271" y="353626"/>
                </a:lnTo>
                <a:cubicBezTo>
                  <a:pt x="265220" y="371308"/>
                  <a:pt x="262694" y="390252"/>
                  <a:pt x="263957" y="411722"/>
                </a:cubicBezTo>
                <a:cubicBezTo>
                  <a:pt x="263957" y="415511"/>
                  <a:pt x="265220" y="416774"/>
                  <a:pt x="267746" y="416774"/>
                </a:cubicBezTo>
                <a:cubicBezTo>
                  <a:pt x="281638" y="415511"/>
                  <a:pt x="295531" y="412985"/>
                  <a:pt x="309423" y="410459"/>
                </a:cubicBezTo>
                <a:cubicBezTo>
                  <a:pt x="311949" y="409196"/>
                  <a:pt x="311949" y="409196"/>
                  <a:pt x="309423" y="407933"/>
                </a:cubicBezTo>
                <a:lnTo>
                  <a:pt x="306897" y="407933"/>
                </a:lnTo>
                <a:cubicBezTo>
                  <a:pt x="305634" y="387726"/>
                  <a:pt x="306897" y="376359"/>
                  <a:pt x="308160" y="358678"/>
                </a:cubicBezTo>
                <a:cubicBezTo>
                  <a:pt x="309423" y="354889"/>
                  <a:pt x="308160" y="353626"/>
                  <a:pt x="306897" y="354889"/>
                </a:cubicBezTo>
                <a:cubicBezTo>
                  <a:pt x="304371" y="368782"/>
                  <a:pt x="303108" y="382674"/>
                  <a:pt x="304371" y="407933"/>
                </a:cubicBezTo>
                <a:lnTo>
                  <a:pt x="303108" y="407933"/>
                </a:lnTo>
                <a:cubicBezTo>
                  <a:pt x="300582" y="391515"/>
                  <a:pt x="301845" y="375096"/>
                  <a:pt x="303108" y="359941"/>
                </a:cubicBezTo>
                <a:cubicBezTo>
                  <a:pt x="305634" y="356152"/>
                  <a:pt x="305634" y="353626"/>
                  <a:pt x="303108" y="354889"/>
                </a:cubicBezTo>
                <a:cubicBezTo>
                  <a:pt x="300582" y="364993"/>
                  <a:pt x="299319" y="382674"/>
                  <a:pt x="300582" y="407933"/>
                </a:cubicBezTo>
                <a:lnTo>
                  <a:pt x="299319" y="407933"/>
                </a:lnTo>
                <a:cubicBezTo>
                  <a:pt x="298056" y="388989"/>
                  <a:pt x="298056" y="372571"/>
                  <a:pt x="299319" y="353626"/>
                </a:cubicBezTo>
                <a:lnTo>
                  <a:pt x="298056" y="353626"/>
                </a:lnTo>
                <a:cubicBezTo>
                  <a:pt x="295531" y="367519"/>
                  <a:pt x="295531" y="385200"/>
                  <a:pt x="296793" y="409196"/>
                </a:cubicBezTo>
                <a:lnTo>
                  <a:pt x="295531" y="409196"/>
                </a:lnTo>
                <a:cubicBezTo>
                  <a:pt x="293005" y="388989"/>
                  <a:pt x="293005" y="372571"/>
                  <a:pt x="295531" y="356152"/>
                </a:cubicBezTo>
                <a:lnTo>
                  <a:pt x="294268" y="357415"/>
                </a:lnTo>
                <a:cubicBezTo>
                  <a:pt x="291742" y="370045"/>
                  <a:pt x="293005" y="386463"/>
                  <a:pt x="293005" y="407933"/>
                </a:cubicBezTo>
                <a:lnTo>
                  <a:pt x="291742" y="407933"/>
                </a:lnTo>
                <a:cubicBezTo>
                  <a:pt x="289216" y="391515"/>
                  <a:pt x="289216" y="373833"/>
                  <a:pt x="291742" y="354889"/>
                </a:cubicBezTo>
                <a:lnTo>
                  <a:pt x="290479" y="353626"/>
                </a:lnTo>
                <a:cubicBezTo>
                  <a:pt x="286690" y="366256"/>
                  <a:pt x="285427" y="383937"/>
                  <a:pt x="287953" y="409196"/>
                </a:cubicBezTo>
                <a:lnTo>
                  <a:pt x="286690" y="409196"/>
                </a:lnTo>
                <a:cubicBezTo>
                  <a:pt x="284164" y="394041"/>
                  <a:pt x="284164" y="376359"/>
                  <a:pt x="287953" y="353626"/>
                </a:cubicBezTo>
                <a:lnTo>
                  <a:pt x="286690" y="353626"/>
                </a:lnTo>
                <a:cubicBezTo>
                  <a:pt x="282901" y="368782"/>
                  <a:pt x="282901" y="385200"/>
                  <a:pt x="285427" y="407933"/>
                </a:cubicBezTo>
                <a:lnTo>
                  <a:pt x="284164" y="409196"/>
                </a:lnTo>
                <a:cubicBezTo>
                  <a:pt x="281638" y="392778"/>
                  <a:pt x="281638" y="375096"/>
                  <a:pt x="285427" y="352363"/>
                </a:cubicBezTo>
                <a:lnTo>
                  <a:pt x="282901" y="352363"/>
                </a:lnTo>
                <a:cubicBezTo>
                  <a:pt x="279112" y="370045"/>
                  <a:pt x="277849" y="387726"/>
                  <a:pt x="280375" y="410459"/>
                </a:cubicBezTo>
                <a:lnTo>
                  <a:pt x="279112" y="411722"/>
                </a:lnTo>
                <a:cubicBezTo>
                  <a:pt x="275323" y="397830"/>
                  <a:pt x="275323" y="380148"/>
                  <a:pt x="279112" y="358678"/>
                </a:cubicBezTo>
                <a:lnTo>
                  <a:pt x="279112" y="356152"/>
                </a:lnTo>
                <a:cubicBezTo>
                  <a:pt x="274060" y="366256"/>
                  <a:pt x="271534" y="383937"/>
                  <a:pt x="274060" y="414248"/>
                </a:cubicBezTo>
                <a:cubicBezTo>
                  <a:pt x="270271" y="396567"/>
                  <a:pt x="270271" y="376359"/>
                  <a:pt x="276586" y="353626"/>
                </a:cubicBezTo>
                <a:lnTo>
                  <a:pt x="276586" y="349837"/>
                </a:lnTo>
                <a:moveTo>
                  <a:pt x="291742" y="325841"/>
                </a:moveTo>
                <a:cubicBezTo>
                  <a:pt x="287953" y="328367"/>
                  <a:pt x="285427" y="330893"/>
                  <a:pt x="285427" y="332156"/>
                </a:cubicBezTo>
                <a:cubicBezTo>
                  <a:pt x="286690" y="333419"/>
                  <a:pt x="290479" y="332156"/>
                  <a:pt x="294268" y="328367"/>
                </a:cubicBezTo>
                <a:cubicBezTo>
                  <a:pt x="298056" y="325841"/>
                  <a:pt x="300582" y="322052"/>
                  <a:pt x="300582" y="322052"/>
                </a:cubicBezTo>
                <a:cubicBezTo>
                  <a:pt x="299319" y="320790"/>
                  <a:pt x="295531" y="322052"/>
                  <a:pt x="291742" y="325841"/>
                </a:cubicBezTo>
                <a:moveTo>
                  <a:pt x="289216" y="322052"/>
                </a:moveTo>
                <a:cubicBezTo>
                  <a:pt x="289216" y="323315"/>
                  <a:pt x="289216" y="323315"/>
                  <a:pt x="290479" y="323315"/>
                </a:cubicBezTo>
                <a:cubicBezTo>
                  <a:pt x="291742" y="323315"/>
                  <a:pt x="291742" y="322052"/>
                  <a:pt x="291742" y="322052"/>
                </a:cubicBezTo>
                <a:cubicBezTo>
                  <a:pt x="291742" y="320790"/>
                  <a:pt x="291742" y="320790"/>
                  <a:pt x="290479" y="320790"/>
                </a:cubicBezTo>
                <a:cubicBezTo>
                  <a:pt x="290479" y="320790"/>
                  <a:pt x="289216" y="320790"/>
                  <a:pt x="289216" y="322052"/>
                </a:cubicBezTo>
                <a:moveTo>
                  <a:pt x="285427" y="325841"/>
                </a:moveTo>
                <a:cubicBezTo>
                  <a:pt x="286690" y="325841"/>
                  <a:pt x="286690" y="324578"/>
                  <a:pt x="286690" y="324578"/>
                </a:cubicBezTo>
                <a:cubicBezTo>
                  <a:pt x="286690" y="323315"/>
                  <a:pt x="285427" y="322052"/>
                  <a:pt x="285427" y="322052"/>
                </a:cubicBezTo>
                <a:cubicBezTo>
                  <a:pt x="284164" y="322052"/>
                  <a:pt x="284164" y="323315"/>
                  <a:pt x="284164" y="324578"/>
                </a:cubicBezTo>
                <a:cubicBezTo>
                  <a:pt x="284164" y="324578"/>
                  <a:pt x="285427" y="325841"/>
                  <a:pt x="285427" y="325841"/>
                </a:cubicBezTo>
                <a:moveTo>
                  <a:pt x="309423" y="401618"/>
                </a:moveTo>
                <a:cubicBezTo>
                  <a:pt x="309423" y="383937"/>
                  <a:pt x="310686" y="368782"/>
                  <a:pt x="313212" y="356152"/>
                </a:cubicBezTo>
                <a:cubicBezTo>
                  <a:pt x="313212" y="354889"/>
                  <a:pt x="311949" y="354889"/>
                  <a:pt x="310686" y="356152"/>
                </a:cubicBezTo>
                <a:cubicBezTo>
                  <a:pt x="308160" y="370045"/>
                  <a:pt x="308160" y="385200"/>
                  <a:pt x="309423" y="401618"/>
                </a:cubicBezTo>
                <a:lnTo>
                  <a:pt x="309423" y="401618"/>
                </a:lnTo>
                <a:moveTo>
                  <a:pt x="315738" y="357415"/>
                </a:moveTo>
                <a:cubicBezTo>
                  <a:pt x="313212" y="372571"/>
                  <a:pt x="313212" y="381411"/>
                  <a:pt x="311949" y="396567"/>
                </a:cubicBezTo>
                <a:lnTo>
                  <a:pt x="313212" y="399092"/>
                </a:lnTo>
                <a:cubicBezTo>
                  <a:pt x="313212" y="381411"/>
                  <a:pt x="315738" y="371308"/>
                  <a:pt x="318264" y="357415"/>
                </a:cubicBezTo>
                <a:cubicBezTo>
                  <a:pt x="319527" y="354889"/>
                  <a:pt x="317001" y="354889"/>
                  <a:pt x="315738" y="357415"/>
                </a:cubicBezTo>
                <a:moveTo>
                  <a:pt x="310686" y="433192"/>
                </a:moveTo>
                <a:cubicBezTo>
                  <a:pt x="308160" y="431929"/>
                  <a:pt x="304371" y="435718"/>
                  <a:pt x="308160" y="438244"/>
                </a:cubicBezTo>
                <a:lnTo>
                  <a:pt x="314475" y="442033"/>
                </a:lnTo>
                <a:cubicBezTo>
                  <a:pt x="317001" y="443296"/>
                  <a:pt x="318264" y="440770"/>
                  <a:pt x="315738" y="438244"/>
                </a:cubicBezTo>
                <a:lnTo>
                  <a:pt x="310686" y="433192"/>
                </a:lnTo>
                <a:moveTo>
                  <a:pt x="306897" y="438244"/>
                </a:moveTo>
                <a:cubicBezTo>
                  <a:pt x="304371" y="435718"/>
                  <a:pt x="300582" y="440770"/>
                  <a:pt x="304371" y="443296"/>
                </a:cubicBezTo>
                <a:lnTo>
                  <a:pt x="314475" y="449610"/>
                </a:lnTo>
                <a:cubicBezTo>
                  <a:pt x="317001" y="450873"/>
                  <a:pt x="319527" y="447085"/>
                  <a:pt x="317001" y="445822"/>
                </a:cubicBezTo>
                <a:lnTo>
                  <a:pt x="306897" y="438244"/>
                </a:lnTo>
                <a:moveTo>
                  <a:pt x="320790" y="366256"/>
                </a:moveTo>
                <a:lnTo>
                  <a:pt x="324578" y="358678"/>
                </a:lnTo>
                <a:cubicBezTo>
                  <a:pt x="324578" y="356152"/>
                  <a:pt x="324578" y="356152"/>
                  <a:pt x="322052" y="357415"/>
                </a:cubicBezTo>
                <a:lnTo>
                  <a:pt x="320790" y="366256"/>
                </a:lnTo>
                <a:lnTo>
                  <a:pt x="320790" y="366256"/>
                </a:lnTo>
                <a:close/>
                <a:moveTo>
                  <a:pt x="308160" y="318264"/>
                </a:moveTo>
                <a:cubicBezTo>
                  <a:pt x="310686" y="315738"/>
                  <a:pt x="311949" y="314475"/>
                  <a:pt x="311949" y="313212"/>
                </a:cubicBezTo>
                <a:cubicBezTo>
                  <a:pt x="311949" y="313212"/>
                  <a:pt x="309423" y="314475"/>
                  <a:pt x="306897" y="315738"/>
                </a:cubicBezTo>
                <a:cubicBezTo>
                  <a:pt x="304371" y="317001"/>
                  <a:pt x="303108" y="319527"/>
                  <a:pt x="303108" y="320790"/>
                </a:cubicBezTo>
                <a:cubicBezTo>
                  <a:pt x="303108" y="320790"/>
                  <a:pt x="305634" y="319527"/>
                  <a:pt x="308160" y="318264"/>
                </a:cubicBezTo>
                <a:moveTo>
                  <a:pt x="219753" y="306897"/>
                </a:moveTo>
                <a:cubicBezTo>
                  <a:pt x="222279" y="306897"/>
                  <a:pt x="224805" y="305634"/>
                  <a:pt x="224805" y="304371"/>
                </a:cubicBezTo>
                <a:cubicBezTo>
                  <a:pt x="224805" y="303108"/>
                  <a:pt x="222279" y="303108"/>
                  <a:pt x="219753" y="303108"/>
                </a:cubicBezTo>
                <a:cubicBezTo>
                  <a:pt x="217228" y="303108"/>
                  <a:pt x="214702" y="304371"/>
                  <a:pt x="214702" y="304371"/>
                </a:cubicBezTo>
                <a:cubicBezTo>
                  <a:pt x="214702" y="306897"/>
                  <a:pt x="217228" y="306897"/>
                  <a:pt x="219753" y="306897"/>
                </a:cubicBezTo>
                <a:moveTo>
                  <a:pt x="229857" y="305634"/>
                </a:moveTo>
                <a:cubicBezTo>
                  <a:pt x="231120" y="304371"/>
                  <a:pt x="231120" y="301845"/>
                  <a:pt x="231120" y="301845"/>
                </a:cubicBezTo>
                <a:cubicBezTo>
                  <a:pt x="231120" y="301845"/>
                  <a:pt x="229857" y="301845"/>
                  <a:pt x="228594" y="304371"/>
                </a:cubicBezTo>
                <a:cubicBezTo>
                  <a:pt x="227331" y="305634"/>
                  <a:pt x="227331" y="308160"/>
                  <a:pt x="227331" y="308160"/>
                </a:cubicBezTo>
                <a:cubicBezTo>
                  <a:pt x="227331" y="308160"/>
                  <a:pt x="228594" y="306897"/>
                  <a:pt x="229857" y="305634"/>
                </a:cubicBezTo>
                <a:moveTo>
                  <a:pt x="236172" y="304371"/>
                </a:moveTo>
                <a:cubicBezTo>
                  <a:pt x="237435" y="301845"/>
                  <a:pt x="237435" y="300582"/>
                  <a:pt x="237435" y="299319"/>
                </a:cubicBezTo>
                <a:cubicBezTo>
                  <a:pt x="237435" y="299319"/>
                  <a:pt x="234909" y="299319"/>
                  <a:pt x="233646" y="301845"/>
                </a:cubicBezTo>
                <a:cubicBezTo>
                  <a:pt x="232383" y="304371"/>
                  <a:pt x="231120" y="305634"/>
                  <a:pt x="232383" y="306897"/>
                </a:cubicBezTo>
                <a:cubicBezTo>
                  <a:pt x="233646" y="308160"/>
                  <a:pt x="234909" y="306897"/>
                  <a:pt x="236172" y="304371"/>
                </a:cubicBezTo>
                <a:moveTo>
                  <a:pt x="232383" y="294268"/>
                </a:moveTo>
                <a:cubicBezTo>
                  <a:pt x="234909" y="294268"/>
                  <a:pt x="238698" y="291742"/>
                  <a:pt x="241224" y="287953"/>
                </a:cubicBezTo>
                <a:lnTo>
                  <a:pt x="241224" y="294268"/>
                </a:lnTo>
                <a:cubicBezTo>
                  <a:pt x="243750" y="293005"/>
                  <a:pt x="245012" y="290479"/>
                  <a:pt x="246275" y="286690"/>
                </a:cubicBezTo>
                <a:cubicBezTo>
                  <a:pt x="248801" y="287953"/>
                  <a:pt x="252590" y="286690"/>
                  <a:pt x="253853" y="281638"/>
                </a:cubicBezTo>
                <a:cubicBezTo>
                  <a:pt x="255116" y="276586"/>
                  <a:pt x="253853" y="275323"/>
                  <a:pt x="250064" y="276586"/>
                </a:cubicBezTo>
                <a:cubicBezTo>
                  <a:pt x="237435" y="285427"/>
                  <a:pt x="219753" y="287953"/>
                  <a:pt x="195757" y="280375"/>
                </a:cubicBezTo>
                <a:cubicBezTo>
                  <a:pt x="179339" y="275323"/>
                  <a:pt x="162921" y="275323"/>
                  <a:pt x="146502" y="275323"/>
                </a:cubicBezTo>
                <a:cubicBezTo>
                  <a:pt x="138925" y="275323"/>
                  <a:pt x="132610" y="276586"/>
                  <a:pt x="130084" y="282901"/>
                </a:cubicBezTo>
                <a:lnTo>
                  <a:pt x="128821" y="286690"/>
                </a:lnTo>
                <a:cubicBezTo>
                  <a:pt x="130084" y="286690"/>
                  <a:pt x="131347" y="285427"/>
                  <a:pt x="132610" y="284164"/>
                </a:cubicBezTo>
                <a:lnTo>
                  <a:pt x="131347" y="289216"/>
                </a:lnTo>
                <a:cubicBezTo>
                  <a:pt x="132610" y="289216"/>
                  <a:pt x="137662" y="285427"/>
                  <a:pt x="140188" y="282901"/>
                </a:cubicBezTo>
                <a:lnTo>
                  <a:pt x="137662" y="287953"/>
                </a:lnTo>
                <a:cubicBezTo>
                  <a:pt x="140188" y="287953"/>
                  <a:pt x="142713" y="284164"/>
                  <a:pt x="143976" y="281638"/>
                </a:cubicBezTo>
                <a:lnTo>
                  <a:pt x="142713" y="287953"/>
                </a:lnTo>
                <a:cubicBezTo>
                  <a:pt x="146502" y="287953"/>
                  <a:pt x="147765" y="282901"/>
                  <a:pt x="150291" y="281638"/>
                </a:cubicBezTo>
                <a:lnTo>
                  <a:pt x="150291" y="286690"/>
                </a:lnTo>
                <a:cubicBezTo>
                  <a:pt x="152817" y="286690"/>
                  <a:pt x="154080" y="282901"/>
                  <a:pt x="156606" y="280375"/>
                </a:cubicBezTo>
                <a:lnTo>
                  <a:pt x="157869" y="284164"/>
                </a:lnTo>
                <a:cubicBezTo>
                  <a:pt x="160395" y="284164"/>
                  <a:pt x="161658" y="281638"/>
                  <a:pt x="162921" y="280375"/>
                </a:cubicBezTo>
                <a:lnTo>
                  <a:pt x="164184" y="284164"/>
                </a:lnTo>
                <a:lnTo>
                  <a:pt x="169235" y="280375"/>
                </a:lnTo>
                <a:lnTo>
                  <a:pt x="170498" y="284164"/>
                </a:lnTo>
                <a:lnTo>
                  <a:pt x="175550" y="282901"/>
                </a:lnTo>
                <a:lnTo>
                  <a:pt x="176813" y="285427"/>
                </a:lnTo>
                <a:lnTo>
                  <a:pt x="180602" y="282901"/>
                </a:lnTo>
                <a:lnTo>
                  <a:pt x="180602" y="287953"/>
                </a:lnTo>
                <a:lnTo>
                  <a:pt x="185654" y="285427"/>
                </a:lnTo>
                <a:lnTo>
                  <a:pt x="185654" y="287953"/>
                </a:lnTo>
                <a:lnTo>
                  <a:pt x="189443" y="285427"/>
                </a:lnTo>
                <a:lnTo>
                  <a:pt x="189443" y="289216"/>
                </a:lnTo>
                <a:lnTo>
                  <a:pt x="194494" y="287953"/>
                </a:lnTo>
                <a:lnTo>
                  <a:pt x="194494" y="291742"/>
                </a:lnTo>
                <a:lnTo>
                  <a:pt x="202072" y="289216"/>
                </a:lnTo>
                <a:lnTo>
                  <a:pt x="199546" y="294268"/>
                </a:lnTo>
                <a:lnTo>
                  <a:pt x="205861" y="290479"/>
                </a:lnTo>
                <a:lnTo>
                  <a:pt x="204598" y="294268"/>
                </a:lnTo>
                <a:lnTo>
                  <a:pt x="210913" y="291742"/>
                </a:lnTo>
                <a:lnTo>
                  <a:pt x="207124" y="298056"/>
                </a:lnTo>
                <a:cubicBezTo>
                  <a:pt x="212176" y="298056"/>
                  <a:pt x="213439" y="295531"/>
                  <a:pt x="215965" y="293005"/>
                </a:cubicBezTo>
                <a:lnTo>
                  <a:pt x="214702" y="298056"/>
                </a:lnTo>
                <a:cubicBezTo>
                  <a:pt x="219753" y="296793"/>
                  <a:pt x="223542" y="293005"/>
                  <a:pt x="227331" y="289216"/>
                </a:cubicBezTo>
                <a:cubicBezTo>
                  <a:pt x="228594" y="290479"/>
                  <a:pt x="227331" y="293005"/>
                  <a:pt x="224805" y="298056"/>
                </a:cubicBezTo>
                <a:cubicBezTo>
                  <a:pt x="229857" y="295531"/>
                  <a:pt x="232383" y="293005"/>
                  <a:pt x="233646" y="289216"/>
                </a:cubicBezTo>
                <a:lnTo>
                  <a:pt x="232383" y="294268"/>
                </a:lnTo>
                <a:moveTo>
                  <a:pt x="243750" y="301845"/>
                </a:moveTo>
                <a:cubicBezTo>
                  <a:pt x="245012" y="299319"/>
                  <a:pt x="246275" y="296793"/>
                  <a:pt x="245012" y="295531"/>
                </a:cubicBezTo>
                <a:cubicBezTo>
                  <a:pt x="245012" y="295531"/>
                  <a:pt x="242487" y="295531"/>
                  <a:pt x="239961" y="299319"/>
                </a:cubicBezTo>
                <a:cubicBezTo>
                  <a:pt x="238698" y="301845"/>
                  <a:pt x="237435" y="304371"/>
                  <a:pt x="238698" y="305634"/>
                </a:cubicBezTo>
                <a:cubicBezTo>
                  <a:pt x="238698" y="305634"/>
                  <a:pt x="241224" y="304371"/>
                  <a:pt x="243750" y="301845"/>
                </a:cubicBezTo>
                <a:moveTo>
                  <a:pt x="217228" y="352363"/>
                </a:moveTo>
                <a:cubicBezTo>
                  <a:pt x="214702" y="354889"/>
                  <a:pt x="214702" y="357415"/>
                  <a:pt x="218490" y="356152"/>
                </a:cubicBezTo>
                <a:cubicBezTo>
                  <a:pt x="224805" y="352363"/>
                  <a:pt x="231120" y="349837"/>
                  <a:pt x="239961" y="351100"/>
                </a:cubicBezTo>
                <a:lnTo>
                  <a:pt x="248801" y="351100"/>
                </a:lnTo>
                <a:cubicBezTo>
                  <a:pt x="253853" y="351100"/>
                  <a:pt x="253853" y="346049"/>
                  <a:pt x="248801" y="346049"/>
                </a:cubicBezTo>
                <a:lnTo>
                  <a:pt x="236172" y="346049"/>
                </a:lnTo>
                <a:cubicBezTo>
                  <a:pt x="229857" y="346049"/>
                  <a:pt x="223542" y="347311"/>
                  <a:pt x="217228" y="352363"/>
                </a:cubicBezTo>
                <a:moveTo>
                  <a:pt x="251327" y="353626"/>
                </a:moveTo>
                <a:cubicBezTo>
                  <a:pt x="251327" y="353626"/>
                  <a:pt x="248801" y="352363"/>
                  <a:pt x="245012" y="352363"/>
                </a:cubicBezTo>
                <a:cubicBezTo>
                  <a:pt x="241224" y="352363"/>
                  <a:pt x="238698" y="353626"/>
                  <a:pt x="238698" y="353626"/>
                </a:cubicBezTo>
                <a:cubicBezTo>
                  <a:pt x="238698" y="354889"/>
                  <a:pt x="241224" y="354889"/>
                  <a:pt x="245012" y="354889"/>
                </a:cubicBezTo>
                <a:cubicBezTo>
                  <a:pt x="248801" y="353626"/>
                  <a:pt x="251327" y="353626"/>
                  <a:pt x="251327" y="353626"/>
                </a:cubicBezTo>
                <a:moveTo>
                  <a:pt x="75777" y="424351"/>
                </a:moveTo>
                <a:cubicBezTo>
                  <a:pt x="71988" y="430666"/>
                  <a:pt x="68199" y="434455"/>
                  <a:pt x="66936" y="439507"/>
                </a:cubicBezTo>
                <a:cubicBezTo>
                  <a:pt x="70725" y="436981"/>
                  <a:pt x="74514" y="433192"/>
                  <a:pt x="79566" y="425614"/>
                </a:cubicBezTo>
                <a:cubicBezTo>
                  <a:pt x="79566" y="424351"/>
                  <a:pt x="78303" y="420563"/>
                  <a:pt x="75777" y="424351"/>
                </a:cubicBezTo>
                <a:moveTo>
                  <a:pt x="69462" y="474870"/>
                </a:moveTo>
                <a:cubicBezTo>
                  <a:pt x="69462" y="471081"/>
                  <a:pt x="71988" y="471081"/>
                  <a:pt x="70725" y="466029"/>
                </a:cubicBezTo>
                <a:cubicBezTo>
                  <a:pt x="70725" y="463503"/>
                  <a:pt x="66936" y="463503"/>
                  <a:pt x="66936" y="467292"/>
                </a:cubicBezTo>
                <a:cubicBezTo>
                  <a:pt x="68199" y="469818"/>
                  <a:pt x="68199" y="472344"/>
                  <a:pt x="69462" y="474870"/>
                </a:cubicBezTo>
                <a:moveTo>
                  <a:pt x="106088" y="423089"/>
                </a:moveTo>
                <a:cubicBezTo>
                  <a:pt x="111140" y="392778"/>
                  <a:pt x="122506" y="370045"/>
                  <a:pt x="136399" y="356152"/>
                </a:cubicBezTo>
                <a:cubicBezTo>
                  <a:pt x="143976" y="348574"/>
                  <a:pt x="152817" y="342260"/>
                  <a:pt x="161658" y="339734"/>
                </a:cubicBezTo>
                <a:lnTo>
                  <a:pt x="166710" y="339734"/>
                </a:lnTo>
                <a:cubicBezTo>
                  <a:pt x="154080" y="343523"/>
                  <a:pt x="141451" y="349837"/>
                  <a:pt x="131347" y="363730"/>
                </a:cubicBezTo>
                <a:lnTo>
                  <a:pt x="132610" y="363730"/>
                </a:lnTo>
                <a:cubicBezTo>
                  <a:pt x="143976" y="351100"/>
                  <a:pt x="155343" y="346049"/>
                  <a:pt x="166710" y="343523"/>
                </a:cubicBezTo>
                <a:lnTo>
                  <a:pt x="167972" y="343523"/>
                </a:lnTo>
                <a:cubicBezTo>
                  <a:pt x="160395" y="346049"/>
                  <a:pt x="152817" y="349837"/>
                  <a:pt x="149028" y="353626"/>
                </a:cubicBezTo>
                <a:lnTo>
                  <a:pt x="149028" y="354889"/>
                </a:lnTo>
                <a:cubicBezTo>
                  <a:pt x="157869" y="349837"/>
                  <a:pt x="170498" y="346049"/>
                  <a:pt x="185654" y="344786"/>
                </a:cubicBezTo>
                <a:cubicBezTo>
                  <a:pt x="166710" y="328367"/>
                  <a:pt x="147765" y="319527"/>
                  <a:pt x="133873" y="322052"/>
                </a:cubicBezTo>
                <a:cubicBezTo>
                  <a:pt x="107351" y="328367"/>
                  <a:pt x="94721" y="352363"/>
                  <a:pt x="87144" y="375096"/>
                </a:cubicBezTo>
                <a:cubicBezTo>
                  <a:pt x="92195" y="367519"/>
                  <a:pt x="95984" y="362467"/>
                  <a:pt x="99773" y="361204"/>
                </a:cubicBezTo>
                <a:cubicBezTo>
                  <a:pt x="87144" y="381411"/>
                  <a:pt x="79566" y="402881"/>
                  <a:pt x="78303" y="426877"/>
                </a:cubicBezTo>
                <a:cubicBezTo>
                  <a:pt x="77040" y="429403"/>
                  <a:pt x="75777" y="431929"/>
                  <a:pt x="73251" y="434455"/>
                </a:cubicBezTo>
                <a:cubicBezTo>
                  <a:pt x="64410" y="440770"/>
                  <a:pt x="65673" y="445822"/>
                  <a:pt x="64410" y="450873"/>
                </a:cubicBezTo>
                <a:cubicBezTo>
                  <a:pt x="65673" y="449610"/>
                  <a:pt x="68199" y="445822"/>
                  <a:pt x="70725" y="442033"/>
                </a:cubicBezTo>
                <a:cubicBezTo>
                  <a:pt x="74514" y="436981"/>
                  <a:pt x="78303" y="433192"/>
                  <a:pt x="80829" y="425614"/>
                </a:cubicBezTo>
                <a:cubicBezTo>
                  <a:pt x="83355" y="415511"/>
                  <a:pt x="84618" y="405407"/>
                  <a:pt x="87144" y="396567"/>
                </a:cubicBezTo>
                <a:cubicBezTo>
                  <a:pt x="89670" y="386463"/>
                  <a:pt x="93458" y="380148"/>
                  <a:pt x="98510" y="370045"/>
                </a:cubicBezTo>
                <a:cubicBezTo>
                  <a:pt x="107351" y="354889"/>
                  <a:pt x="119980" y="339734"/>
                  <a:pt x="133873" y="334682"/>
                </a:cubicBezTo>
                <a:lnTo>
                  <a:pt x="133873" y="335945"/>
                </a:lnTo>
                <a:cubicBezTo>
                  <a:pt x="119980" y="343523"/>
                  <a:pt x="109877" y="354889"/>
                  <a:pt x="99773" y="372571"/>
                </a:cubicBezTo>
                <a:cubicBezTo>
                  <a:pt x="97247" y="377622"/>
                  <a:pt x="95984" y="381411"/>
                  <a:pt x="93458" y="387726"/>
                </a:cubicBezTo>
                <a:cubicBezTo>
                  <a:pt x="90932" y="392778"/>
                  <a:pt x="88407" y="400355"/>
                  <a:pt x="88407" y="407933"/>
                </a:cubicBezTo>
                <a:cubicBezTo>
                  <a:pt x="87144" y="424351"/>
                  <a:pt x="83355" y="434455"/>
                  <a:pt x="78303" y="440770"/>
                </a:cubicBezTo>
                <a:cubicBezTo>
                  <a:pt x="73251" y="447085"/>
                  <a:pt x="70725" y="449610"/>
                  <a:pt x="69462" y="452136"/>
                </a:cubicBezTo>
                <a:cubicBezTo>
                  <a:pt x="69462" y="453399"/>
                  <a:pt x="68199" y="455925"/>
                  <a:pt x="68199" y="459714"/>
                </a:cubicBezTo>
                <a:cubicBezTo>
                  <a:pt x="78303" y="439507"/>
                  <a:pt x="83355" y="442033"/>
                  <a:pt x="87144" y="428140"/>
                </a:cubicBezTo>
                <a:cubicBezTo>
                  <a:pt x="93458" y="406670"/>
                  <a:pt x="89670" y="385200"/>
                  <a:pt x="117454" y="353626"/>
                </a:cubicBezTo>
                <a:lnTo>
                  <a:pt x="119980" y="353626"/>
                </a:lnTo>
                <a:cubicBezTo>
                  <a:pt x="106088" y="368782"/>
                  <a:pt x="97247" y="383937"/>
                  <a:pt x="92195" y="415511"/>
                </a:cubicBezTo>
                <a:cubicBezTo>
                  <a:pt x="90932" y="420563"/>
                  <a:pt x="90932" y="428140"/>
                  <a:pt x="88407" y="433192"/>
                </a:cubicBezTo>
                <a:cubicBezTo>
                  <a:pt x="84618" y="439507"/>
                  <a:pt x="77040" y="445822"/>
                  <a:pt x="75777" y="452136"/>
                </a:cubicBezTo>
                <a:lnTo>
                  <a:pt x="77040" y="452136"/>
                </a:lnTo>
                <a:cubicBezTo>
                  <a:pt x="80829" y="448348"/>
                  <a:pt x="87144" y="440770"/>
                  <a:pt x="90932" y="434455"/>
                </a:cubicBezTo>
                <a:cubicBezTo>
                  <a:pt x="101036" y="416774"/>
                  <a:pt x="97247" y="395304"/>
                  <a:pt x="108614" y="377622"/>
                </a:cubicBezTo>
                <a:cubicBezTo>
                  <a:pt x="122506" y="353626"/>
                  <a:pt x="133873" y="342260"/>
                  <a:pt x="151554" y="334682"/>
                </a:cubicBezTo>
                <a:lnTo>
                  <a:pt x="154080" y="334682"/>
                </a:lnTo>
                <a:cubicBezTo>
                  <a:pt x="130084" y="347311"/>
                  <a:pt x="126295" y="356152"/>
                  <a:pt x="114929" y="371308"/>
                </a:cubicBezTo>
                <a:cubicBezTo>
                  <a:pt x="111140" y="376359"/>
                  <a:pt x="108614" y="381411"/>
                  <a:pt x="106088" y="390252"/>
                </a:cubicBezTo>
                <a:cubicBezTo>
                  <a:pt x="103562" y="397830"/>
                  <a:pt x="101036" y="410459"/>
                  <a:pt x="99773" y="419300"/>
                </a:cubicBezTo>
                <a:cubicBezTo>
                  <a:pt x="98510" y="430666"/>
                  <a:pt x="93458" y="438244"/>
                  <a:pt x="88407" y="444559"/>
                </a:cubicBezTo>
                <a:cubicBezTo>
                  <a:pt x="85881" y="448348"/>
                  <a:pt x="83355" y="449610"/>
                  <a:pt x="82092" y="452136"/>
                </a:cubicBezTo>
                <a:cubicBezTo>
                  <a:pt x="80829" y="454662"/>
                  <a:pt x="78303" y="459714"/>
                  <a:pt x="77040" y="463503"/>
                </a:cubicBezTo>
                <a:lnTo>
                  <a:pt x="78303" y="463503"/>
                </a:lnTo>
                <a:cubicBezTo>
                  <a:pt x="84618" y="445822"/>
                  <a:pt x="88407" y="449610"/>
                  <a:pt x="93458" y="443296"/>
                </a:cubicBezTo>
                <a:cubicBezTo>
                  <a:pt x="95984" y="439507"/>
                  <a:pt x="99773" y="433192"/>
                  <a:pt x="101036" y="424351"/>
                </a:cubicBezTo>
                <a:cubicBezTo>
                  <a:pt x="102299" y="406670"/>
                  <a:pt x="106088" y="394041"/>
                  <a:pt x="112403" y="382674"/>
                </a:cubicBezTo>
                <a:cubicBezTo>
                  <a:pt x="118717" y="370045"/>
                  <a:pt x="128821" y="356152"/>
                  <a:pt x="138925" y="347311"/>
                </a:cubicBezTo>
                <a:cubicBezTo>
                  <a:pt x="143976" y="343523"/>
                  <a:pt x="147765" y="340997"/>
                  <a:pt x="155343" y="338471"/>
                </a:cubicBezTo>
                <a:lnTo>
                  <a:pt x="156606" y="338471"/>
                </a:lnTo>
                <a:cubicBezTo>
                  <a:pt x="149028" y="343523"/>
                  <a:pt x="142713" y="344786"/>
                  <a:pt x="136399" y="351100"/>
                </a:cubicBezTo>
                <a:cubicBezTo>
                  <a:pt x="126295" y="361204"/>
                  <a:pt x="116191" y="375096"/>
                  <a:pt x="111140" y="386463"/>
                </a:cubicBezTo>
                <a:cubicBezTo>
                  <a:pt x="106088" y="397830"/>
                  <a:pt x="103562" y="410459"/>
                  <a:pt x="102299" y="424351"/>
                </a:cubicBezTo>
                <a:cubicBezTo>
                  <a:pt x="104825" y="421826"/>
                  <a:pt x="104825" y="424351"/>
                  <a:pt x="106088" y="423089"/>
                </a:cubicBezTo>
                <a:moveTo>
                  <a:pt x="162921" y="440770"/>
                </a:moveTo>
                <a:cubicBezTo>
                  <a:pt x="160395" y="396567"/>
                  <a:pt x="169235" y="370045"/>
                  <a:pt x="183128" y="356152"/>
                </a:cubicBezTo>
                <a:cubicBezTo>
                  <a:pt x="150291" y="347311"/>
                  <a:pt x="130084" y="371308"/>
                  <a:pt x="117454" y="418037"/>
                </a:cubicBezTo>
                <a:cubicBezTo>
                  <a:pt x="138925" y="443296"/>
                  <a:pt x="142713" y="471081"/>
                  <a:pt x="125032" y="502654"/>
                </a:cubicBezTo>
                <a:cubicBezTo>
                  <a:pt x="118717" y="517810"/>
                  <a:pt x="119980" y="529176"/>
                  <a:pt x="127558" y="532965"/>
                </a:cubicBezTo>
                <a:cubicBezTo>
                  <a:pt x="130084" y="527913"/>
                  <a:pt x="131347" y="517810"/>
                  <a:pt x="132610" y="508969"/>
                </a:cubicBezTo>
                <a:cubicBezTo>
                  <a:pt x="133873" y="495077"/>
                  <a:pt x="142713" y="497603"/>
                  <a:pt x="152817" y="486236"/>
                </a:cubicBezTo>
                <a:cubicBezTo>
                  <a:pt x="166710" y="472344"/>
                  <a:pt x="164184" y="460977"/>
                  <a:pt x="162921" y="440770"/>
                </a:cubicBezTo>
                <a:moveTo>
                  <a:pt x="119980" y="474870"/>
                </a:moveTo>
                <a:cubicBezTo>
                  <a:pt x="125032" y="474870"/>
                  <a:pt x="128821" y="473607"/>
                  <a:pt x="128821" y="472344"/>
                </a:cubicBezTo>
                <a:cubicBezTo>
                  <a:pt x="127558" y="471081"/>
                  <a:pt x="125032" y="471081"/>
                  <a:pt x="123769" y="472344"/>
                </a:cubicBezTo>
                <a:lnTo>
                  <a:pt x="119980" y="474870"/>
                </a:lnTo>
                <a:close/>
                <a:moveTo>
                  <a:pt x="122506" y="467292"/>
                </a:moveTo>
                <a:cubicBezTo>
                  <a:pt x="126295" y="468555"/>
                  <a:pt x="130084" y="469818"/>
                  <a:pt x="130084" y="468555"/>
                </a:cubicBezTo>
                <a:cubicBezTo>
                  <a:pt x="130084" y="467292"/>
                  <a:pt x="127558" y="466029"/>
                  <a:pt x="126295" y="466029"/>
                </a:cubicBezTo>
                <a:lnTo>
                  <a:pt x="122506" y="467292"/>
                </a:lnTo>
                <a:moveTo>
                  <a:pt x="126295" y="479921"/>
                </a:moveTo>
                <a:cubicBezTo>
                  <a:pt x="125032" y="479921"/>
                  <a:pt x="123769" y="478658"/>
                  <a:pt x="122506" y="479921"/>
                </a:cubicBezTo>
                <a:lnTo>
                  <a:pt x="119980" y="481184"/>
                </a:lnTo>
                <a:cubicBezTo>
                  <a:pt x="122506" y="481184"/>
                  <a:pt x="126295" y="481184"/>
                  <a:pt x="126295" y="479921"/>
                </a:cubicBezTo>
                <a:moveTo>
                  <a:pt x="116191" y="486236"/>
                </a:moveTo>
                <a:cubicBezTo>
                  <a:pt x="121243" y="487499"/>
                  <a:pt x="126295" y="487499"/>
                  <a:pt x="127558" y="484973"/>
                </a:cubicBezTo>
                <a:cubicBezTo>
                  <a:pt x="126295" y="483710"/>
                  <a:pt x="123769" y="483710"/>
                  <a:pt x="121243" y="483710"/>
                </a:cubicBezTo>
                <a:lnTo>
                  <a:pt x="116191" y="486236"/>
                </a:lnTo>
                <a:close/>
                <a:moveTo>
                  <a:pt x="186917" y="349837"/>
                </a:moveTo>
                <a:lnTo>
                  <a:pt x="186917" y="347311"/>
                </a:lnTo>
                <a:lnTo>
                  <a:pt x="175550" y="349837"/>
                </a:lnTo>
                <a:lnTo>
                  <a:pt x="186917" y="349837"/>
                </a:lnTo>
                <a:close/>
                <a:moveTo>
                  <a:pt x="104825" y="506443"/>
                </a:moveTo>
                <a:cubicBezTo>
                  <a:pt x="108614" y="505180"/>
                  <a:pt x="112403" y="503917"/>
                  <a:pt x="112403" y="502654"/>
                </a:cubicBezTo>
                <a:cubicBezTo>
                  <a:pt x="111140" y="502654"/>
                  <a:pt x="109877" y="502654"/>
                  <a:pt x="107351" y="502654"/>
                </a:cubicBezTo>
                <a:lnTo>
                  <a:pt x="104825" y="506443"/>
                </a:lnTo>
                <a:close/>
                <a:moveTo>
                  <a:pt x="101036" y="515284"/>
                </a:moveTo>
                <a:cubicBezTo>
                  <a:pt x="106088" y="514021"/>
                  <a:pt x="111140" y="511495"/>
                  <a:pt x="111140" y="510232"/>
                </a:cubicBezTo>
                <a:cubicBezTo>
                  <a:pt x="109877" y="508969"/>
                  <a:pt x="107351" y="508969"/>
                  <a:pt x="104825" y="511495"/>
                </a:cubicBezTo>
                <a:lnTo>
                  <a:pt x="101036" y="515284"/>
                </a:lnTo>
                <a:close/>
                <a:moveTo>
                  <a:pt x="102299" y="520336"/>
                </a:moveTo>
                <a:cubicBezTo>
                  <a:pt x="107351" y="519073"/>
                  <a:pt x="112403" y="517810"/>
                  <a:pt x="113666" y="516547"/>
                </a:cubicBezTo>
                <a:cubicBezTo>
                  <a:pt x="112403" y="515284"/>
                  <a:pt x="108614" y="515284"/>
                  <a:pt x="107351" y="516547"/>
                </a:cubicBezTo>
                <a:lnTo>
                  <a:pt x="102299" y="520336"/>
                </a:lnTo>
                <a:close/>
                <a:moveTo>
                  <a:pt x="103562" y="524125"/>
                </a:moveTo>
                <a:cubicBezTo>
                  <a:pt x="108614" y="524125"/>
                  <a:pt x="113666" y="521599"/>
                  <a:pt x="113666" y="520336"/>
                </a:cubicBezTo>
                <a:cubicBezTo>
                  <a:pt x="112403" y="519073"/>
                  <a:pt x="109877" y="519073"/>
                  <a:pt x="107351" y="520336"/>
                </a:cubicBezTo>
                <a:lnTo>
                  <a:pt x="103562" y="524125"/>
                </a:lnTo>
                <a:close/>
                <a:moveTo>
                  <a:pt x="104825" y="529176"/>
                </a:moveTo>
                <a:cubicBezTo>
                  <a:pt x="108614" y="527913"/>
                  <a:pt x="111140" y="526651"/>
                  <a:pt x="112403" y="525388"/>
                </a:cubicBezTo>
                <a:cubicBezTo>
                  <a:pt x="111140" y="525388"/>
                  <a:pt x="109877" y="525388"/>
                  <a:pt x="107351" y="525388"/>
                </a:cubicBezTo>
                <a:lnTo>
                  <a:pt x="104825" y="529176"/>
                </a:lnTo>
                <a:moveTo>
                  <a:pt x="109877" y="539280"/>
                </a:moveTo>
                <a:cubicBezTo>
                  <a:pt x="111140" y="539280"/>
                  <a:pt x="114929" y="538017"/>
                  <a:pt x="119980" y="535491"/>
                </a:cubicBezTo>
                <a:lnTo>
                  <a:pt x="114929" y="535491"/>
                </a:lnTo>
                <a:cubicBezTo>
                  <a:pt x="112403" y="535491"/>
                  <a:pt x="109877" y="536754"/>
                  <a:pt x="109877" y="539280"/>
                </a:cubicBezTo>
                <a:moveTo>
                  <a:pt x="111140" y="544332"/>
                </a:moveTo>
                <a:cubicBezTo>
                  <a:pt x="113666" y="544332"/>
                  <a:pt x="117454" y="541806"/>
                  <a:pt x="122506" y="538017"/>
                </a:cubicBezTo>
                <a:lnTo>
                  <a:pt x="116191" y="539280"/>
                </a:lnTo>
                <a:cubicBezTo>
                  <a:pt x="113666" y="540543"/>
                  <a:pt x="111140" y="541806"/>
                  <a:pt x="111140" y="544332"/>
                </a:cubicBezTo>
                <a:moveTo>
                  <a:pt x="113666" y="546858"/>
                </a:moveTo>
                <a:cubicBezTo>
                  <a:pt x="116191" y="546858"/>
                  <a:pt x="118717" y="546858"/>
                  <a:pt x="119980" y="545595"/>
                </a:cubicBezTo>
                <a:cubicBezTo>
                  <a:pt x="118717" y="545595"/>
                  <a:pt x="117454" y="545595"/>
                  <a:pt x="116191" y="545595"/>
                </a:cubicBezTo>
                <a:lnTo>
                  <a:pt x="113666" y="546858"/>
                </a:lnTo>
                <a:moveTo>
                  <a:pt x="131347" y="623898"/>
                </a:moveTo>
                <a:lnTo>
                  <a:pt x="135136" y="626424"/>
                </a:lnTo>
                <a:cubicBezTo>
                  <a:pt x="135136" y="625161"/>
                  <a:pt x="133873" y="622635"/>
                  <a:pt x="130084" y="620109"/>
                </a:cubicBezTo>
                <a:lnTo>
                  <a:pt x="135136" y="621372"/>
                </a:lnTo>
                <a:cubicBezTo>
                  <a:pt x="135136" y="618846"/>
                  <a:pt x="132610" y="616320"/>
                  <a:pt x="130084" y="615057"/>
                </a:cubicBezTo>
                <a:lnTo>
                  <a:pt x="132610" y="615057"/>
                </a:lnTo>
                <a:cubicBezTo>
                  <a:pt x="131347" y="611268"/>
                  <a:pt x="128821" y="610005"/>
                  <a:pt x="126295" y="612531"/>
                </a:cubicBezTo>
                <a:cubicBezTo>
                  <a:pt x="123769" y="616320"/>
                  <a:pt x="125032" y="620109"/>
                  <a:pt x="127558" y="623898"/>
                </a:cubicBezTo>
                <a:cubicBezTo>
                  <a:pt x="128821" y="626424"/>
                  <a:pt x="131347" y="626424"/>
                  <a:pt x="133873" y="626424"/>
                </a:cubicBezTo>
                <a:lnTo>
                  <a:pt x="131347" y="623898"/>
                </a:lnTo>
                <a:close/>
                <a:moveTo>
                  <a:pt x="137662" y="621372"/>
                </a:moveTo>
                <a:cubicBezTo>
                  <a:pt x="138925" y="621372"/>
                  <a:pt x="138925" y="620109"/>
                  <a:pt x="138925" y="617583"/>
                </a:cubicBezTo>
                <a:cubicBezTo>
                  <a:pt x="138925" y="616320"/>
                  <a:pt x="137662" y="613794"/>
                  <a:pt x="136399" y="615057"/>
                </a:cubicBezTo>
                <a:cubicBezTo>
                  <a:pt x="135136" y="615057"/>
                  <a:pt x="135136" y="616320"/>
                  <a:pt x="135136" y="618846"/>
                </a:cubicBezTo>
                <a:cubicBezTo>
                  <a:pt x="136399" y="620109"/>
                  <a:pt x="136399" y="622635"/>
                  <a:pt x="137662" y="621372"/>
                </a:cubicBezTo>
                <a:moveTo>
                  <a:pt x="135136" y="602428"/>
                </a:moveTo>
                <a:cubicBezTo>
                  <a:pt x="135136" y="599902"/>
                  <a:pt x="132610" y="597376"/>
                  <a:pt x="130084" y="594850"/>
                </a:cubicBezTo>
                <a:cubicBezTo>
                  <a:pt x="128821" y="589798"/>
                  <a:pt x="127558" y="588535"/>
                  <a:pt x="123769" y="589798"/>
                </a:cubicBezTo>
                <a:lnTo>
                  <a:pt x="126295" y="602428"/>
                </a:lnTo>
                <a:cubicBezTo>
                  <a:pt x="126295" y="606216"/>
                  <a:pt x="127558" y="608742"/>
                  <a:pt x="131347" y="610005"/>
                </a:cubicBezTo>
                <a:cubicBezTo>
                  <a:pt x="141451" y="611268"/>
                  <a:pt x="141451" y="608742"/>
                  <a:pt x="135136" y="602428"/>
                </a:cubicBezTo>
                <a:moveTo>
                  <a:pt x="131347" y="545595"/>
                </a:moveTo>
                <a:cubicBezTo>
                  <a:pt x="132610" y="546858"/>
                  <a:pt x="135136" y="546858"/>
                  <a:pt x="136399" y="545595"/>
                </a:cubicBezTo>
                <a:lnTo>
                  <a:pt x="146502" y="529176"/>
                </a:lnTo>
                <a:cubicBezTo>
                  <a:pt x="147765" y="524125"/>
                  <a:pt x="146502" y="524125"/>
                  <a:pt x="143976" y="524125"/>
                </a:cubicBezTo>
                <a:lnTo>
                  <a:pt x="133873" y="538017"/>
                </a:lnTo>
                <a:cubicBezTo>
                  <a:pt x="137662" y="530439"/>
                  <a:pt x="140188" y="524125"/>
                  <a:pt x="138925" y="522862"/>
                </a:cubicBezTo>
                <a:cubicBezTo>
                  <a:pt x="145239" y="519073"/>
                  <a:pt x="145239" y="511495"/>
                  <a:pt x="146502" y="502654"/>
                </a:cubicBezTo>
                <a:cubicBezTo>
                  <a:pt x="147765" y="507706"/>
                  <a:pt x="149028" y="508969"/>
                  <a:pt x="151554" y="507706"/>
                </a:cubicBezTo>
                <a:lnTo>
                  <a:pt x="152817" y="501392"/>
                </a:lnTo>
                <a:lnTo>
                  <a:pt x="155343" y="508969"/>
                </a:lnTo>
                <a:cubicBezTo>
                  <a:pt x="156606" y="506443"/>
                  <a:pt x="157869" y="502654"/>
                  <a:pt x="159132" y="497603"/>
                </a:cubicBezTo>
                <a:lnTo>
                  <a:pt x="159132" y="507706"/>
                </a:lnTo>
                <a:cubicBezTo>
                  <a:pt x="161658" y="507706"/>
                  <a:pt x="162921" y="503917"/>
                  <a:pt x="164184" y="498866"/>
                </a:cubicBezTo>
                <a:cubicBezTo>
                  <a:pt x="164184" y="502654"/>
                  <a:pt x="164184" y="505180"/>
                  <a:pt x="165447" y="506443"/>
                </a:cubicBezTo>
                <a:cubicBezTo>
                  <a:pt x="167972" y="503917"/>
                  <a:pt x="166710" y="497603"/>
                  <a:pt x="170498" y="495077"/>
                </a:cubicBezTo>
                <a:cubicBezTo>
                  <a:pt x="170498" y="500129"/>
                  <a:pt x="170498" y="502654"/>
                  <a:pt x="173024" y="501392"/>
                </a:cubicBezTo>
                <a:lnTo>
                  <a:pt x="176813" y="491288"/>
                </a:lnTo>
                <a:cubicBezTo>
                  <a:pt x="178076" y="490025"/>
                  <a:pt x="178076" y="492551"/>
                  <a:pt x="176813" y="498866"/>
                </a:cubicBezTo>
                <a:cubicBezTo>
                  <a:pt x="178076" y="498866"/>
                  <a:pt x="179339" y="497603"/>
                  <a:pt x="179339" y="493814"/>
                </a:cubicBezTo>
                <a:lnTo>
                  <a:pt x="181865" y="488762"/>
                </a:lnTo>
                <a:cubicBezTo>
                  <a:pt x="180602" y="492551"/>
                  <a:pt x="180602" y="495077"/>
                  <a:pt x="181865" y="497603"/>
                </a:cubicBezTo>
                <a:cubicBezTo>
                  <a:pt x="183128" y="497603"/>
                  <a:pt x="184391" y="492551"/>
                  <a:pt x="186917" y="487499"/>
                </a:cubicBezTo>
                <a:cubicBezTo>
                  <a:pt x="185654" y="493814"/>
                  <a:pt x="185654" y="497603"/>
                  <a:pt x="188180" y="496340"/>
                </a:cubicBezTo>
                <a:lnTo>
                  <a:pt x="190706" y="484973"/>
                </a:lnTo>
                <a:cubicBezTo>
                  <a:pt x="190706" y="490025"/>
                  <a:pt x="190706" y="493814"/>
                  <a:pt x="191969" y="493814"/>
                </a:cubicBezTo>
                <a:cubicBezTo>
                  <a:pt x="193231" y="488762"/>
                  <a:pt x="195757" y="484973"/>
                  <a:pt x="198283" y="481184"/>
                </a:cubicBezTo>
                <a:lnTo>
                  <a:pt x="202072" y="486236"/>
                </a:lnTo>
                <a:cubicBezTo>
                  <a:pt x="202072" y="491288"/>
                  <a:pt x="205861" y="486236"/>
                  <a:pt x="210913" y="474870"/>
                </a:cubicBezTo>
                <a:lnTo>
                  <a:pt x="212176" y="481184"/>
                </a:lnTo>
                <a:cubicBezTo>
                  <a:pt x="214702" y="479921"/>
                  <a:pt x="215965" y="474870"/>
                  <a:pt x="217228" y="471081"/>
                </a:cubicBezTo>
                <a:lnTo>
                  <a:pt x="219753" y="474870"/>
                </a:lnTo>
                <a:lnTo>
                  <a:pt x="222279" y="468555"/>
                </a:lnTo>
                <a:cubicBezTo>
                  <a:pt x="221016" y="467292"/>
                  <a:pt x="218490" y="468555"/>
                  <a:pt x="215965" y="468555"/>
                </a:cubicBezTo>
                <a:cubicBezTo>
                  <a:pt x="204598" y="473607"/>
                  <a:pt x="193231" y="472344"/>
                  <a:pt x="185654" y="477395"/>
                </a:cubicBezTo>
                <a:lnTo>
                  <a:pt x="183128" y="476132"/>
                </a:lnTo>
                <a:cubicBezTo>
                  <a:pt x="188180" y="471081"/>
                  <a:pt x="191969" y="464766"/>
                  <a:pt x="194494" y="455925"/>
                </a:cubicBezTo>
                <a:lnTo>
                  <a:pt x="194494" y="457188"/>
                </a:lnTo>
                <a:lnTo>
                  <a:pt x="190706" y="472344"/>
                </a:lnTo>
                <a:cubicBezTo>
                  <a:pt x="194494" y="467292"/>
                  <a:pt x="197020" y="462240"/>
                  <a:pt x="198283" y="454662"/>
                </a:cubicBezTo>
                <a:cubicBezTo>
                  <a:pt x="199546" y="452136"/>
                  <a:pt x="199546" y="450873"/>
                  <a:pt x="202072" y="453399"/>
                </a:cubicBezTo>
                <a:lnTo>
                  <a:pt x="198283" y="462240"/>
                </a:lnTo>
                <a:cubicBezTo>
                  <a:pt x="194494" y="468555"/>
                  <a:pt x="193231" y="471081"/>
                  <a:pt x="194494" y="472344"/>
                </a:cubicBezTo>
                <a:cubicBezTo>
                  <a:pt x="200809" y="466029"/>
                  <a:pt x="203335" y="458451"/>
                  <a:pt x="207124" y="448348"/>
                </a:cubicBezTo>
                <a:cubicBezTo>
                  <a:pt x="207124" y="453399"/>
                  <a:pt x="205861" y="458451"/>
                  <a:pt x="199546" y="469818"/>
                </a:cubicBezTo>
                <a:lnTo>
                  <a:pt x="200809" y="469818"/>
                </a:lnTo>
                <a:cubicBezTo>
                  <a:pt x="205861" y="467292"/>
                  <a:pt x="208387" y="458451"/>
                  <a:pt x="210913" y="445822"/>
                </a:cubicBezTo>
                <a:lnTo>
                  <a:pt x="212176" y="445822"/>
                </a:lnTo>
                <a:lnTo>
                  <a:pt x="207124" y="462240"/>
                </a:lnTo>
                <a:cubicBezTo>
                  <a:pt x="204598" y="466029"/>
                  <a:pt x="205861" y="467292"/>
                  <a:pt x="208387" y="467292"/>
                </a:cubicBezTo>
                <a:lnTo>
                  <a:pt x="217228" y="443296"/>
                </a:lnTo>
                <a:lnTo>
                  <a:pt x="214702" y="455925"/>
                </a:lnTo>
                <a:lnTo>
                  <a:pt x="217228" y="455925"/>
                </a:lnTo>
                <a:lnTo>
                  <a:pt x="222279" y="440770"/>
                </a:lnTo>
                <a:lnTo>
                  <a:pt x="219753" y="455925"/>
                </a:lnTo>
                <a:lnTo>
                  <a:pt x="226068" y="433192"/>
                </a:lnTo>
                <a:lnTo>
                  <a:pt x="227331" y="433192"/>
                </a:lnTo>
                <a:lnTo>
                  <a:pt x="226068" y="447085"/>
                </a:lnTo>
                <a:cubicBezTo>
                  <a:pt x="227331" y="450873"/>
                  <a:pt x="231120" y="447085"/>
                  <a:pt x="228594" y="445822"/>
                </a:cubicBezTo>
                <a:lnTo>
                  <a:pt x="233646" y="420563"/>
                </a:lnTo>
                <a:lnTo>
                  <a:pt x="234909" y="419300"/>
                </a:lnTo>
                <a:cubicBezTo>
                  <a:pt x="234909" y="428140"/>
                  <a:pt x="233646" y="438244"/>
                  <a:pt x="231120" y="447085"/>
                </a:cubicBezTo>
                <a:cubicBezTo>
                  <a:pt x="234909" y="443296"/>
                  <a:pt x="236172" y="430666"/>
                  <a:pt x="238698" y="416774"/>
                </a:cubicBezTo>
                <a:cubicBezTo>
                  <a:pt x="238698" y="414248"/>
                  <a:pt x="239961" y="414248"/>
                  <a:pt x="241224" y="412985"/>
                </a:cubicBezTo>
                <a:cubicBezTo>
                  <a:pt x="239961" y="423089"/>
                  <a:pt x="237435" y="433192"/>
                  <a:pt x="236172" y="440770"/>
                </a:cubicBezTo>
                <a:cubicBezTo>
                  <a:pt x="236172" y="444559"/>
                  <a:pt x="238698" y="444559"/>
                  <a:pt x="238698" y="440770"/>
                </a:cubicBezTo>
                <a:lnTo>
                  <a:pt x="245012" y="406670"/>
                </a:lnTo>
                <a:lnTo>
                  <a:pt x="243750" y="434455"/>
                </a:lnTo>
                <a:lnTo>
                  <a:pt x="245012" y="433192"/>
                </a:lnTo>
                <a:cubicBezTo>
                  <a:pt x="248801" y="419300"/>
                  <a:pt x="250064" y="404144"/>
                  <a:pt x="250064" y="387726"/>
                </a:cubicBezTo>
                <a:lnTo>
                  <a:pt x="251327" y="371308"/>
                </a:lnTo>
                <a:cubicBezTo>
                  <a:pt x="252590" y="367519"/>
                  <a:pt x="251327" y="364993"/>
                  <a:pt x="248801" y="364993"/>
                </a:cubicBezTo>
                <a:cubicBezTo>
                  <a:pt x="239961" y="363730"/>
                  <a:pt x="231120" y="366256"/>
                  <a:pt x="221016" y="373833"/>
                </a:cubicBezTo>
                <a:lnTo>
                  <a:pt x="221016" y="372571"/>
                </a:lnTo>
                <a:cubicBezTo>
                  <a:pt x="229857" y="366256"/>
                  <a:pt x="239961" y="361204"/>
                  <a:pt x="251327" y="363730"/>
                </a:cubicBezTo>
                <a:lnTo>
                  <a:pt x="252590" y="361204"/>
                </a:lnTo>
                <a:cubicBezTo>
                  <a:pt x="236172" y="357415"/>
                  <a:pt x="223542" y="363730"/>
                  <a:pt x="212176" y="375096"/>
                </a:cubicBezTo>
                <a:lnTo>
                  <a:pt x="210913" y="373833"/>
                </a:lnTo>
                <a:cubicBezTo>
                  <a:pt x="222279" y="361204"/>
                  <a:pt x="236172" y="356152"/>
                  <a:pt x="251327" y="357415"/>
                </a:cubicBezTo>
                <a:lnTo>
                  <a:pt x="252590" y="356152"/>
                </a:lnTo>
                <a:cubicBezTo>
                  <a:pt x="242487" y="356152"/>
                  <a:pt x="233646" y="356152"/>
                  <a:pt x="226068" y="358678"/>
                </a:cubicBezTo>
                <a:cubicBezTo>
                  <a:pt x="204598" y="367519"/>
                  <a:pt x="191969" y="391515"/>
                  <a:pt x="189443" y="424351"/>
                </a:cubicBezTo>
                <a:lnTo>
                  <a:pt x="188180" y="425614"/>
                </a:lnTo>
                <a:cubicBezTo>
                  <a:pt x="190706" y="382674"/>
                  <a:pt x="205861" y="368782"/>
                  <a:pt x="222279" y="358678"/>
                </a:cubicBezTo>
                <a:lnTo>
                  <a:pt x="222279" y="356152"/>
                </a:lnTo>
                <a:cubicBezTo>
                  <a:pt x="203335" y="366256"/>
                  <a:pt x="199546" y="371308"/>
                  <a:pt x="191969" y="385200"/>
                </a:cubicBezTo>
                <a:cubicBezTo>
                  <a:pt x="181865" y="404144"/>
                  <a:pt x="180602" y="431929"/>
                  <a:pt x="181865" y="459714"/>
                </a:cubicBezTo>
                <a:cubicBezTo>
                  <a:pt x="181865" y="464766"/>
                  <a:pt x="180602" y="468555"/>
                  <a:pt x="179339" y="472344"/>
                </a:cubicBezTo>
                <a:lnTo>
                  <a:pt x="178076" y="472344"/>
                </a:lnTo>
                <a:cubicBezTo>
                  <a:pt x="179339" y="469818"/>
                  <a:pt x="179339" y="467292"/>
                  <a:pt x="180602" y="463503"/>
                </a:cubicBezTo>
                <a:cubicBezTo>
                  <a:pt x="179339" y="440770"/>
                  <a:pt x="179339" y="419300"/>
                  <a:pt x="183128" y="400355"/>
                </a:cubicBezTo>
                <a:cubicBezTo>
                  <a:pt x="186917" y="383937"/>
                  <a:pt x="195757" y="371308"/>
                  <a:pt x="204598" y="361204"/>
                </a:cubicBezTo>
                <a:lnTo>
                  <a:pt x="204598" y="358678"/>
                </a:lnTo>
                <a:cubicBezTo>
                  <a:pt x="202072" y="361204"/>
                  <a:pt x="199546" y="361204"/>
                  <a:pt x="197020" y="363730"/>
                </a:cubicBezTo>
                <a:cubicBezTo>
                  <a:pt x="195757" y="364993"/>
                  <a:pt x="193231" y="368782"/>
                  <a:pt x="191969" y="371308"/>
                </a:cubicBezTo>
                <a:cubicBezTo>
                  <a:pt x="186917" y="377622"/>
                  <a:pt x="181865" y="387726"/>
                  <a:pt x="178076" y="402881"/>
                </a:cubicBezTo>
                <a:cubicBezTo>
                  <a:pt x="176813" y="420563"/>
                  <a:pt x="176813" y="442033"/>
                  <a:pt x="176813" y="466029"/>
                </a:cubicBezTo>
                <a:lnTo>
                  <a:pt x="175550" y="468555"/>
                </a:lnTo>
                <a:cubicBezTo>
                  <a:pt x="174287" y="458451"/>
                  <a:pt x="175550" y="448348"/>
                  <a:pt x="175550" y="439507"/>
                </a:cubicBezTo>
                <a:cubicBezTo>
                  <a:pt x="175550" y="397830"/>
                  <a:pt x="186917" y="367519"/>
                  <a:pt x="212176" y="352363"/>
                </a:cubicBezTo>
                <a:lnTo>
                  <a:pt x="213439" y="349837"/>
                </a:lnTo>
                <a:cubicBezTo>
                  <a:pt x="184391" y="361204"/>
                  <a:pt x="165447" y="390252"/>
                  <a:pt x="169235" y="458451"/>
                </a:cubicBezTo>
                <a:cubicBezTo>
                  <a:pt x="169235" y="473607"/>
                  <a:pt x="164184" y="487499"/>
                  <a:pt x="150291" y="495077"/>
                </a:cubicBezTo>
                <a:cubicBezTo>
                  <a:pt x="143976" y="498866"/>
                  <a:pt x="137662" y="502654"/>
                  <a:pt x="137662" y="511495"/>
                </a:cubicBezTo>
                <a:cubicBezTo>
                  <a:pt x="135136" y="535491"/>
                  <a:pt x="125032" y="553172"/>
                  <a:pt x="113666" y="570854"/>
                </a:cubicBezTo>
                <a:cubicBezTo>
                  <a:pt x="108614" y="578431"/>
                  <a:pt x="118717" y="582220"/>
                  <a:pt x="119980" y="574643"/>
                </a:cubicBezTo>
                <a:cubicBezTo>
                  <a:pt x="126295" y="578431"/>
                  <a:pt x="130084" y="573380"/>
                  <a:pt x="127558" y="567065"/>
                </a:cubicBezTo>
                <a:lnTo>
                  <a:pt x="130084" y="565802"/>
                </a:lnTo>
                <a:lnTo>
                  <a:pt x="130084" y="560750"/>
                </a:lnTo>
                <a:lnTo>
                  <a:pt x="132610" y="560750"/>
                </a:lnTo>
                <a:lnTo>
                  <a:pt x="132610" y="556961"/>
                </a:lnTo>
                <a:lnTo>
                  <a:pt x="135136" y="554435"/>
                </a:lnTo>
                <a:cubicBezTo>
                  <a:pt x="136399" y="549384"/>
                  <a:pt x="133873" y="546858"/>
                  <a:pt x="132610" y="549384"/>
                </a:cubicBezTo>
                <a:cubicBezTo>
                  <a:pt x="128821" y="556961"/>
                  <a:pt x="126295" y="563276"/>
                  <a:pt x="122506" y="565802"/>
                </a:cubicBezTo>
                <a:cubicBezTo>
                  <a:pt x="125032" y="559487"/>
                  <a:pt x="128821" y="554435"/>
                  <a:pt x="131347" y="545595"/>
                </a:cubicBezTo>
                <a:moveTo>
                  <a:pt x="247538" y="449610"/>
                </a:moveTo>
                <a:cubicBezTo>
                  <a:pt x="247538" y="448348"/>
                  <a:pt x="245012" y="448348"/>
                  <a:pt x="245012" y="449610"/>
                </a:cubicBezTo>
                <a:lnTo>
                  <a:pt x="245012" y="454662"/>
                </a:lnTo>
                <a:cubicBezTo>
                  <a:pt x="245012" y="455925"/>
                  <a:pt x="247538" y="454662"/>
                  <a:pt x="247538" y="454662"/>
                </a:cubicBezTo>
                <a:lnTo>
                  <a:pt x="247538" y="449610"/>
                </a:lnTo>
                <a:moveTo>
                  <a:pt x="243750" y="457188"/>
                </a:moveTo>
                <a:cubicBezTo>
                  <a:pt x="243750" y="455925"/>
                  <a:pt x="242487" y="455925"/>
                  <a:pt x="242487" y="455925"/>
                </a:cubicBezTo>
                <a:cubicBezTo>
                  <a:pt x="242487" y="455925"/>
                  <a:pt x="241224" y="455925"/>
                  <a:pt x="241224" y="457188"/>
                </a:cubicBezTo>
                <a:cubicBezTo>
                  <a:pt x="241224" y="458451"/>
                  <a:pt x="241224" y="458451"/>
                  <a:pt x="242487" y="458451"/>
                </a:cubicBezTo>
                <a:cubicBezTo>
                  <a:pt x="242487" y="458451"/>
                  <a:pt x="243750" y="458451"/>
                  <a:pt x="243750" y="457188"/>
                </a:cubicBezTo>
                <a:moveTo>
                  <a:pt x="239961" y="457188"/>
                </a:moveTo>
                <a:cubicBezTo>
                  <a:pt x="239961" y="454662"/>
                  <a:pt x="237435" y="455925"/>
                  <a:pt x="237435" y="457188"/>
                </a:cubicBezTo>
                <a:lnTo>
                  <a:pt x="237435" y="460977"/>
                </a:lnTo>
                <a:cubicBezTo>
                  <a:pt x="237435" y="463503"/>
                  <a:pt x="239961" y="462240"/>
                  <a:pt x="239961" y="460977"/>
                </a:cubicBezTo>
                <a:lnTo>
                  <a:pt x="239961" y="457188"/>
                </a:lnTo>
                <a:close/>
                <a:moveTo>
                  <a:pt x="234909" y="463503"/>
                </a:moveTo>
                <a:cubicBezTo>
                  <a:pt x="234909" y="462240"/>
                  <a:pt x="234909" y="462240"/>
                  <a:pt x="233646" y="462240"/>
                </a:cubicBezTo>
                <a:cubicBezTo>
                  <a:pt x="232383" y="462240"/>
                  <a:pt x="232383" y="463503"/>
                  <a:pt x="232383" y="463503"/>
                </a:cubicBezTo>
                <a:cubicBezTo>
                  <a:pt x="232383" y="464766"/>
                  <a:pt x="232383" y="464766"/>
                  <a:pt x="233646" y="464766"/>
                </a:cubicBezTo>
                <a:cubicBezTo>
                  <a:pt x="234909" y="464766"/>
                  <a:pt x="234909" y="464766"/>
                  <a:pt x="234909" y="463503"/>
                </a:cubicBezTo>
                <a:moveTo>
                  <a:pt x="231120" y="463503"/>
                </a:moveTo>
                <a:cubicBezTo>
                  <a:pt x="231120" y="460977"/>
                  <a:pt x="229857" y="462240"/>
                  <a:pt x="229857" y="463503"/>
                </a:cubicBezTo>
                <a:lnTo>
                  <a:pt x="229857" y="467292"/>
                </a:lnTo>
                <a:cubicBezTo>
                  <a:pt x="229857" y="469818"/>
                  <a:pt x="232383" y="468555"/>
                  <a:pt x="232383" y="467292"/>
                </a:cubicBezTo>
                <a:lnTo>
                  <a:pt x="232383" y="463503"/>
                </a:lnTo>
                <a:moveTo>
                  <a:pt x="226068" y="466029"/>
                </a:moveTo>
                <a:cubicBezTo>
                  <a:pt x="226068" y="464766"/>
                  <a:pt x="223542" y="464766"/>
                  <a:pt x="223542" y="466029"/>
                </a:cubicBezTo>
                <a:lnTo>
                  <a:pt x="223542" y="469818"/>
                </a:lnTo>
                <a:cubicBezTo>
                  <a:pt x="223542" y="471081"/>
                  <a:pt x="226068" y="471081"/>
                  <a:pt x="226068" y="469818"/>
                </a:cubicBezTo>
                <a:lnTo>
                  <a:pt x="226068" y="466029"/>
                </a:lnTo>
                <a:close/>
                <a:moveTo>
                  <a:pt x="214702" y="459714"/>
                </a:moveTo>
                <a:lnTo>
                  <a:pt x="214702" y="463503"/>
                </a:lnTo>
                <a:lnTo>
                  <a:pt x="215965" y="463503"/>
                </a:lnTo>
                <a:lnTo>
                  <a:pt x="217228" y="459714"/>
                </a:lnTo>
                <a:lnTo>
                  <a:pt x="214702" y="459714"/>
                </a:lnTo>
                <a:close/>
                <a:moveTo>
                  <a:pt x="142713" y="559487"/>
                </a:moveTo>
                <a:cubicBezTo>
                  <a:pt x="147765" y="555698"/>
                  <a:pt x="152817" y="551910"/>
                  <a:pt x="152817" y="549384"/>
                </a:cubicBezTo>
                <a:cubicBezTo>
                  <a:pt x="150291" y="549384"/>
                  <a:pt x="147765" y="550647"/>
                  <a:pt x="146502" y="553172"/>
                </a:cubicBezTo>
                <a:lnTo>
                  <a:pt x="142713" y="559487"/>
                </a:lnTo>
                <a:moveTo>
                  <a:pt x="167972" y="553172"/>
                </a:moveTo>
                <a:cubicBezTo>
                  <a:pt x="166710" y="551910"/>
                  <a:pt x="164184" y="550647"/>
                  <a:pt x="161658" y="550647"/>
                </a:cubicBezTo>
                <a:lnTo>
                  <a:pt x="156606" y="553172"/>
                </a:lnTo>
                <a:cubicBezTo>
                  <a:pt x="157869" y="553172"/>
                  <a:pt x="159132" y="553172"/>
                  <a:pt x="159132" y="553172"/>
                </a:cubicBezTo>
                <a:cubicBezTo>
                  <a:pt x="159132" y="553172"/>
                  <a:pt x="157869" y="553172"/>
                  <a:pt x="157869" y="554435"/>
                </a:cubicBezTo>
                <a:lnTo>
                  <a:pt x="155343" y="558224"/>
                </a:lnTo>
                <a:cubicBezTo>
                  <a:pt x="157869" y="556961"/>
                  <a:pt x="160395" y="554435"/>
                  <a:pt x="161658" y="553172"/>
                </a:cubicBezTo>
                <a:lnTo>
                  <a:pt x="164184" y="553172"/>
                </a:lnTo>
                <a:cubicBezTo>
                  <a:pt x="162921" y="553172"/>
                  <a:pt x="162921" y="554435"/>
                  <a:pt x="161658" y="554435"/>
                </a:cubicBezTo>
                <a:lnTo>
                  <a:pt x="159132" y="559487"/>
                </a:lnTo>
                <a:cubicBezTo>
                  <a:pt x="162921" y="558224"/>
                  <a:pt x="166710" y="555698"/>
                  <a:pt x="167972" y="553172"/>
                </a:cubicBezTo>
                <a:lnTo>
                  <a:pt x="167972" y="553172"/>
                </a:lnTo>
                <a:close/>
                <a:moveTo>
                  <a:pt x="173024" y="602428"/>
                </a:moveTo>
                <a:cubicBezTo>
                  <a:pt x="173024" y="603691"/>
                  <a:pt x="174287" y="603691"/>
                  <a:pt x="176813" y="604953"/>
                </a:cubicBezTo>
                <a:cubicBezTo>
                  <a:pt x="179339" y="604953"/>
                  <a:pt x="181865" y="604953"/>
                  <a:pt x="181865" y="604953"/>
                </a:cubicBezTo>
                <a:cubicBezTo>
                  <a:pt x="181865" y="604953"/>
                  <a:pt x="180602" y="603691"/>
                  <a:pt x="178076" y="602428"/>
                </a:cubicBezTo>
                <a:cubicBezTo>
                  <a:pt x="174287" y="601165"/>
                  <a:pt x="173024" y="601165"/>
                  <a:pt x="173024" y="602428"/>
                </a:cubicBezTo>
                <a:moveTo>
                  <a:pt x="174287" y="606216"/>
                </a:moveTo>
                <a:cubicBezTo>
                  <a:pt x="174287" y="606216"/>
                  <a:pt x="175550" y="607479"/>
                  <a:pt x="178076" y="607479"/>
                </a:cubicBezTo>
                <a:cubicBezTo>
                  <a:pt x="180602" y="607479"/>
                  <a:pt x="181865" y="607479"/>
                  <a:pt x="181865" y="607479"/>
                </a:cubicBezTo>
                <a:cubicBezTo>
                  <a:pt x="181865" y="607479"/>
                  <a:pt x="180602" y="606216"/>
                  <a:pt x="178076" y="606216"/>
                </a:cubicBezTo>
                <a:cubicBezTo>
                  <a:pt x="175550" y="606216"/>
                  <a:pt x="174287" y="606216"/>
                  <a:pt x="174287" y="606216"/>
                </a:cubicBezTo>
                <a:moveTo>
                  <a:pt x="179339" y="611268"/>
                </a:moveTo>
                <a:cubicBezTo>
                  <a:pt x="180602" y="611268"/>
                  <a:pt x="181865" y="611268"/>
                  <a:pt x="183128" y="611268"/>
                </a:cubicBezTo>
                <a:cubicBezTo>
                  <a:pt x="183128" y="610005"/>
                  <a:pt x="181865" y="610005"/>
                  <a:pt x="180602" y="610005"/>
                </a:cubicBezTo>
                <a:cubicBezTo>
                  <a:pt x="179339" y="610005"/>
                  <a:pt x="178076" y="610005"/>
                  <a:pt x="178076" y="610005"/>
                </a:cubicBezTo>
                <a:cubicBezTo>
                  <a:pt x="176813" y="611268"/>
                  <a:pt x="178076" y="611268"/>
                  <a:pt x="179339" y="611268"/>
                </a:cubicBezTo>
                <a:moveTo>
                  <a:pt x="185654" y="582220"/>
                </a:moveTo>
                <a:cubicBezTo>
                  <a:pt x="184391" y="575906"/>
                  <a:pt x="186917" y="570854"/>
                  <a:pt x="185654" y="569591"/>
                </a:cubicBezTo>
                <a:cubicBezTo>
                  <a:pt x="184391" y="569591"/>
                  <a:pt x="180602" y="570854"/>
                  <a:pt x="178076" y="577169"/>
                </a:cubicBezTo>
                <a:cubicBezTo>
                  <a:pt x="175550" y="583483"/>
                  <a:pt x="176813" y="587272"/>
                  <a:pt x="178076" y="589798"/>
                </a:cubicBezTo>
                <a:lnTo>
                  <a:pt x="179339" y="582220"/>
                </a:lnTo>
                <a:lnTo>
                  <a:pt x="183128" y="586009"/>
                </a:lnTo>
                <a:lnTo>
                  <a:pt x="181865" y="578431"/>
                </a:lnTo>
                <a:lnTo>
                  <a:pt x="185654" y="582220"/>
                </a:lnTo>
                <a:moveTo>
                  <a:pt x="189443" y="556961"/>
                </a:moveTo>
                <a:cubicBezTo>
                  <a:pt x="190706" y="554435"/>
                  <a:pt x="184391" y="553172"/>
                  <a:pt x="181865" y="554435"/>
                </a:cubicBezTo>
                <a:cubicBezTo>
                  <a:pt x="178076" y="555698"/>
                  <a:pt x="176813" y="555698"/>
                  <a:pt x="175550" y="558224"/>
                </a:cubicBezTo>
                <a:lnTo>
                  <a:pt x="174287" y="560750"/>
                </a:lnTo>
                <a:cubicBezTo>
                  <a:pt x="175550" y="559487"/>
                  <a:pt x="178076" y="558224"/>
                  <a:pt x="179339" y="556961"/>
                </a:cubicBezTo>
                <a:cubicBezTo>
                  <a:pt x="179339" y="556961"/>
                  <a:pt x="180602" y="556961"/>
                  <a:pt x="180602" y="556961"/>
                </a:cubicBezTo>
                <a:cubicBezTo>
                  <a:pt x="180602" y="556961"/>
                  <a:pt x="179339" y="556961"/>
                  <a:pt x="179339" y="558224"/>
                </a:cubicBezTo>
                <a:lnTo>
                  <a:pt x="176813" y="562013"/>
                </a:lnTo>
                <a:cubicBezTo>
                  <a:pt x="179339" y="560750"/>
                  <a:pt x="181865" y="558224"/>
                  <a:pt x="183128" y="556961"/>
                </a:cubicBezTo>
                <a:lnTo>
                  <a:pt x="185654" y="556961"/>
                </a:lnTo>
                <a:cubicBezTo>
                  <a:pt x="185654" y="556961"/>
                  <a:pt x="184391" y="558224"/>
                  <a:pt x="184391" y="558224"/>
                </a:cubicBezTo>
                <a:lnTo>
                  <a:pt x="181865" y="563276"/>
                </a:lnTo>
                <a:cubicBezTo>
                  <a:pt x="184391" y="562013"/>
                  <a:pt x="188180" y="558224"/>
                  <a:pt x="189443" y="556961"/>
                </a:cubicBezTo>
                <a:moveTo>
                  <a:pt x="173024" y="551910"/>
                </a:moveTo>
                <a:cubicBezTo>
                  <a:pt x="180602" y="549384"/>
                  <a:pt x="185654" y="550647"/>
                  <a:pt x="191969" y="553172"/>
                </a:cubicBezTo>
                <a:cubicBezTo>
                  <a:pt x="202072" y="548121"/>
                  <a:pt x="209650" y="546858"/>
                  <a:pt x="215965" y="549384"/>
                </a:cubicBezTo>
                <a:cubicBezTo>
                  <a:pt x="224805" y="541806"/>
                  <a:pt x="234909" y="539280"/>
                  <a:pt x="245012" y="543069"/>
                </a:cubicBezTo>
                <a:cubicBezTo>
                  <a:pt x="246275" y="539280"/>
                  <a:pt x="242487" y="534228"/>
                  <a:pt x="232383" y="529176"/>
                </a:cubicBezTo>
                <a:cubicBezTo>
                  <a:pt x="224805" y="522862"/>
                  <a:pt x="226068" y="516547"/>
                  <a:pt x="231120" y="511495"/>
                </a:cubicBezTo>
                <a:lnTo>
                  <a:pt x="241224" y="500129"/>
                </a:lnTo>
                <a:cubicBezTo>
                  <a:pt x="247538" y="487499"/>
                  <a:pt x="246275" y="484973"/>
                  <a:pt x="237435" y="491288"/>
                </a:cubicBezTo>
                <a:cubicBezTo>
                  <a:pt x="215965" y="501392"/>
                  <a:pt x="197020" y="511495"/>
                  <a:pt x="179339" y="514021"/>
                </a:cubicBezTo>
                <a:cubicBezTo>
                  <a:pt x="161658" y="516547"/>
                  <a:pt x="150291" y="526651"/>
                  <a:pt x="145239" y="544332"/>
                </a:cubicBezTo>
                <a:cubicBezTo>
                  <a:pt x="150291" y="545595"/>
                  <a:pt x="154080" y="546858"/>
                  <a:pt x="156606" y="550647"/>
                </a:cubicBezTo>
                <a:cubicBezTo>
                  <a:pt x="165447" y="545595"/>
                  <a:pt x="170498" y="546858"/>
                  <a:pt x="173024" y="551910"/>
                </a:cubicBezTo>
                <a:moveTo>
                  <a:pt x="219753" y="596113"/>
                </a:moveTo>
                <a:cubicBezTo>
                  <a:pt x="219753" y="594850"/>
                  <a:pt x="218490" y="594850"/>
                  <a:pt x="218490" y="594850"/>
                </a:cubicBezTo>
                <a:cubicBezTo>
                  <a:pt x="217228" y="594850"/>
                  <a:pt x="218490" y="596113"/>
                  <a:pt x="219753" y="596113"/>
                </a:cubicBezTo>
                <a:cubicBezTo>
                  <a:pt x="219753" y="598639"/>
                  <a:pt x="219753" y="598639"/>
                  <a:pt x="221016" y="598639"/>
                </a:cubicBezTo>
                <a:cubicBezTo>
                  <a:pt x="221016" y="598639"/>
                  <a:pt x="221016" y="597376"/>
                  <a:pt x="219753" y="596113"/>
                </a:cubicBezTo>
                <a:moveTo>
                  <a:pt x="203335" y="602428"/>
                </a:moveTo>
                <a:cubicBezTo>
                  <a:pt x="209650" y="599902"/>
                  <a:pt x="209650" y="594850"/>
                  <a:pt x="204598" y="593587"/>
                </a:cubicBezTo>
                <a:cubicBezTo>
                  <a:pt x="198283" y="597376"/>
                  <a:pt x="198283" y="601165"/>
                  <a:pt x="203335" y="602428"/>
                </a:cubicBezTo>
                <a:moveTo>
                  <a:pt x="210913" y="553172"/>
                </a:moveTo>
                <a:cubicBezTo>
                  <a:pt x="212176" y="549384"/>
                  <a:pt x="205861" y="549384"/>
                  <a:pt x="200809" y="551910"/>
                </a:cubicBezTo>
                <a:lnTo>
                  <a:pt x="193231" y="556961"/>
                </a:lnTo>
                <a:lnTo>
                  <a:pt x="193231" y="556961"/>
                </a:lnTo>
                <a:lnTo>
                  <a:pt x="193231" y="556961"/>
                </a:lnTo>
                <a:lnTo>
                  <a:pt x="193231" y="556961"/>
                </a:lnTo>
                <a:lnTo>
                  <a:pt x="193231" y="558224"/>
                </a:lnTo>
                <a:lnTo>
                  <a:pt x="193231" y="564539"/>
                </a:lnTo>
                <a:cubicBezTo>
                  <a:pt x="194494" y="562013"/>
                  <a:pt x="195757" y="558224"/>
                  <a:pt x="195757" y="555698"/>
                </a:cubicBezTo>
                <a:lnTo>
                  <a:pt x="197020" y="562013"/>
                </a:lnTo>
                <a:cubicBezTo>
                  <a:pt x="197020" y="560750"/>
                  <a:pt x="198283" y="558224"/>
                  <a:pt x="198283" y="556961"/>
                </a:cubicBezTo>
                <a:lnTo>
                  <a:pt x="198283" y="556961"/>
                </a:lnTo>
                <a:lnTo>
                  <a:pt x="202072" y="565802"/>
                </a:lnTo>
                <a:cubicBezTo>
                  <a:pt x="202072" y="562013"/>
                  <a:pt x="202072" y="558224"/>
                  <a:pt x="202072" y="555698"/>
                </a:cubicBezTo>
                <a:cubicBezTo>
                  <a:pt x="202072" y="555698"/>
                  <a:pt x="203335" y="555698"/>
                  <a:pt x="203335" y="555698"/>
                </a:cubicBezTo>
                <a:lnTo>
                  <a:pt x="205861" y="562013"/>
                </a:lnTo>
                <a:cubicBezTo>
                  <a:pt x="205861" y="559487"/>
                  <a:pt x="205861" y="556961"/>
                  <a:pt x="205861" y="554435"/>
                </a:cubicBezTo>
                <a:lnTo>
                  <a:pt x="207124" y="554435"/>
                </a:lnTo>
                <a:lnTo>
                  <a:pt x="209650" y="559487"/>
                </a:lnTo>
                <a:cubicBezTo>
                  <a:pt x="209650" y="558224"/>
                  <a:pt x="209650" y="555698"/>
                  <a:pt x="209650" y="554435"/>
                </a:cubicBezTo>
                <a:cubicBezTo>
                  <a:pt x="209650" y="553172"/>
                  <a:pt x="210913" y="553172"/>
                  <a:pt x="210913" y="553172"/>
                </a:cubicBezTo>
                <a:moveTo>
                  <a:pt x="214702" y="616320"/>
                </a:moveTo>
                <a:cubicBezTo>
                  <a:pt x="215965" y="616320"/>
                  <a:pt x="215965" y="613794"/>
                  <a:pt x="214702" y="611268"/>
                </a:cubicBezTo>
                <a:cubicBezTo>
                  <a:pt x="214702" y="608742"/>
                  <a:pt x="212176" y="607479"/>
                  <a:pt x="212176" y="607479"/>
                </a:cubicBezTo>
                <a:cubicBezTo>
                  <a:pt x="212176" y="607479"/>
                  <a:pt x="212176" y="610005"/>
                  <a:pt x="212176" y="612531"/>
                </a:cubicBezTo>
                <a:cubicBezTo>
                  <a:pt x="212176" y="615057"/>
                  <a:pt x="213439" y="616320"/>
                  <a:pt x="214702" y="616320"/>
                </a:cubicBezTo>
                <a:moveTo>
                  <a:pt x="217228" y="610005"/>
                </a:moveTo>
                <a:cubicBezTo>
                  <a:pt x="217228" y="610005"/>
                  <a:pt x="217228" y="608742"/>
                  <a:pt x="217228" y="607479"/>
                </a:cubicBezTo>
                <a:cubicBezTo>
                  <a:pt x="215965" y="606216"/>
                  <a:pt x="215965" y="604953"/>
                  <a:pt x="214702" y="604953"/>
                </a:cubicBezTo>
                <a:cubicBezTo>
                  <a:pt x="214702" y="604953"/>
                  <a:pt x="214702" y="606216"/>
                  <a:pt x="214702" y="608742"/>
                </a:cubicBezTo>
                <a:cubicBezTo>
                  <a:pt x="215965" y="608742"/>
                  <a:pt x="217228" y="610005"/>
                  <a:pt x="217228" y="610005"/>
                </a:cubicBezTo>
                <a:moveTo>
                  <a:pt x="221016" y="604953"/>
                </a:moveTo>
                <a:cubicBezTo>
                  <a:pt x="221016" y="604953"/>
                  <a:pt x="221016" y="603691"/>
                  <a:pt x="219753" y="601165"/>
                </a:cubicBezTo>
                <a:cubicBezTo>
                  <a:pt x="218490" y="599902"/>
                  <a:pt x="217228" y="598639"/>
                  <a:pt x="217228" y="598639"/>
                </a:cubicBezTo>
                <a:cubicBezTo>
                  <a:pt x="217228" y="598639"/>
                  <a:pt x="217228" y="599902"/>
                  <a:pt x="218490" y="602428"/>
                </a:cubicBezTo>
                <a:cubicBezTo>
                  <a:pt x="218490" y="604953"/>
                  <a:pt x="219753" y="606216"/>
                  <a:pt x="221016" y="604953"/>
                </a:cubicBezTo>
                <a:moveTo>
                  <a:pt x="247538" y="548121"/>
                </a:moveTo>
                <a:cubicBezTo>
                  <a:pt x="250064" y="544332"/>
                  <a:pt x="239961" y="541806"/>
                  <a:pt x="231120" y="543069"/>
                </a:cubicBezTo>
                <a:cubicBezTo>
                  <a:pt x="223542" y="544332"/>
                  <a:pt x="219753" y="546858"/>
                  <a:pt x="219753" y="551910"/>
                </a:cubicBezTo>
                <a:cubicBezTo>
                  <a:pt x="221016" y="549384"/>
                  <a:pt x="223542" y="546858"/>
                  <a:pt x="226068" y="546858"/>
                </a:cubicBezTo>
                <a:lnTo>
                  <a:pt x="224805" y="551910"/>
                </a:lnTo>
                <a:lnTo>
                  <a:pt x="227331" y="546858"/>
                </a:lnTo>
                <a:cubicBezTo>
                  <a:pt x="228594" y="546858"/>
                  <a:pt x="229857" y="546858"/>
                  <a:pt x="231120" y="545595"/>
                </a:cubicBezTo>
                <a:lnTo>
                  <a:pt x="229857" y="546858"/>
                </a:lnTo>
                <a:lnTo>
                  <a:pt x="227331" y="554435"/>
                </a:lnTo>
                <a:lnTo>
                  <a:pt x="231120" y="549384"/>
                </a:lnTo>
                <a:lnTo>
                  <a:pt x="232383" y="546858"/>
                </a:lnTo>
                <a:lnTo>
                  <a:pt x="234909" y="546858"/>
                </a:lnTo>
                <a:lnTo>
                  <a:pt x="233646" y="549384"/>
                </a:lnTo>
                <a:lnTo>
                  <a:pt x="229857" y="554435"/>
                </a:lnTo>
                <a:lnTo>
                  <a:pt x="234909" y="549384"/>
                </a:lnTo>
                <a:lnTo>
                  <a:pt x="237435" y="546858"/>
                </a:lnTo>
                <a:cubicBezTo>
                  <a:pt x="237435" y="546858"/>
                  <a:pt x="238698" y="546858"/>
                  <a:pt x="238698" y="546858"/>
                </a:cubicBezTo>
                <a:lnTo>
                  <a:pt x="237435" y="549384"/>
                </a:lnTo>
                <a:lnTo>
                  <a:pt x="233646" y="555698"/>
                </a:lnTo>
                <a:lnTo>
                  <a:pt x="238698" y="550647"/>
                </a:lnTo>
                <a:lnTo>
                  <a:pt x="241224" y="548121"/>
                </a:lnTo>
                <a:cubicBezTo>
                  <a:pt x="242487" y="548121"/>
                  <a:pt x="243750" y="549384"/>
                  <a:pt x="245012" y="549384"/>
                </a:cubicBezTo>
                <a:lnTo>
                  <a:pt x="243750" y="553172"/>
                </a:lnTo>
                <a:lnTo>
                  <a:pt x="241224" y="559487"/>
                </a:lnTo>
                <a:lnTo>
                  <a:pt x="245012" y="553172"/>
                </a:lnTo>
                <a:lnTo>
                  <a:pt x="247538" y="548121"/>
                </a:lnTo>
                <a:lnTo>
                  <a:pt x="247538" y="548121"/>
                </a:lnTo>
                <a:moveTo>
                  <a:pt x="252590" y="438244"/>
                </a:moveTo>
                <a:cubicBezTo>
                  <a:pt x="251327" y="443296"/>
                  <a:pt x="250064" y="448348"/>
                  <a:pt x="250064" y="453399"/>
                </a:cubicBezTo>
                <a:cubicBezTo>
                  <a:pt x="253853" y="450873"/>
                  <a:pt x="256379" y="445822"/>
                  <a:pt x="258905" y="438244"/>
                </a:cubicBezTo>
                <a:cubicBezTo>
                  <a:pt x="258905" y="443296"/>
                  <a:pt x="260168" y="445822"/>
                  <a:pt x="262694" y="445822"/>
                </a:cubicBezTo>
                <a:cubicBezTo>
                  <a:pt x="263957" y="444559"/>
                  <a:pt x="265220" y="442033"/>
                  <a:pt x="266483" y="436981"/>
                </a:cubicBezTo>
                <a:lnTo>
                  <a:pt x="267746" y="436981"/>
                </a:lnTo>
                <a:cubicBezTo>
                  <a:pt x="265220" y="442033"/>
                  <a:pt x="265220" y="447085"/>
                  <a:pt x="267746" y="450873"/>
                </a:cubicBezTo>
                <a:cubicBezTo>
                  <a:pt x="269009" y="448348"/>
                  <a:pt x="270271" y="444559"/>
                  <a:pt x="271534" y="436981"/>
                </a:cubicBezTo>
                <a:lnTo>
                  <a:pt x="272797" y="438244"/>
                </a:lnTo>
                <a:cubicBezTo>
                  <a:pt x="272797" y="442033"/>
                  <a:pt x="271534" y="447085"/>
                  <a:pt x="272797" y="450873"/>
                </a:cubicBezTo>
                <a:cubicBezTo>
                  <a:pt x="274060" y="449610"/>
                  <a:pt x="276586" y="444559"/>
                  <a:pt x="277849" y="436981"/>
                </a:cubicBezTo>
                <a:cubicBezTo>
                  <a:pt x="277849" y="442033"/>
                  <a:pt x="277849" y="445822"/>
                  <a:pt x="279112" y="448348"/>
                </a:cubicBezTo>
                <a:cubicBezTo>
                  <a:pt x="281638" y="445822"/>
                  <a:pt x="282901" y="442033"/>
                  <a:pt x="285427" y="435718"/>
                </a:cubicBezTo>
                <a:cubicBezTo>
                  <a:pt x="284164" y="443296"/>
                  <a:pt x="284164" y="448348"/>
                  <a:pt x="285427" y="448348"/>
                </a:cubicBezTo>
                <a:cubicBezTo>
                  <a:pt x="289216" y="443296"/>
                  <a:pt x="287953" y="438244"/>
                  <a:pt x="291742" y="433192"/>
                </a:cubicBezTo>
                <a:cubicBezTo>
                  <a:pt x="291742" y="438244"/>
                  <a:pt x="287953" y="444559"/>
                  <a:pt x="290479" y="447085"/>
                </a:cubicBezTo>
                <a:cubicBezTo>
                  <a:pt x="295531" y="445822"/>
                  <a:pt x="294268" y="438244"/>
                  <a:pt x="296793" y="430666"/>
                </a:cubicBezTo>
                <a:cubicBezTo>
                  <a:pt x="296793" y="438244"/>
                  <a:pt x="296793" y="443296"/>
                  <a:pt x="298056" y="442033"/>
                </a:cubicBezTo>
                <a:cubicBezTo>
                  <a:pt x="299319" y="439507"/>
                  <a:pt x="300582" y="435718"/>
                  <a:pt x="300582" y="431929"/>
                </a:cubicBezTo>
                <a:cubicBezTo>
                  <a:pt x="300582" y="429403"/>
                  <a:pt x="300582" y="428140"/>
                  <a:pt x="298056" y="428140"/>
                </a:cubicBezTo>
                <a:lnTo>
                  <a:pt x="257642" y="434455"/>
                </a:lnTo>
                <a:cubicBezTo>
                  <a:pt x="255116" y="435718"/>
                  <a:pt x="252590" y="436981"/>
                  <a:pt x="252590" y="438244"/>
                </a:cubicBezTo>
                <a:moveTo>
                  <a:pt x="258905" y="501392"/>
                </a:moveTo>
                <a:cubicBezTo>
                  <a:pt x="258905" y="502654"/>
                  <a:pt x="261431" y="501392"/>
                  <a:pt x="261431" y="500129"/>
                </a:cubicBezTo>
                <a:lnTo>
                  <a:pt x="257642" y="496340"/>
                </a:lnTo>
                <a:cubicBezTo>
                  <a:pt x="256379" y="495077"/>
                  <a:pt x="255116" y="496340"/>
                  <a:pt x="256379" y="497603"/>
                </a:cubicBezTo>
                <a:lnTo>
                  <a:pt x="258905" y="501392"/>
                </a:lnTo>
                <a:close/>
                <a:moveTo>
                  <a:pt x="256379" y="503917"/>
                </a:moveTo>
                <a:cubicBezTo>
                  <a:pt x="256379" y="505180"/>
                  <a:pt x="258905" y="503917"/>
                  <a:pt x="257642" y="502654"/>
                </a:cubicBezTo>
                <a:lnTo>
                  <a:pt x="255116" y="500129"/>
                </a:lnTo>
                <a:cubicBezTo>
                  <a:pt x="255116" y="500129"/>
                  <a:pt x="252590" y="500129"/>
                  <a:pt x="253853" y="501392"/>
                </a:cubicBezTo>
                <a:lnTo>
                  <a:pt x="256379" y="503917"/>
                </a:lnTo>
                <a:moveTo>
                  <a:pt x="262694" y="498866"/>
                </a:moveTo>
                <a:cubicBezTo>
                  <a:pt x="263957" y="500129"/>
                  <a:pt x="267746" y="497603"/>
                  <a:pt x="265220" y="496340"/>
                </a:cubicBezTo>
                <a:lnTo>
                  <a:pt x="260168" y="491288"/>
                </a:lnTo>
                <a:cubicBezTo>
                  <a:pt x="258905" y="490025"/>
                  <a:pt x="256379" y="492551"/>
                  <a:pt x="257642" y="493814"/>
                </a:cubicBezTo>
                <a:lnTo>
                  <a:pt x="262694" y="498866"/>
                </a:lnTo>
                <a:close/>
                <a:moveTo>
                  <a:pt x="269009" y="495077"/>
                </a:moveTo>
                <a:cubicBezTo>
                  <a:pt x="270271" y="496340"/>
                  <a:pt x="272797" y="493814"/>
                  <a:pt x="271534" y="492551"/>
                </a:cubicBezTo>
                <a:lnTo>
                  <a:pt x="265220" y="486236"/>
                </a:lnTo>
                <a:cubicBezTo>
                  <a:pt x="263957" y="484973"/>
                  <a:pt x="261431" y="487499"/>
                  <a:pt x="262694" y="488762"/>
                </a:cubicBezTo>
                <a:lnTo>
                  <a:pt x="269009" y="495077"/>
                </a:lnTo>
                <a:close/>
                <a:moveTo>
                  <a:pt x="271534" y="491288"/>
                </a:moveTo>
                <a:cubicBezTo>
                  <a:pt x="272797" y="492551"/>
                  <a:pt x="275323" y="490025"/>
                  <a:pt x="274060" y="488762"/>
                </a:cubicBezTo>
                <a:lnTo>
                  <a:pt x="269009" y="483710"/>
                </a:lnTo>
                <a:cubicBezTo>
                  <a:pt x="267746" y="482447"/>
                  <a:pt x="265220" y="484973"/>
                  <a:pt x="267746" y="486236"/>
                </a:cubicBezTo>
                <a:lnTo>
                  <a:pt x="271534" y="491288"/>
                </a:lnTo>
                <a:moveTo>
                  <a:pt x="275323" y="488762"/>
                </a:moveTo>
                <a:cubicBezTo>
                  <a:pt x="276586" y="490025"/>
                  <a:pt x="277849" y="487499"/>
                  <a:pt x="276586" y="486236"/>
                </a:cubicBezTo>
                <a:lnTo>
                  <a:pt x="271534" y="482447"/>
                </a:lnTo>
                <a:cubicBezTo>
                  <a:pt x="270271" y="481184"/>
                  <a:pt x="269009" y="483710"/>
                  <a:pt x="270271" y="484973"/>
                </a:cubicBezTo>
                <a:lnTo>
                  <a:pt x="275323" y="488762"/>
                </a:lnTo>
                <a:close/>
                <a:moveTo>
                  <a:pt x="253853" y="506443"/>
                </a:moveTo>
                <a:cubicBezTo>
                  <a:pt x="255116" y="506443"/>
                  <a:pt x="256379" y="505180"/>
                  <a:pt x="256379" y="505180"/>
                </a:cubicBezTo>
                <a:lnTo>
                  <a:pt x="252590" y="501392"/>
                </a:lnTo>
                <a:cubicBezTo>
                  <a:pt x="252590" y="501392"/>
                  <a:pt x="250064" y="501392"/>
                  <a:pt x="251327" y="502654"/>
                </a:cubicBezTo>
                <a:lnTo>
                  <a:pt x="253853" y="506443"/>
                </a:lnTo>
                <a:close/>
                <a:moveTo>
                  <a:pt x="256379" y="623898"/>
                </a:moveTo>
                <a:cubicBezTo>
                  <a:pt x="258905" y="626424"/>
                  <a:pt x="260168" y="623898"/>
                  <a:pt x="260168" y="622635"/>
                </a:cubicBezTo>
                <a:cubicBezTo>
                  <a:pt x="258905" y="620109"/>
                  <a:pt x="258905" y="618846"/>
                  <a:pt x="260168" y="617583"/>
                </a:cubicBezTo>
                <a:cubicBezTo>
                  <a:pt x="260168" y="616320"/>
                  <a:pt x="258905" y="615057"/>
                  <a:pt x="257642" y="616320"/>
                </a:cubicBezTo>
                <a:cubicBezTo>
                  <a:pt x="255116" y="618846"/>
                  <a:pt x="253853" y="621372"/>
                  <a:pt x="256379" y="623898"/>
                </a:cubicBezTo>
                <a:moveTo>
                  <a:pt x="262694" y="625161"/>
                </a:moveTo>
                <a:cubicBezTo>
                  <a:pt x="265220" y="626424"/>
                  <a:pt x="265220" y="623898"/>
                  <a:pt x="263957" y="622635"/>
                </a:cubicBezTo>
                <a:cubicBezTo>
                  <a:pt x="262694" y="621372"/>
                  <a:pt x="262694" y="620109"/>
                  <a:pt x="262694" y="618846"/>
                </a:cubicBezTo>
                <a:cubicBezTo>
                  <a:pt x="262694" y="617583"/>
                  <a:pt x="261431" y="617583"/>
                  <a:pt x="260168" y="618846"/>
                </a:cubicBezTo>
                <a:cubicBezTo>
                  <a:pt x="260168" y="621372"/>
                  <a:pt x="260168" y="623898"/>
                  <a:pt x="262694" y="625161"/>
                </a:cubicBezTo>
                <a:moveTo>
                  <a:pt x="260168" y="584746"/>
                </a:moveTo>
                <a:cubicBezTo>
                  <a:pt x="258905" y="588535"/>
                  <a:pt x="260168" y="592324"/>
                  <a:pt x="262694" y="596113"/>
                </a:cubicBezTo>
                <a:cubicBezTo>
                  <a:pt x="263957" y="597376"/>
                  <a:pt x="265220" y="596113"/>
                  <a:pt x="263957" y="593587"/>
                </a:cubicBezTo>
                <a:cubicBezTo>
                  <a:pt x="261431" y="592324"/>
                  <a:pt x="260168" y="588535"/>
                  <a:pt x="260168" y="584746"/>
                </a:cubicBezTo>
                <a:moveTo>
                  <a:pt x="267746" y="650420"/>
                </a:moveTo>
                <a:cubicBezTo>
                  <a:pt x="267746" y="650420"/>
                  <a:pt x="269009" y="651683"/>
                  <a:pt x="270271" y="651683"/>
                </a:cubicBezTo>
                <a:cubicBezTo>
                  <a:pt x="271534" y="651683"/>
                  <a:pt x="272797" y="651683"/>
                  <a:pt x="272797" y="650420"/>
                </a:cubicBezTo>
                <a:cubicBezTo>
                  <a:pt x="272797" y="650420"/>
                  <a:pt x="271534" y="649157"/>
                  <a:pt x="270271" y="649157"/>
                </a:cubicBezTo>
                <a:cubicBezTo>
                  <a:pt x="269009" y="649157"/>
                  <a:pt x="267746" y="650420"/>
                  <a:pt x="267746" y="650420"/>
                </a:cubicBezTo>
                <a:moveTo>
                  <a:pt x="274060" y="656734"/>
                </a:moveTo>
                <a:cubicBezTo>
                  <a:pt x="271534" y="657997"/>
                  <a:pt x="270271" y="657997"/>
                  <a:pt x="270271" y="659260"/>
                </a:cubicBezTo>
                <a:cubicBezTo>
                  <a:pt x="270271" y="659260"/>
                  <a:pt x="272797" y="659260"/>
                  <a:pt x="275323" y="659260"/>
                </a:cubicBezTo>
                <a:cubicBezTo>
                  <a:pt x="277849" y="657997"/>
                  <a:pt x="279112" y="657997"/>
                  <a:pt x="279112" y="656734"/>
                </a:cubicBezTo>
                <a:cubicBezTo>
                  <a:pt x="279112" y="655472"/>
                  <a:pt x="276586" y="656734"/>
                  <a:pt x="274060" y="656734"/>
                </a:cubicBezTo>
                <a:moveTo>
                  <a:pt x="274060" y="589798"/>
                </a:moveTo>
                <a:cubicBezTo>
                  <a:pt x="274060" y="592324"/>
                  <a:pt x="274060" y="593587"/>
                  <a:pt x="275323" y="593587"/>
                </a:cubicBezTo>
                <a:cubicBezTo>
                  <a:pt x="275323" y="593587"/>
                  <a:pt x="276586" y="592324"/>
                  <a:pt x="276586" y="589798"/>
                </a:cubicBezTo>
                <a:cubicBezTo>
                  <a:pt x="276586" y="587272"/>
                  <a:pt x="276586" y="586009"/>
                  <a:pt x="275323" y="586009"/>
                </a:cubicBezTo>
                <a:cubicBezTo>
                  <a:pt x="274060" y="586009"/>
                  <a:pt x="274060" y="587272"/>
                  <a:pt x="274060" y="589798"/>
                </a:cubicBezTo>
                <a:moveTo>
                  <a:pt x="280375" y="625161"/>
                </a:moveTo>
                <a:cubicBezTo>
                  <a:pt x="276586" y="627687"/>
                  <a:pt x="275323" y="630213"/>
                  <a:pt x="277849" y="634001"/>
                </a:cubicBezTo>
                <a:lnTo>
                  <a:pt x="284164" y="640316"/>
                </a:lnTo>
                <a:cubicBezTo>
                  <a:pt x="286690" y="637790"/>
                  <a:pt x="286690" y="634001"/>
                  <a:pt x="282901" y="631475"/>
                </a:cubicBezTo>
                <a:cubicBezTo>
                  <a:pt x="281638" y="628950"/>
                  <a:pt x="280375" y="627687"/>
                  <a:pt x="280375" y="625161"/>
                </a:cubicBezTo>
                <a:moveTo>
                  <a:pt x="271534" y="661786"/>
                </a:moveTo>
                <a:cubicBezTo>
                  <a:pt x="271534" y="661786"/>
                  <a:pt x="274060" y="661786"/>
                  <a:pt x="277849" y="661786"/>
                </a:cubicBezTo>
                <a:cubicBezTo>
                  <a:pt x="280375" y="660523"/>
                  <a:pt x="281638" y="660523"/>
                  <a:pt x="281638" y="659260"/>
                </a:cubicBezTo>
                <a:cubicBezTo>
                  <a:pt x="280375" y="659260"/>
                  <a:pt x="277849" y="659260"/>
                  <a:pt x="275323" y="659260"/>
                </a:cubicBezTo>
                <a:cubicBezTo>
                  <a:pt x="272797" y="659260"/>
                  <a:pt x="271534" y="660523"/>
                  <a:pt x="271534" y="661786"/>
                </a:cubicBezTo>
                <a:moveTo>
                  <a:pt x="276586" y="663049"/>
                </a:moveTo>
                <a:cubicBezTo>
                  <a:pt x="276586" y="663049"/>
                  <a:pt x="279112" y="663049"/>
                  <a:pt x="280375" y="663049"/>
                </a:cubicBezTo>
                <a:cubicBezTo>
                  <a:pt x="281638" y="663049"/>
                  <a:pt x="282901" y="661786"/>
                  <a:pt x="282901" y="661786"/>
                </a:cubicBezTo>
                <a:cubicBezTo>
                  <a:pt x="282901" y="661786"/>
                  <a:pt x="280375" y="661786"/>
                  <a:pt x="279112" y="661786"/>
                </a:cubicBezTo>
                <a:cubicBezTo>
                  <a:pt x="277849" y="661786"/>
                  <a:pt x="276586" y="663049"/>
                  <a:pt x="276586" y="663049"/>
                </a:cubicBezTo>
                <a:moveTo>
                  <a:pt x="282901" y="666838"/>
                </a:moveTo>
                <a:cubicBezTo>
                  <a:pt x="284164" y="666838"/>
                  <a:pt x="285427" y="666838"/>
                  <a:pt x="285427" y="665575"/>
                </a:cubicBezTo>
                <a:cubicBezTo>
                  <a:pt x="285427" y="665575"/>
                  <a:pt x="284164" y="664312"/>
                  <a:pt x="282901" y="664312"/>
                </a:cubicBezTo>
                <a:cubicBezTo>
                  <a:pt x="281638" y="664312"/>
                  <a:pt x="280375" y="664312"/>
                  <a:pt x="280375" y="665575"/>
                </a:cubicBezTo>
                <a:cubicBezTo>
                  <a:pt x="279112" y="665575"/>
                  <a:pt x="281638" y="666838"/>
                  <a:pt x="282901" y="666838"/>
                </a:cubicBezTo>
                <a:moveTo>
                  <a:pt x="287953" y="574643"/>
                </a:moveTo>
                <a:cubicBezTo>
                  <a:pt x="287953" y="573380"/>
                  <a:pt x="287953" y="572117"/>
                  <a:pt x="287953" y="570854"/>
                </a:cubicBezTo>
                <a:cubicBezTo>
                  <a:pt x="287953" y="570854"/>
                  <a:pt x="286690" y="572117"/>
                  <a:pt x="285427" y="573380"/>
                </a:cubicBezTo>
                <a:cubicBezTo>
                  <a:pt x="285427" y="574643"/>
                  <a:pt x="284164" y="577169"/>
                  <a:pt x="285427" y="577169"/>
                </a:cubicBezTo>
                <a:cubicBezTo>
                  <a:pt x="286690" y="577169"/>
                  <a:pt x="286690" y="575906"/>
                  <a:pt x="287953" y="574643"/>
                </a:cubicBezTo>
                <a:moveTo>
                  <a:pt x="290479" y="567065"/>
                </a:moveTo>
                <a:cubicBezTo>
                  <a:pt x="291742" y="565802"/>
                  <a:pt x="291742" y="564539"/>
                  <a:pt x="291742" y="564539"/>
                </a:cubicBezTo>
                <a:cubicBezTo>
                  <a:pt x="291742" y="564539"/>
                  <a:pt x="290479" y="565802"/>
                  <a:pt x="289216" y="567065"/>
                </a:cubicBezTo>
                <a:cubicBezTo>
                  <a:pt x="287953" y="568328"/>
                  <a:pt x="287953" y="569591"/>
                  <a:pt x="287953" y="569591"/>
                </a:cubicBezTo>
                <a:cubicBezTo>
                  <a:pt x="289216" y="569591"/>
                  <a:pt x="290479" y="568328"/>
                  <a:pt x="290479" y="567065"/>
                </a:cubicBezTo>
                <a:moveTo>
                  <a:pt x="299319" y="551910"/>
                </a:moveTo>
                <a:cubicBezTo>
                  <a:pt x="304371" y="550647"/>
                  <a:pt x="304371" y="549384"/>
                  <a:pt x="300582" y="546858"/>
                </a:cubicBezTo>
                <a:cubicBezTo>
                  <a:pt x="295531" y="546858"/>
                  <a:pt x="291742" y="546858"/>
                  <a:pt x="287953" y="546858"/>
                </a:cubicBezTo>
                <a:cubicBezTo>
                  <a:pt x="279112" y="548121"/>
                  <a:pt x="272797" y="548121"/>
                  <a:pt x="267746" y="545595"/>
                </a:cubicBezTo>
                <a:cubicBezTo>
                  <a:pt x="261431" y="543069"/>
                  <a:pt x="253853" y="544332"/>
                  <a:pt x="256379" y="550647"/>
                </a:cubicBezTo>
                <a:cubicBezTo>
                  <a:pt x="257642" y="548121"/>
                  <a:pt x="260168" y="546858"/>
                  <a:pt x="261431" y="548121"/>
                </a:cubicBezTo>
                <a:lnTo>
                  <a:pt x="260168" y="553172"/>
                </a:lnTo>
                <a:lnTo>
                  <a:pt x="266483" y="548121"/>
                </a:lnTo>
                <a:lnTo>
                  <a:pt x="266483" y="550647"/>
                </a:lnTo>
                <a:lnTo>
                  <a:pt x="271534" y="548121"/>
                </a:lnTo>
                <a:lnTo>
                  <a:pt x="270271" y="550647"/>
                </a:lnTo>
                <a:lnTo>
                  <a:pt x="277849" y="548121"/>
                </a:lnTo>
                <a:lnTo>
                  <a:pt x="266483" y="565802"/>
                </a:lnTo>
                <a:lnTo>
                  <a:pt x="279112" y="551910"/>
                </a:lnTo>
                <a:cubicBezTo>
                  <a:pt x="270271" y="565802"/>
                  <a:pt x="266483" y="578431"/>
                  <a:pt x="271534" y="593587"/>
                </a:cubicBezTo>
                <a:cubicBezTo>
                  <a:pt x="270271" y="569591"/>
                  <a:pt x="277849" y="556961"/>
                  <a:pt x="290479" y="548121"/>
                </a:cubicBezTo>
                <a:cubicBezTo>
                  <a:pt x="285427" y="555698"/>
                  <a:pt x="281638" y="562013"/>
                  <a:pt x="280375" y="567065"/>
                </a:cubicBezTo>
                <a:cubicBezTo>
                  <a:pt x="285427" y="559487"/>
                  <a:pt x="291742" y="553172"/>
                  <a:pt x="298056" y="548121"/>
                </a:cubicBezTo>
                <a:cubicBezTo>
                  <a:pt x="287953" y="562013"/>
                  <a:pt x="280375" y="573380"/>
                  <a:pt x="284164" y="578431"/>
                </a:cubicBezTo>
                <a:cubicBezTo>
                  <a:pt x="281638" y="569591"/>
                  <a:pt x="289216" y="560750"/>
                  <a:pt x="299319" y="551910"/>
                </a:cubicBezTo>
                <a:moveTo>
                  <a:pt x="304371" y="646631"/>
                </a:moveTo>
                <a:cubicBezTo>
                  <a:pt x="304371" y="646631"/>
                  <a:pt x="305634" y="646631"/>
                  <a:pt x="306897" y="646631"/>
                </a:cubicBezTo>
                <a:cubicBezTo>
                  <a:pt x="308160" y="646631"/>
                  <a:pt x="309423" y="645368"/>
                  <a:pt x="309423" y="644105"/>
                </a:cubicBezTo>
                <a:cubicBezTo>
                  <a:pt x="309423" y="644105"/>
                  <a:pt x="308160" y="644105"/>
                  <a:pt x="306897" y="644105"/>
                </a:cubicBezTo>
                <a:cubicBezTo>
                  <a:pt x="304371" y="645368"/>
                  <a:pt x="303108" y="645368"/>
                  <a:pt x="304371" y="646631"/>
                </a:cubicBezTo>
                <a:moveTo>
                  <a:pt x="319527" y="652946"/>
                </a:moveTo>
                <a:cubicBezTo>
                  <a:pt x="319527" y="651683"/>
                  <a:pt x="317001" y="651683"/>
                  <a:pt x="314475" y="652946"/>
                </a:cubicBezTo>
                <a:cubicBezTo>
                  <a:pt x="311949" y="654209"/>
                  <a:pt x="310686" y="655472"/>
                  <a:pt x="310686" y="656734"/>
                </a:cubicBezTo>
                <a:cubicBezTo>
                  <a:pt x="310686" y="657997"/>
                  <a:pt x="313212" y="657997"/>
                  <a:pt x="315738" y="656734"/>
                </a:cubicBezTo>
                <a:cubicBezTo>
                  <a:pt x="318264" y="655472"/>
                  <a:pt x="319527" y="652946"/>
                  <a:pt x="319527" y="652946"/>
                </a:cubicBezTo>
                <a:moveTo>
                  <a:pt x="309423" y="649157"/>
                </a:moveTo>
                <a:cubicBezTo>
                  <a:pt x="308160" y="649157"/>
                  <a:pt x="305634" y="650420"/>
                  <a:pt x="306897" y="651683"/>
                </a:cubicBezTo>
                <a:cubicBezTo>
                  <a:pt x="306897" y="651683"/>
                  <a:pt x="309423" y="652946"/>
                  <a:pt x="310686" y="651683"/>
                </a:cubicBezTo>
                <a:cubicBezTo>
                  <a:pt x="311949" y="651683"/>
                  <a:pt x="313212" y="650420"/>
                  <a:pt x="313212" y="649157"/>
                </a:cubicBezTo>
                <a:cubicBezTo>
                  <a:pt x="313212" y="649157"/>
                  <a:pt x="311949" y="649157"/>
                  <a:pt x="309423" y="649157"/>
                </a:cubicBezTo>
                <a:moveTo>
                  <a:pt x="315738" y="553172"/>
                </a:moveTo>
                <a:cubicBezTo>
                  <a:pt x="315738" y="553172"/>
                  <a:pt x="317001" y="553172"/>
                  <a:pt x="315738" y="550647"/>
                </a:cubicBezTo>
                <a:cubicBezTo>
                  <a:pt x="315738" y="549384"/>
                  <a:pt x="314475" y="548121"/>
                  <a:pt x="314475" y="546858"/>
                </a:cubicBezTo>
                <a:cubicBezTo>
                  <a:pt x="314475" y="546858"/>
                  <a:pt x="313212" y="548121"/>
                  <a:pt x="314475" y="549384"/>
                </a:cubicBezTo>
                <a:cubicBezTo>
                  <a:pt x="314475" y="551910"/>
                  <a:pt x="314475" y="553172"/>
                  <a:pt x="315738" y="553172"/>
                </a:cubicBezTo>
                <a:moveTo>
                  <a:pt x="314475" y="524125"/>
                </a:moveTo>
                <a:cubicBezTo>
                  <a:pt x="319527" y="534228"/>
                  <a:pt x="315738" y="524125"/>
                  <a:pt x="317001" y="524125"/>
                </a:cubicBezTo>
                <a:lnTo>
                  <a:pt x="317001" y="524125"/>
                </a:lnTo>
                <a:lnTo>
                  <a:pt x="315738" y="521599"/>
                </a:lnTo>
                <a:cubicBezTo>
                  <a:pt x="313212" y="521599"/>
                  <a:pt x="310686" y="521599"/>
                  <a:pt x="308160" y="520336"/>
                </a:cubicBezTo>
                <a:cubicBezTo>
                  <a:pt x="310686" y="520336"/>
                  <a:pt x="310686" y="521599"/>
                  <a:pt x="311949" y="521599"/>
                </a:cubicBezTo>
                <a:cubicBezTo>
                  <a:pt x="311949" y="522862"/>
                  <a:pt x="314475" y="522862"/>
                  <a:pt x="314475" y="524125"/>
                </a:cubicBezTo>
                <a:moveTo>
                  <a:pt x="320790" y="553172"/>
                </a:moveTo>
                <a:cubicBezTo>
                  <a:pt x="320790" y="553172"/>
                  <a:pt x="320790" y="551910"/>
                  <a:pt x="320790" y="550647"/>
                </a:cubicBezTo>
                <a:cubicBezTo>
                  <a:pt x="320790" y="549384"/>
                  <a:pt x="319527" y="548121"/>
                  <a:pt x="319527" y="548121"/>
                </a:cubicBezTo>
                <a:cubicBezTo>
                  <a:pt x="319527" y="548121"/>
                  <a:pt x="319527" y="549384"/>
                  <a:pt x="319527" y="550647"/>
                </a:cubicBezTo>
                <a:cubicBezTo>
                  <a:pt x="319527" y="551910"/>
                  <a:pt x="320790" y="553172"/>
                  <a:pt x="320790" y="553172"/>
                </a:cubicBezTo>
                <a:moveTo>
                  <a:pt x="320790" y="525388"/>
                </a:moveTo>
                <a:cubicBezTo>
                  <a:pt x="322052" y="525388"/>
                  <a:pt x="322052" y="526651"/>
                  <a:pt x="323315" y="526651"/>
                </a:cubicBezTo>
                <a:lnTo>
                  <a:pt x="320790" y="522862"/>
                </a:lnTo>
                <a:cubicBezTo>
                  <a:pt x="319527" y="522862"/>
                  <a:pt x="319527" y="522862"/>
                  <a:pt x="318264" y="522862"/>
                </a:cubicBezTo>
                <a:lnTo>
                  <a:pt x="320790" y="525388"/>
                </a:lnTo>
                <a:moveTo>
                  <a:pt x="325841" y="553172"/>
                </a:moveTo>
                <a:cubicBezTo>
                  <a:pt x="327104" y="553172"/>
                  <a:pt x="327104" y="551910"/>
                  <a:pt x="327104" y="550647"/>
                </a:cubicBezTo>
                <a:cubicBezTo>
                  <a:pt x="327104" y="548121"/>
                  <a:pt x="325841" y="546858"/>
                  <a:pt x="324578" y="546858"/>
                </a:cubicBezTo>
                <a:cubicBezTo>
                  <a:pt x="324578" y="546858"/>
                  <a:pt x="324578" y="549384"/>
                  <a:pt x="324578" y="550647"/>
                </a:cubicBezTo>
                <a:cubicBezTo>
                  <a:pt x="324578" y="553172"/>
                  <a:pt x="324578" y="553172"/>
                  <a:pt x="325841" y="553172"/>
                </a:cubicBezTo>
                <a:moveTo>
                  <a:pt x="332156" y="553172"/>
                </a:moveTo>
                <a:cubicBezTo>
                  <a:pt x="332156" y="553172"/>
                  <a:pt x="332156" y="550647"/>
                  <a:pt x="332156" y="549384"/>
                </a:cubicBezTo>
                <a:cubicBezTo>
                  <a:pt x="330893" y="546858"/>
                  <a:pt x="329630" y="545595"/>
                  <a:pt x="329630" y="545595"/>
                </a:cubicBezTo>
                <a:cubicBezTo>
                  <a:pt x="329630" y="545595"/>
                  <a:pt x="329630" y="548121"/>
                  <a:pt x="329630" y="550647"/>
                </a:cubicBezTo>
                <a:cubicBezTo>
                  <a:pt x="330893" y="551910"/>
                  <a:pt x="330893" y="553172"/>
                  <a:pt x="332156" y="553172"/>
                </a:cubicBezTo>
                <a:moveTo>
                  <a:pt x="335945" y="554435"/>
                </a:moveTo>
                <a:cubicBezTo>
                  <a:pt x="335945" y="554435"/>
                  <a:pt x="337208" y="551910"/>
                  <a:pt x="335945" y="549384"/>
                </a:cubicBezTo>
                <a:cubicBezTo>
                  <a:pt x="335945" y="546858"/>
                  <a:pt x="334682" y="544332"/>
                  <a:pt x="333419" y="545595"/>
                </a:cubicBezTo>
                <a:cubicBezTo>
                  <a:pt x="332156" y="545595"/>
                  <a:pt x="332156" y="548121"/>
                  <a:pt x="333419" y="550647"/>
                </a:cubicBezTo>
                <a:cubicBezTo>
                  <a:pt x="334682" y="551910"/>
                  <a:pt x="335945" y="554435"/>
                  <a:pt x="335945" y="554435"/>
                </a:cubicBezTo>
                <a:moveTo>
                  <a:pt x="342260" y="554435"/>
                </a:moveTo>
                <a:cubicBezTo>
                  <a:pt x="343523" y="554435"/>
                  <a:pt x="343523" y="553172"/>
                  <a:pt x="343523" y="550647"/>
                </a:cubicBezTo>
                <a:cubicBezTo>
                  <a:pt x="343523" y="548121"/>
                  <a:pt x="340997" y="545595"/>
                  <a:pt x="340997" y="545595"/>
                </a:cubicBezTo>
                <a:cubicBezTo>
                  <a:pt x="340997" y="545595"/>
                  <a:pt x="340997" y="548121"/>
                  <a:pt x="340997" y="550647"/>
                </a:cubicBezTo>
                <a:cubicBezTo>
                  <a:pt x="340997" y="554435"/>
                  <a:pt x="339734" y="555698"/>
                  <a:pt x="342260" y="554435"/>
                </a:cubicBezTo>
                <a:moveTo>
                  <a:pt x="347312" y="554435"/>
                </a:moveTo>
                <a:cubicBezTo>
                  <a:pt x="347312" y="554435"/>
                  <a:pt x="347312" y="551910"/>
                  <a:pt x="347312" y="549384"/>
                </a:cubicBezTo>
                <a:cubicBezTo>
                  <a:pt x="346049" y="546858"/>
                  <a:pt x="346049" y="544332"/>
                  <a:pt x="344786" y="544332"/>
                </a:cubicBezTo>
                <a:cubicBezTo>
                  <a:pt x="344786" y="544332"/>
                  <a:pt x="344786" y="546858"/>
                  <a:pt x="344786" y="549384"/>
                </a:cubicBezTo>
                <a:cubicBezTo>
                  <a:pt x="344786" y="551910"/>
                  <a:pt x="346049" y="554435"/>
                  <a:pt x="347312" y="554435"/>
                </a:cubicBezTo>
                <a:moveTo>
                  <a:pt x="348574" y="574643"/>
                </a:moveTo>
                <a:cubicBezTo>
                  <a:pt x="348574" y="575906"/>
                  <a:pt x="349837" y="577169"/>
                  <a:pt x="349837" y="577169"/>
                </a:cubicBezTo>
                <a:cubicBezTo>
                  <a:pt x="351100" y="577169"/>
                  <a:pt x="351100" y="575906"/>
                  <a:pt x="348574" y="574643"/>
                </a:cubicBezTo>
                <a:cubicBezTo>
                  <a:pt x="348574" y="572117"/>
                  <a:pt x="348574" y="570854"/>
                  <a:pt x="347312" y="572117"/>
                </a:cubicBezTo>
                <a:cubicBezTo>
                  <a:pt x="348574" y="572117"/>
                  <a:pt x="348574" y="573380"/>
                  <a:pt x="348574" y="574643"/>
                </a:cubicBezTo>
                <a:moveTo>
                  <a:pt x="351100" y="555698"/>
                </a:moveTo>
                <a:cubicBezTo>
                  <a:pt x="352363" y="555698"/>
                  <a:pt x="352363" y="553172"/>
                  <a:pt x="352363" y="549384"/>
                </a:cubicBezTo>
                <a:cubicBezTo>
                  <a:pt x="352363" y="545595"/>
                  <a:pt x="351100" y="543069"/>
                  <a:pt x="351100" y="543069"/>
                </a:cubicBezTo>
                <a:cubicBezTo>
                  <a:pt x="349837" y="543069"/>
                  <a:pt x="349837" y="545595"/>
                  <a:pt x="349837" y="549384"/>
                </a:cubicBezTo>
                <a:cubicBezTo>
                  <a:pt x="348574" y="551910"/>
                  <a:pt x="349837" y="555698"/>
                  <a:pt x="351100" y="555698"/>
                </a:cubicBezTo>
                <a:moveTo>
                  <a:pt x="354889" y="577169"/>
                </a:moveTo>
                <a:cubicBezTo>
                  <a:pt x="356152" y="577169"/>
                  <a:pt x="356152" y="575906"/>
                  <a:pt x="354889" y="574643"/>
                </a:cubicBezTo>
                <a:cubicBezTo>
                  <a:pt x="354889" y="573380"/>
                  <a:pt x="353626" y="570854"/>
                  <a:pt x="352363" y="570854"/>
                </a:cubicBezTo>
                <a:cubicBezTo>
                  <a:pt x="352363" y="570854"/>
                  <a:pt x="352363" y="573380"/>
                  <a:pt x="352363" y="574643"/>
                </a:cubicBezTo>
                <a:cubicBezTo>
                  <a:pt x="353626" y="575906"/>
                  <a:pt x="353626" y="577169"/>
                  <a:pt x="354889" y="577169"/>
                </a:cubicBezTo>
                <a:moveTo>
                  <a:pt x="356152" y="555698"/>
                </a:moveTo>
                <a:cubicBezTo>
                  <a:pt x="356152" y="555698"/>
                  <a:pt x="357415" y="553172"/>
                  <a:pt x="357415" y="550647"/>
                </a:cubicBezTo>
                <a:cubicBezTo>
                  <a:pt x="357415" y="548121"/>
                  <a:pt x="357415" y="545595"/>
                  <a:pt x="356152" y="545595"/>
                </a:cubicBezTo>
                <a:cubicBezTo>
                  <a:pt x="354889" y="545595"/>
                  <a:pt x="354889" y="548121"/>
                  <a:pt x="354889" y="550647"/>
                </a:cubicBezTo>
                <a:cubicBezTo>
                  <a:pt x="354889" y="553172"/>
                  <a:pt x="354889" y="555698"/>
                  <a:pt x="356152" y="555698"/>
                </a:cubicBezTo>
                <a:moveTo>
                  <a:pt x="361204" y="587272"/>
                </a:moveTo>
                <a:cubicBezTo>
                  <a:pt x="362467" y="587272"/>
                  <a:pt x="362467" y="586009"/>
                  <a:pt x="362467" y="583483"/>
                </a:cubicBezTo>
                <a:lnTo>
                  <a:pt x="361204" y="583483"/>
                </a:lnTo>
                <a:cubicBezTo>
                  <a:pt x="361204" y="584746"/>
                  <a:pt x="361204" y="586009"/>
                  <a:pt x="361204" y="587272"/>
                </a:cubicBezTo>
                <a:moveTo>
                  <a:pt x="366256" y="587272"/>
                </a:moveTo>
                <a:cubicBezTo>
                  <a:pt x="367519" y="587272"/>
                  <a:pt x="367519" y="586009"/>
                  <a:pt x="367519" y="583483"/>
                </a:cubicBezTo>
                <a:cubicBezTo>
                  <a:pt x="367519" y="580957"/>
                  <a:pt x="367519" y="580957"/>
                  <a:pt x="366256" y="580957"/>
                </a:cubicBezTo>
                <a:cubicBezTo>
                  <a:pt x="364993" y="580957"/>
                  <a:pt x="364993" y="580957"/>
                  <a:pt x="364993" y="583483"/>
                </a:cubicBezTo>
                <a:cubicBezTo>
                  <a:pt x="363730" y="584746"/>
                  <a:pt x="363730" y="586009"/>
                  <a:pt x="366256" y="587272"/>
                </a:cubicBezTo>
                <a:moveTo>
                  <a:pt x="368782" y="586009"/>
                </a:moveTo>
                <a:cubicBezTo>
                  <a:pt x="370045" y="586009"/>
                  <a:pt x="370045" y="583483"/>
                  <a:pt x="370045" y="580957"/>
                </a:cubicBezTo>
                <a:lnTo>
                  <a:pt x="368782" y="580957"/>
                </a:lnTo>
                <a:cubicBezTo>
                  <a:pt x="367519" y="583483"/>
                  <a:pt x="367519" y="586009"/>
                  <a:pt x="368782" y="586009"/>
                </a:cubicBezTo>
                <a:moveTo>
                  <a:pt x="370045" y="578431"/>
                </a:moveTo>
                <a:cubicBezTo>
                  <a:pt x="370045" y="577169"/>
                  <a:pt x="370045" y="577169"/>
                  <a:pt x="370045" y="577169"/>
                </a:cubicBezTo>
                <a:cubicBezTo>
                  <a:pt x="370045" y="577169"/>
                  <a:pt x="370045" y="577169"/>
                  <a:pt x="368782" y="578431"/>
                </a:cubicBezTo>
                <a:lnTo>
                  <a:pt x="370045" y="578431"/>
                </a:lnTo>
                <a:close/>
                <a:moveTo>
                  <a:pt x="371308" y="579694"/>
                </a:moveTo>
                <a:cubicBezTo>
                  <a:pt x="371308" y="582220"/>
                  <a:pt x="370045" y="584746"/>
                  <a:pt x="372571" y="584746"/>
                </a:cubicBezTo>
                <a:cubicBezTo>
                  <a:pt x="375096" y="584746"/>
                  <a:pt x="375096" y="582220"/>
                  <a:pt x="375096" y="579694"/>
                </a:cubicBezTo>
                <a:cubicBezTo>
                  <a:pt x="375096" y="577169"/>
                  <a:pt x="375096" y="575906"/>
                  <a:pt x="373833" y="575906"/>
                </a:cubicBezTo>
                <a:cubicBezTo>
                  <a:pt x="372571" y="575906"/>
                  <a:pt x="372571" y="577169"/>
                  <a:pt x="371308" y="579694"/>
                </a:cubicBezTo>
                <a:moveTo>
                  <a:pt x="410459" y="591061"/>
                </a:moveTo>
                <a:cubicBezTo>
                  <a:pt x="415511" y="582220"/>
                  <a:pt x="415511" y="575906"/>
                  <a:pt x="410459" y="570854"/>
                </a:cubicBezTo>
                <a:cubicBezTo>
                  <a:pt x="405407" y="565802"/>
                  <a:pt x="401618" y="560750"/>
                  <a:pt x="400355" y="554435"/>
                </a:cubicBezTo>
                <a:cubicBezTo>
                  <a:pt x="404144" y="545595"/>
                  <a:pt x="402881" y="539280"/>
                  <a:pt x="399092" y="534228"/>
                </a:cubicBezTo>
                <a:lnTo>
                  <a:pt x="397830" y="524125"/>
                </a:lnTo>
                <a:cubicBezTo>
                  <a:pt x="396567" y="515284"/>
                  <a:pt x="392778" y="512758"/>
                  <a:pt x="387726" y="514021"/>
                </a:cubicBezTo>
                <a:lnTo>
                  <a:pt x="371308" y="517810"/>
                </a:lnTo>
                <a:cubicBezTo>
                  <a:pt x="353626" y="521599"/>
                  <a:pt x="338471" y="521599"/>
                  <a:pt x="325841" y="520336"/>
                </a:cubicBezTo>
                <a:lnTo>
                  <a:pt x="328367" y="525388"/>
                </a:lnTo>
                <a:cubicBezTo>
                  <a:pt x="329630" y="525388"/>
                  <a:pt x="330893" y="525388"/>
                  <a:pt x="332156" y="526651"/>
                </a:cubicBezTo>
                <a:cubicBezTo>
                  <a:pt x="332156" y="526651"/>
                  <a:pt x="337208" y="531702"/>
                  <a:pt x="337208" y="532965"/>
                </a:cubicBezTo>
                <a:cubicBezTo>
                  <a:pt x="337208" y="531702"/>
                  <a:pt x="334682" y="527913"/>
                  <a:pt x="334682" y="526651"/>
                </a:cubicBezTo>
                <a:cubicBezTo>
                  <a:pt x="338471" y="526651"/>
                  <a:pt x="337208" y="526651"/>
                  <a:pt x="337208" y="526651"/>
                </a:cubicBezTo>
                <a:cubicBezTo>
                  <a:pt x="337208" y="527913"/>
                  <a:pt x="343523" y="530439"/>
                  <a:pt x="344786" y="531702"/>
                </a:cubicBezTo>
                <a:cubicBezTo>
                  <a:pt x="344786" y="530439"/>
                  <a:pt x="343523" y="529176"/>
                  <a:pt x="343523" y="527913"/>
                </a:cubicBezTo>
                <a:cubicBezTo>
                  <a:pt x="343523" y="527913"/>
                  <a:pt x="344786" y="527913"/>
                  <a:pt x="344786" y="527913"/>
                </a:cubicBezTo>
                <a:cubicBezTo>
                  <a:pt x="348574" y="531702"/>
                  <a:pt x="349837" y="531702"/>
                  <a:pt x="352363" y="531702"/>
                </a:cubicBezTo>
                <a:cubicBezTo>
                  <a:pt x="352363" y="529176"/>
                  <a:pt x="352363" y="527913"/>
                  <a:pt x="352363" y="526651"/>
                </a:cubicBezTo>
                <a:cubicBezTo>
                  <a:pt x="353626" y="526651"/>
                  <a:pt x="352363" y="526651"/>
                  <a:pt x="353626" y="526651"/>
                </a:cubicBezTo>
                <a:cubicBezTo>
                  <a:pt x="354889" y="530439"/>
                  <a:pt x="359941" y="531702"/>
                  <a:pt x="362467" y="534228"/>
                </a:cubicBezTo>
                <a:cubicBezTo>
                  <a:pt x="363730" y="532965"/>
                  <a:pt x="359941" y="526651"/>
                  <a:pt x="357415" y="525388"/>
                </a:cubicBezTo>
                <a:cubicBezTo>
                  <a:pt x="358678" y="525388"/>
                  <a:pt x="358678" y="525388"/>
                  <a:pt x="359941" y="525388"/>
                </a:cubicBezTo>
                <a:cubicBezTo>
                  <a:pt x="362467" y="526651"/>
                  <a:pt x="368782" y="530439"/>
                  <a:pt x="370045" y="534228"/>
                </a:cubicBezTo>
                <a:cubicBezTo>
                  <a:pt x="370045" y="530439"/>
                  <a:pt x="370045" y="530439"/>
                  <a:pt x="366256" y="525388"/>
                </a:cubicBezTo>
                <a:lnTo>
                  <a:pt x="368782" y="525388"/>
                </a:lnTo>
                <a:cubicBezTo>
                  <a:pt x="371308" y="527913"/>
                  <a:pt x="373833" y="531702"/>
                  <a:pt x="375096" y="534228"/>
                </a:cubicBezTo>
                <a:cubicBezTo>
                  <a:pt x="375096" y="530439"/>
                  <a:pt x="375096" y="526651"/>
                  <a:pt x="372571" y="522862"/>
                </a:cubicBezTo>
                <a:lnTo>
                  <a:pt x="373833" y="522862"/>
                </a:lnTo>
                <a:cubicBezTo>
                  <a:pt x="378885" y="526651"/>
                  <a:pt x="377622" y="527913"/>
                  <a:pt x="378885" y="534228"/>
                </a:cubicBezTo>
                <a:cubicBezTo>
                  <a:pt x="380148" y="532965"/>
                  <a:pt x="380148" y="522862"/>
                  <a:pt x="377622" y="520336"/>
                </a:cubicBezTo>
                <a:cubicBezTo>
                  <a:pt x="377622" y="520336"/>
                  <a:pt x="378885" y="520336"/>
                  <a:pt x="378885" y="520336"/>
                </a:cubicBezTo>
                <a:cubicBezTo>
                  <a:pt x="382674" y="531702"/>
                  <a:pt x="382674" y="541806"/>
                  <a:pt x="381411" y="551910"/>
                </a:cubicBezTo>
                <a:cubicBezTo>
                  <a:pt x="385200" y="545595"/>
                  <a:pt x="385200" y="535491"/>
                  <a:pt x="383937" y="522862"/>
                </a:cubicBezTo>
                <a:lnTo>
                  <a:pt x="383937" y="522862"/>
                </a:lnTo>
                <a:lnTo>
                  <a:pt x="383937" y="522862"/>
                </a:lnTo>
                <a:cubicBezTo>
                  <a:pt x="386463" y="534228"/>
                  <a:pt x="386463" y="544332"/>
                  <a:pt x="383937" y="553172"/>
                </a:cubicBezTo>
                <a:cubicBezTo>
                  <a:pt x="387726" y="546858"/>
                  <a:pt x="388989" y="538017"/>
                  <a:pt x="388989" y="526651"/>
                </a:cubicBezTo>
                <a:cubicBezTo>
                  <a:pt x="390252" y="527913"/>
                  <a:pt x="390252" y="529176"/>
                  <a:pt x="390252" y="530439"/>
                </a:cubicBezTo>
                <a:cubicBezTo>
                  <a:pt x="390252" y="540543"/>
                  <a:pt x="387726" y="551910"/>
                  <a:pt x="385200" y="559487"/>
                </a:cubicBezTo>
                <a:cubicBezTo>
                  <a:pt x="385200" y="559487"/>
                  <a:pt x="383937" y="559487"/>
                  <a:pt x="383937" y="559487"/>
                </a:cubicBezTo>
                <a:cubicBezTo>
                  <a:pt x="383937" y="558224"/>
                  <a:pt x="383937" y="555698"/>
                  <a:pt x="383937" y="554435"/>
                </a:cubicBezTo>
                <a:cubicBezTo>
                  <a:pt x="383937" y="553172"/>
                  <a:pt x="383937" y="553172"/>
                  <a:pt x="383937" y="553172"/>
                </a:cubicBezTo>
                <a:cubicBezTo>
                  <a:pt x="383937" y="553172"/>
                  <a:pt x="383937" y="554435"/>
                  <a:pt x="382674" y="555698"/>
                </a:cubicBezTo>
                <a:cubicBezTo>
                  <a:pt x="382674" y="556961"/>
                  <a:pt x="382674" y="558224"/>
                  <a:pt x="382674" y="560750"/>
                </a:cubicBezTo>
                <a:cubicBezTo>
                  <a:pt x="382674" y="562013"/>
                  <a:pt x="381411" y="562013"/>
                  <a:pt x="381411" y="562013"/>
                </a:cubicBezTo>
                <a:cubicBezTo>
                  <a:pt x="381411" y="560750"/>
                  <a:pt x="381411" y="559487"/>
                  <a:pt x="381411" y="559487"/>
                </a:cubicBezTo>
                <a:cubicBezTo>
                  <a:pt x="381411" y="558224"/>
                  <a:pt x="381411" y="558224"/>
                  <a:pt x="381411" y="558224"/>
                </a:cubicBezTo>
                <a:cubicBezTo>
                  <a:pt x="381411" y="558224"/>
                  <a:pt x="380148" y="559487"/>
                  <a:pt x="380148" y="559487"/>
                </a:cubicBezTo>
                <a:lnTo>
                  <a:pt x="380148" y="563276"/>
                </a:lnTo>
                <a:cubicBezTo>
                  <a:pt x="378885" y="563276"/>
                  <a:pt x="378885" y="563276"/>
                  <a:pt x="377622" y="564539"/>
                </a:cubicBezTo>
                <a:cubicBezTo>
                  <a:pt x="377622" y="563276"/>
                  <a:pt x="376359" y="560750"/>
                  <a:pt x="376359" y="562013"/>
                </a:cubicBezTo>
                <a:cubicBezTo>
                  <a:pt x="376359" y="562013"/>
                  <a:pt x="376359" y="562013"/>
                  <a:pt x="376359" y="563276"/>
                </a:cubicBezTo>
                <a:lnTo>
                  <a:pt x="376359" y="565802"/>
                </a:lnTo>
                <a:cubicBezTo>
                  <a:pt x="376359" y="565802"/>
                  <a:pt x="375096" y="567065"/>
                  <a:pt x="375096" y="567065"/>
                </a:cubicBezTo>
                <a:cubicBezTo>
                  <a:pt x="375096" y="565802"/>
                  <a:pt x="373833" y="564539"/>
                  <a:pt x="373833" y="563276"/>
                </a:cubicBezTo>
                <a:cubicBezTo>
                  <a:pt x="373833" y="562013"/>
                  <a:pt x="373833" y="562013"/>
                  <a:pt x="372571" y="562013"/>
                </a:cubicBezTo>
                <a:cubicBezTo>
                  <a:pt x="372571" y="562013"/>
                  <a:pt x="372571" y="562013"/>
                  <a:pt x="372571" y="563276"/>
                </a:cubicBezTo>
                <a:lnTo>
                  <a:pt x="372571" y="568328"/>
                </a:lnTo>
                <a:lnTo>
                  <a:pt x="372571" y="568328"/>
                </a:lnTo>
                <a:cubicBezTo>
                  <a:pt x="372571" y="568328"/>
                  <a:pt x="371308" y="568328"/>
                  <a:pt x="371308" y="568328"/>
                </a:cubicBezTo>
                <a:cubicBezTo>
                  <a:pt x="371308" y="568328"/>
                  <a:pt x="371308" y="568328"/>
                  <a:pt x="371308" y="567065"/>
                </a:cubicBezTo>
                <a:cubicBezTo>
                  <a:pt x="370045" y="564539"/>
                  <a:pt x="368782" y="562013"/>
                  <a:pt x="368782" y="563276"/>
                </a:cubicBezTo>
                <a:cubicBezTo>
                  <a:pt x="368782" y="563276"/>
                  <a:pt x="368782" y="564539"/>
                  <a:pt x="368782" y="564539"/>
                </a:cubicBezTo>
                <a:cubicBezTo>
                  <a:pt x="368782" y="565802"/>
                  <a:pt x="368782" y="565802"/>
                  <a:pt x="368782" y="568328"/>
                </a:cubicBezTo>
                <a:cubicBezTo>
                  <a:pt x="368782" y="568328"/>
                  <a:pt x="368782" y="568328"/>
                  <a:pt x="368782" y="569591"/>
                </a:cubicBezTo>
                <a:cubicBezTo>
                  <a:pt x="368782" y="569591"/>
                  <a:pt x="367519" y="569591"/>
                  <a:pt x="367519" y="569591"/>
                </a:cubicBezTo>
                <a:cubicBezTo>
                  <a:pt x="367519" y="568328"/>
                  <a:pt x="366256" y="565802"/>
                  <a:pt x="366256" y="567065"/>
                </a:cubicBezTo>
                <a:cubicBezTo>
                  <a:pt x="366256" y="567065"/>
                  <a:pt x="366256" y="567065"/>
                  <a:pt x="366256" y="568328"/>
                </a:cubicBezTo>
                <a:cubicBezTo>
                  <a:pt x="366256" y="569591"/>
                  <a:pt x="366256" y="569591"/>
                  <a:pt x="366256" y="570854"/>
                </a:cubicBezTo>
                <a:cubicBezTo>
                  <a:pt x="364993" y="570854"/>
                  <a:pt x="364993" y="570854"/>
                  <a:pt x="363730" y="572117"/>
                </a:cubicBezTo>
                <a:cubicBezTo>
                  <a:pt x="363730" y="572117"/>
                  <a:pt x="363730" y="570854"/>
                  <a:pt x="363730" y="570854"/>
                </a:cubicBezTo>
                <a:cubicBezTo>
                  <a:pt x="363730" y="568328"/>
                  <a:pt x="362467" y="567065"/>
                  <a:pt x="361204" y="567065"/>
                </a:cubicBezTo>
                <a:cubicBezTo>
                  <a:pt x="361204" y="567065"/>
                  <a:pt x="361204" y="569591"/>
                  <a:pt x="361204" y="572117"/>
                </a:cubicBezTo>
                <a:cubicBezTo>
                  <a:pt x="361204" y="572117"/>
                  <a:pt x="361204" y="572117"/>
                  <a:pt x="361204" y="573380"/>
                </a:cubicBezTo>
                <a:cubicBezTo>
                  <a:pt x="359941" y="573380"/>
                  <a:pt x="359941" y="573380"/>
                  <a:pt x="358678" y="573380"/>
                </a:cubicBezTo>
                <a:cubicBezTo>
                  <a:pt x="358678" y="573380"/>
                  <a:pt x="358678" y="572117"/>
                  <a:pt x="358678" y="570854"/>
                </a:cubicBezTo>
                <a:cubicBezTo>
                  <a:pt x="357415" y="568328"/>
                  <a:pt x="357415" y="567065"/>
                  <a:pt x="356152" y="568328"/>
                </a:cubicBezTo>
                <a:cubicBezTo>
                  <a:pt x="356152" y="568328"/>
                  <a:pt x="356152" y="570854"/>
                  <a:pt x="357415" y="572117"/>
                </a:cubicBezTo>
                <a:cubicBezTo>
                  <a:pt x="357415" y="573380"/>
                  <a:pt x="357415" y="573380"/>
                  <a:pt x="357415" y="573380"/>
                </a:cubicBezTo>
                <a:cubicBezTo>
                  <a:pt x="357415" y="574643"/>
                  <a:pt x="358678" y="574643"/>
                  <a:pt x="358678" y="574643"/>
                </a:cubicBezTo>
                <a:cubicBezTo>
                  <a:pt x="358678" y="574643"/>
                  <a:pt x="358678" y="573380"/>
                  <a:pt x="358678" y="572117"/>
                </a:cubicBezTo>
                <a:lnTo>
                  <a:pt x="361204" y="572117"/>
                </a:lnTo>
                <a:cubicBezTo>
                  <a:pt x="361204" y="573380"/>
                  <a:pt x="362467" y="574643"/>
                  <a:pt x="362467" y="573380"/>
                </a:cubicBezTo>
                <a:cubicBezTo>
                  <a:pt x="362467" y="573380"/>
                  <a:pt x="362467" y="572117"/>
                  <a:pt x="362467" y="570854"/>
                </a:cubicBezTo>
                <a:cubicBezTo>
                  <a:pt x="363730" y="570854"/>
                  <a:pt x="363730" y="570854"/>
                  <a:pt x="364993" y="570854"/>
                </a:cubicBezTo>
                <a:cubicBezTo>
                  <a:pt x="364993" y="572117"/>
                  <a:pt x="364993" y="573380"/>
                  <a:pt x="366256" y="573380"/>
                </a:cubicBezTo>
                <a:cubicBezTo>
                  <a:pt x="367519" y="573380"/>
                  <a:pt x="367519" y="572117"/>
                  <a:pt x="367519" y="570854"/>
                </a:cubicBezTo>
                <a:cubicBezTo>
                  <a:pt x="367519" y="570854"/>
                  <a:pt x="368782" y="570854"/>
                  <a:pt x="368782" y="570854"/>
                </a:cubicBezTo>
                <a:cubicBezTo>
                  <a:pt x="368782" y="572117"/>
                  <a:pt x="370045" y="572117"/>
                  <a:pt x="370045" y="572117"/>
                </a:cubicBezTo>
                <a:cubicBezTo>
                  <a:pt x="370045" y="572117"/>
                  <a:pt x="370045" y="570854"/>
                  <a:pt x="370045" y="570854"/>
                </a:cubicBezTo>
                <a:lnTo>
                  <a:pt x="370045" y="570854"/>
                </a:lnTo>
                <a:cubicBezTo>
                  <a:pt x="370045" y="570854"/>
                  <a:pt x="371308" y="570854"/>
                  <a:pt x="371308" y="570854"/>
                </a:cubicBezTo>
                <a:cubicBezTo>
                  <a:pt x="371308" y="570854"/>
                  <a:pt x="371308" y="572117"/>
                  <a:pt x="371308" y="572117"/>
                </a:cubicBezTo>
                <a:cubicBezTo>
                  <a:pt x="371308" y="573380"/>
                  <a:pt x="371308" y="573380"/>
                  <a:pt x="371308" y="573380"/>
                </a:cubicBezTo>
                <a:cubicBezTo>
                  <a:pt x="371308" y="573380"/>
                  <a:pt x="371308" y="572117"/>
                  <a:pt x="372571" y="570854"/>
                </a:cubicBezTo>
                <a:lnTo>
                  <a:pt x="372571" y="569591"/>
                </a:lnTo>
                <a:cubicBezTo>
                  <a:pt x="372571" y="569591"/>
                  <a:pt x="373833" y="569591"/>
                  <a:pt x="375096" y="569591"/>
                </a:cubicBezTo>
                <a:cubicBezTo>
                  <a:pt x="376359" y="570854"/>
                  <a:pt x="375096" y="578431"/>
                  <a:pt x="375096" y="579694"/>
                </a:cubicBezTo>
                <a:cubicBezTo>
                  <a:pt x="375096" y="578431"/>
                  <a:pt x="377622" y="574643"/>
                  <a:pt x="377622" y="573380"/>
                </a:cubicBezTo>
                <a:lnTo>
                  <a:pt x="377622" y="569591"/>
                </a:lnTo>
                <a:cubicBezTo>
                  <a:pt x="378885" y="569591"/>
                  <a:pt x="378885" y="568328"/>
                  <a:pt x="380148" y="568328"/>
                </a:cubicBezTo>
                <a:cubicBezTo>
                  <a:pt x="380148" y="572117"/>
                  <a:pt x="378885" y="575906"/>
                  <a:pt x="378885" y="580957"/>
                </a:cubicBezTo>
                <a:cubicBezTo>
                  <a:pt x="382674" y="575906"/>
                  <a:pt x="382674" y="572117"/>
                  <a:pt x="382674" y="569591"/>
                </a:cubicBezTo>
                <a:lnTo>
                  <a:pt x="382674" y="568328"/>
                </a:lnTo>
                <a:cubicBezTo>
                  <a:pt x="382674" y="568328"/>
                  <a:pt x="383937" y="568328"/>
                  <a:pt x="385200" y="568328"/>
                </a:cubicBezTo>
                <a:cubicBezTo>
                  <a:pt x="385200" y="569591"/>
                  <a:pt x="385200" y="573380"/>
                  <a:pt x="385200" y="577169"/>
                </a:cubicBezTo>
                <a:cubicBezTo>
                  <a:pt x="387726" y="574643"/>
                  <a:pt x="388989" y="572117"/>
                  <a:pt x="390252" y="564539"/>
                </a:cubicBezTo>
                <a:lnTo>
                  <a:pt x="391515" y="564539"/>
                </a:lnTo>
                <a:lnTo>
                  <a:pt x="390252" y="574643"/>
                </a:lnTo>
                <a:cubicBezTo>
                  <a:pt x="392778" y="572117"/>
                  <a:pt x="394041" y="568328"/>
                  <a:pt x="394041" y="562013"/>
                </a:cubicBezTo>
                <a:cubicBezTo>
                  <a:pt x="395304" y="562013"/>
                  <a:pt x="395304" y="564539"/>
                  <a:pt x="394041" y="569591"/>
                </a:cubicBezTo>
                <a:cubicBezTo>
                  <a:pt x="395304" y="569591"/>
                  <a:pt x="395304" y="568328"/>
                  <a:pt x="396567" y="564539"/>
                </a:cubicBezTo>
                <a:cubicBezTo>
                  <a:pt x="399092" y="572117"/>
                  <a:pt x="401618" y="579694"/>
                  <a:pt x="402881" y="588535"/>
                </a:cubicBezTo>
                <a:cubicBezTo>
                  <a:pt x="402881" y="588535"/>
                  <a:pt x="401618" y="589798"/>
                  <a:pt x="401618" y="589798"/>
                </a:cubicBezTo>
                <a:cubicBezTo>
                  <a:pt x="401618" y="586009"/>
                  <a:pt x="400355" y="580957"/>
                  <a:pt x="397830" y="574643"/>
                </a:cubicBezTo>
                <a:cubicBezTo>
                  <a:pt x="399092" y="580957"/>
                  <a:pt x="399092" y="587272"/>
                  <a:pt x="399092" y="592324"/>
                </a:cubicBezTo>
                <a:cubicBezTo>
                  <a:pt x="399092" y="592324"/>
                  <a:pt x="397830" y="593587"/>
                  <a:pt x="397830" y="593587"/>
                </a:cubicBezTo>
                <a:cubicBezTo>
                  <a:pt x="397830" y="589798"/>
                  <a:pt x="396567" y="586009"/>
                  <a:pt x="394041" y="580957"/>
                </a:cubicBezTo>
                <a:cubicBezTo>
                  <a:pt x="395304" y="586009"/>
                  <a:pt x="395304" y="591061"/>
                  <a:pt x="395304" y="596113"/>
                </a:cubicBezTo>
                <a:cubicBezTo>
                  <a:pt x="395304" y="596113"/>
                  <a:pt x="394041" y="597376"/>
                  <a:pt x="394041" y="597376"/>
                </a:cubicBezTo>
                <a:cubicBezTo>
                  <a:pt x="394041" y="593587"/>
                  <a:pt x="392778" y="589798"/>
                  <a:pt x="390252" y="586009"/>
                </a:cubicBezTo>
                <a:cubicBezTo>
                  <a:pt x="390252" y="591061"/>
                  <a:pt x="391515" y="594850"/>
                  <a:pt x="391515" y="599902"/>
                </a:cubicBezTo>
                <a:cubicBezTo>
                  <a:pt x="390252" y="599902"/>
                  <a:pt x="390252" y="601165"/>
                  <a:pt x="388989" y="602428"/>
                </a:cubicBezTo>
                <a:cubicBezTo>
                  <a:pt x="388989" y="599902"/>
                  <a:pt x="387726" y="597376"/>
                  <a:pt x="386463" y="594850"/>
                </a:cubicBezTo>
                <a:cubicBezTo>
                  <a:pt x="386463" y="598639"/>
                  <a:pt x="387726" y="601165"/>
                  <a:pt x="387726" y="604953"/>
                </a:cubicBezTo>
                <a:cubicBezTo>
                  <a:pt x="386463" y="604953"/>
                  <a:pt x="386463" y="606216"/>
                  <a:pt x="385200" y="607479"/>
                </a:cubicBezTo>
                <a:cubicBezTo>
                  <a:pt x="385200" y="606216"/>
                  <a:pt x="383937" y="603691"/>
                  <a:pt x="382674" y="601165"/>
                </a:cubicBezTo>
                <a:cubicBezTo>
                  <a:pt x="382674" y="603691"/>
                  <a:pt x="382674" y="606216"/>
                  <a:pt x="383937" y="608742"/>
                </a:cubicBezTo>
                <a:cubicBezTo>
                  <a:pt x="383937" y="608742"/>
                  <a:pt x="382674" y="610005"/>
                  <a:pt x="381411" y="610005"/>
                </a:cubicBezTo>
                <a:cubicBezTo>
                  <a:pt x="380148" y="608742"/>
                  <a:pt x="380148" y="606216"/>
                  <a:pt x="378885" y="604953"/>
                </a:cubicBezTo>
                <a:cubicBezTo>
                  <a:pt x="378885" y="606216"/>
                  <a:pt x="378885" y="608742"/>
                  <a:pt x="380148" y="610005"/>
                </a:cubicBezTo>
                <a:cubicBezTo>
                  <a:pt x="377622" y="612531"/>
                  <a:pt x="375096" y="613794"/>
                  <a:pt x="372571" y="616320"/>
                </a:cubicBezTo>
                <a:lnTo>
                  <a:pt x="402881" y="597376"/>
                </a:lnTo>
                <a:cubicBezTo>
                  <a:pt x="402881" y="598639"/>
                  <a:pt x="401618" y="601165"/>
                  <a:pt x="401618" y="603691"/>
                </a:cubicBezTo>
                <a:cubicBezTo>
                  <a:pt x="401618" y="602428"/>
                  <a:pt x="400355" y="601165"/>
                  <a:pt x="400355" y="601165"/>
                </a:cubicBezTo>
                <a:cubicBezTo>
                  <a:pt x="400355" y="602428"/>
                  <a:pt x="401618" y="603691"/>
                  <a:pt x="401618" y="606216"/>
                </a:cubicBezTo>
                <a:cubicBezTo>
                  <a:pt x="401618" y="607479"/>
                  <a:pt x="400355" y="608742"/>
                  <a:pt x="399092" y="611268"/>
                </a:cubicBezTo>
                <a:cubicBezTo>
                  <a:pt x="399092" y="610005"/>
                  <a:pt x="397830" y="608742"/>
                  <a:pt x="396567" y="607479"/>
                </a:cubicBezTo>
                <a:cubicBezTo>
                  <a:pt x="396567" y="608742"/>
                  <a:pt x="397830" y="611268"/>
                  <a:pt x="397830" y="612531"/>
                </a:cubicBezTo>
                <a:cubicBezTo>
                  <a:pt x="396567" y="613794"/>
                  <a:pt x="396567" y="615057"/>
                  <a:pt x="395304" y="616320"/>
                </a:cubicBezTo>
                <a:cubicBezTo>
                  <a:pt x="395304" y="615057"/>
                  <a:pt x="394041" y="613794"/>
                  <a:pt x="394041" y="612531"/>
                </a:cubicBezTo>
                <a:cubicBezTo>
                  <a:pt x="394041" y="613794"/>
                  <a:pt x="394041" y="616320"/>
                  <a:pt x="395304" y="617583"/>
                </a:cubicBezTo>
                <a:cubicBezTo>
                  <a:pt x="394041" y="618846"/>
                  <a:pt x="394041" y="620109"/>
                  <a:pt x="392778" y="621372"/>
                </a:cubicBezTo>
                <a:cubicBezTo>
                  <a:pt x="392778" y="620109"/>
                  <a:pt x="391515" y="618846"/>
                  <a:pt x="391515" y="617583"/>
                </a:cubicBezTo>
                <a:cubicBezTo>
                  <a:pt x="391515" y="618846"/>
                  <a:pt x="391515" y="620109"/>
                  <a:pt x="392778" y="622635"/>
                </a:cubicBezTo>
                <a:cubicBezTo>
                  <a:pt x="392778" y="622635"/>
                  <a:pt x="392778" y="623898"/>
                  <a:pt x="391515" y="623898"/>
                </a:cubicBezTo>
                <a:cubicBezTo>
                  <a:pt x="391515" y="623898"/>
                  <a:pt x="391515" y="622635"/>
                  <a:pt x="392778" y="622635"/>
                </a:cubicBezTo>
                <a:cubicBezTo>
                  <a:pt x="392778" y="622635"/>
                  <a:pt x="394041" y="622635"/>
                  <a:pt x="394041" y="621372"/>
                </a:cubicBezTo>
                <a:cubicBezTo>
                  <a:pt x="399092" y="612531"/>
                  <a:pt x="405407" y="603691"/>
                  <a:pt x="410459" y="591061"/>
                </a:cubicBezTo>
                <a:moveTo>
                  <a:pt x="375096" y="607479"/>
                </a:moveTo>
                <a:cubicBezTo>
                  <a:pt x="375096" y="608742"/>
                  <a:pt x="375096" y="611268"/>
                  <a:pt x="376359" y="612531"/>
                </a:cubicBezTo>
                <a:lnTo>
                  <a:pt x="377622" y="611268"/>
                </a:lnTo>
                <a:cubicBezTo>
                  <a:pt x="376359" y="610005"/>
                  <a:pt x="376359" y="608742"/>
                  <a:pt x="375096" y="607479"/>
                </a:cubicBezTo>
                <a:moveTo>
                  <a:pt x="359941" y="549384"/>
                </a:moveTo>
                <a:cubicBezTo>
                  <a:pt x="359941" y="553172"/>
                  <a:pt x="359941" y="555698"/>
                  <a:pt x="361204" y="555698"/>
                </a:cubicBezTo>
                <a:cubicBezTo>
                  <a:pt x="361204" y="555698"/>
                  <a:pt x="362467" y="553172"/>
                  <a:pt x="362467" y="549384"/>
                </a:cubicBezTo>
                <a:cubicBezTo>
                  <a:pt x="362467" y="545595"/>
                  <a:pt x="362467" y="543069"/>
                  <a:pt x="361204" y="543069"/>
                </a:cubicBezTo>
                <a:cubicBezTo>
                  <a:pt x="359941" y="543069"/>
                  <a:pt x="359941" y="545595"/>
                  <a:pt x="359941" y="549384"/>
                </a:cubicBezTo>
                <a:moveTo>
                  <a:pt x="363730" y="548121"/>
                </a:moveTo>
                <a:cubicBezTo>
                  <a:pt x="363730" y="551910"/>
                  <a:pt x="363730" y="554435"/>
                  <a:pt x="363730" y="554435"/>
                </a:cubicBezTo>
                <a:cubicBezTo>
                  <a:pt x="364993" y="554435"/>
                  <a:pt x="364993" y="551910"/>
                  <a:pt x="366256" y="548121"/>
                </a:cubicBezTo>
                <a:cubicBezTo>
                  <a:pt x="366256" y="544332"/>
                  <a:pt x="366256" y="541806"/>
                  <a:pt x="364993" y="541806"/>
                </a:cubicBezTo>
                <a:cubicBezTo>
                  <a:pt x="364993" y="541806"/>
                  <a:pt x="364993" y="545595"/>
                  <a:pt x="363730" y="548121"/>
                </a:cubicBezTo>
                <a:moveTo>
                  <a:pt x="371308" y="548121"/>
                </a:moveTo>
                <a:cubicBezTo>
                  <a:pt x="371308" y="551910"/>
                  <a:pt x="371308" y="554435"/>
                  <a:pt x="371308" y="554435"/>
                </a:cubicBezTo>
                <a:cubicBezTo>
                  <a:pt x="372571" y="554435"/>
                  <a:pt x="372571" y="551910"/>
                  <a:pt x="373833" y="548121"/>
                </a:cubicBezTo>
                <a:cubicBezTo>
                  <a:pt x="373833" y="544332"/>
                  <a:pt x="373833" y="541806"/>
                  <a:pt x="373833" y="541806"/>
                </a:cubicBezTo>
                <a:cubicBezTo>
                  <a:pt x="372571" y="541806"/>
                  <a:pt x="371308" y="544332"/>
                  <a:pt x="371308" y="548121"/>
                </a:cubicBezTo>
                <a:moveTo>
                  <a:pt x="377622" y="546858"/>
                </a:moveTo>
                <a:cubicBezTo>
                  <a:pt x="377622" y="550647"/>
                  <a:pt x="376359" y="554435"/>
                  <a:pt x="377622" y="554435"/>
                </a:cubicBezTo>
                <a:cubicBezTo>
                  <a:pt x="378885" y="554435"/>
                  <a:pt x="380148" y="550647"/>
                  <a:pt x="380148" y="546858"/>
                </a:cubicBezTo>
                <a:cubicBezTo>
                  <a:pt x="380148" y="543069"/>
                  <a:pt x="378885" y="538017"/>
                  <a:pt x="378885" y="538017"/>
                </a:cubicBezTo>
                <a:cubicBezTo>
                  <a:pt x="377622" y="538017"/>
                  <a:pt x="378885" y="541806"/>
                  <a:pt x="377622" y="546858"/>
                </a:cubicBezTo>
                <a:moveTo>
                  <a:pt x="353626" y="491288"/>
                </a:moveTo>
                <a:cubicBezTo>
                  <a:pt x="362467" y="496340"/>
                  <a:pt x="370045" y="506443"/>
                  <a:pt x="375096" y="507706"/>
                </a:cubicBezTo>
                <a:cubicBezTo>
                  <a:pt x="376359" y="508969"/>
                  <a:pt x="377622" y="507706"/>
                  <a:pt x="376359" y="506443"/>
                </a:cubicBezTo>
                <a:cubicBezTo>
                  <a:pt x="368782" y="498866"/>
                  <a:pt x="361204" y="492551"/>
                  <a:pt x="353626" y="491288"/>
                </a:cubicBezTo>
                <a:moveTo>
                  <a:pt x="378885" y="508969"/>
                </a:moveTo>
                <a:cubicBezTo>
                  <a:pt x="378885" y="508969"/>
                  <a:pt x="380148" y="510232"/>
                  <a:pt x="380148" y="511495"/>
                </a:cubicBezTo>
                <a:cubicBezTo>
                  <a:pt x="381411" y="512758"/>
                  <a:pt x="382674" y="512758"/>
                  <a:pt x="382674" y="511495"/>
                </a:cubicBezTo>
                <a:cubicBezTo>
                  <a:pt x="382674" y="511495"/>
                  <a:pt x="382674" y="510232"/>
                  <a:pt x="381411" y="508969"/>
                </a:cubicBezTo>
                <a:cubicBezTo>
                  <a:pt x="380148" y="508969"/>
                  <a:pt x="378885" y="508969"/>
                  <a:pt x="378885" y="508969"/>
                </a:cubicBezTo>
                <a:moveTo>
                  <a:pt x="419300" y="550647"/>
                </a:moveTo>
                <a:cubicBezTo>
                  <a:pt x="419300" y="548121"/>
                  <a:pt x="420563" y="546858"/>
                  <a:pt x="418037" y="543069"/>
                </a:cubicBezTo>
                <a:cubicBezTo>
                  <a:pt x="416774" y="541806"/>
                  <a:pt x="415511" y="541806"/>
                  <a:pt x="416774" y="543069"/>
                </a:cubicBezTo>
                <a:cubicBezTo>
                  <a:pt x="416774" y="546858"/>
                  <a:pt x="418037" y="549384"/>
                  <a:pt x="419300" y="550647"/>
                </a:cubicBezTo>
                <a:moveTo>
                  <a:pt x="420563" y="543069"/>
                </a:moveTo>
                <a:cubicBezTo>
                  <a:pt x="421826" y="544332"/>
                  <a:pt x="421826" y="543069"/>
                  <a:pt x="421826" y="541806"/>
                </a:cubicBezTo>
                <a:cubicBezTo>
                  <a:pt x="419300" y="536754"/>
                  <a:pt x="418037" y="535491"/>
                  <a:pt x="414248" y="534228"/>
                </a:cubicBezTo>
                <a:cubicBezTo>
                  <a:pt x="416774" y="535491"/>
                  <a:pt x="418037" y="540543"/>
                  <a:pt x="420563" y="543069"/>
                </a:cubicBezTo>
                <a:moveTo>
                  <a:pt x="423089" y="536754"/>
                </a:moveTo>
                <a:cubicBezTo>
                  <a:pt x="424351" y="539280"/>
                  <a:pt x="425614" y="538017"/>
                  <a:pt x="425614" y="534228"/>
                </a:cubicBezTo>
                <a:cubicBezTo>
                  <a:pt x="423089" y="525388"/>
                  <a:pt x="420563" y="525388"/>
                  <a:pt x="415511" y="521599"/>
                </a:cubicBezTo>
                <a:cubicBezTo>
                  <a:pt x="418037" y="526651"/>
                  <a:pt x="419300" y="531702"/>
                  <a:pt x="423089" y="536754"/>
                </a:cubicBezTo>
                <a:moveTo>
                  <a:pt x="426877" y="527913"/>
                </a:moveTo>
                <a:cubicBezTo>
                  <a:pt x="426877" y="521599"/>
                  <a:pt x="423089" y="515284"/>
                  <a:pt x="416774" y="512758"/>
                </a:cubicBezTo>
                <a:cubicBezTo>
                  <a:pt x="420563" y="516547"/>
                  <a:pt x="423089" y="525388"/>
                  <a:pt x="424351" y="529176"/>
                </a:cubicBezTo>
                <a:cubicBezTo>
                  <a:pt x="425614" y="532965"/>
                  <a:pt x="426877" y="531702"/>
                  <a:pt x="426877" y="527913"/>
                </a:cubicBezTo>
                <a:moveTo>
                  <a:pt x="419300" y="508969"/>
                </a:moveTo>
                <a:cubicBezTo>
                  <a:pt x="423089" y="512758"/>
                  <a:pt x="425614" y="517810"/>
                  <a:pt x="426877" y="521599"/>
                </a:cubicBezTo>
                <a:cubicBezTo>
                  <a:pt x="429403" y="524125"/>
                  <a:pt x="429403" y="522862"/>
                  <a:pt x="429403" y="519073"/>
                </a:cubicBezTo>
                <a:cubicBezTo>
                  <a:pt x="428140" y="514021"/>
                  <a:pt x="424351" y="510232"/>
                  <a:pt x="419300" y="508969"/>
                </a:cubicBezTo>
                <a:moveTo>
                  <a:pt x="426877" y="617583"/>
                </a:moveTo>
                <a:cubicBezTo>
                  <a:pt x="426877" y="618846"/>
                  <a:pt x="429403" y="617583"/>
                  <a:pt x="430666" y="616320"/>
                </a:cubicBezTo>
                <a:cubicBezTo>
                  <a:pt x="430666" y="616320"/>
                  <a:pt x="430666" y="616320"/>
                  <a:pt x="430666" y="615057"/>
                </a:cubicBezTo>
                <a:cubicBezTo>
                  <a:pt x="430666" y="615057"/>
                  <a:pt x="430666" y="615057"/>
                  <a:pt x="430666" y="616320"/>
                </a:cubicBezTo>
                <a:cubicBezTo>
                  <a:pt x="430666" y="616320"/>
                  <a:pt x="430666" y="616320"/>
                  <a:pt x="429403" y="617583"/>
                </a:cubicBezTo>
                <a:cubicBezTo>
                  <a:pt x="429403" y="618846"/>
                  <a:pt x="429403" y="620109"/>
                  <a:pt x="429403" y="620109"/>
                </a:cubicBezTo>
                <a:cubicBezTo>
                  <a:pt x="429403" y="621372"/>
                  <a:pt x="430666" y="620109"/>
                  <a:pt x="431929" y="618846"/>
                </a:cubicBezTo>
                <a:cubicBezTo>
                  <a:pt x="431929" y="618846"/>
                  <a:pt x="431929" y="618846"/>
                  <a:pt x="433192" y="617583"/>
                </a:cubicBezTo>
                <a:cubicBezTo>
                  <a:pt x="434455" y="620109"/>
                  <a:pt x="434455" y="620109"/>
                  <a:pt x="434455" y="620109"/>
                </a:cubicBezTo>
                <a:cubicBezTo>
                  <a:pt x="434455" y="620109"/>
                  <a:pt x="434455" y="617583"/>
                  <a:pt x="433192" y="613794"/>
                </a:cubicBezTo>
                <a:cubicBezTo>
                  <a:pt x="431929" y="612531"/>
                  <a:pt x="430666" y="612531"/>
                  <a:pt x="430666" y="611268"/>
                </a:cubicBezTo>
                <a:cubicBezTo>
                  <a:pt x="429403" y="610005"/>
                  <a:pt x="430666" y="610005"/>
                  <a:pt x="429403" y="607479"/>
                </a:cubicBezTo>
                <a:cubicBezTo>
                  <a:pt x="428140" y="603691"/>
                  <a:pt x="426877" y="601165"/>
                  <a:pt x="424351" y="602428"/>
                </a:cubicBezTo>
                <a:cubicBezTo>
                  <a:pt x="423089" y="602428"/>
                  <a:pt x="424351" y="603691"/>
                  <a:pt x="424351" y="604953"/>
                </a:cubicBezTo>
                <a:cubicBezTo>
                  <a:pt x="423089" y="606216"/>
                  <a:pt x="423089" y="607479"/>
                  <a:pt x="423089" y="607479"/>
                </a:cubicBezTo>
                <a:cubicBezTo>
                  <a:pt x="424351" y="607479"/>
                  <a:pt x="424351" y="607479"/>
                  <a:pt x="425614" y="606216"/>
                </a:cubicBezTo>
                <a:cubicBezTo>
                  <a:pt x="425614" y="606216"/>
                  <a:pt x="425614" y="607479"/>
                  <a:pt x="426877" y="607479"/>
                </a:cubicBezTo>
                <a:cubicBezTo>
                  <a:pt x="426877" y="607479"/>
                  <a:pt x="425614" y="607479"/>
                  <a:pt x="425614" y="607479"/>
                </a:cubicBezTo>
                <a:cubicBezTo>
                  <a:pt x="424351" y="608742"/>
                  <a:pt x="424351" y="610005"/>
                  <a:pt x="424351" y="611268"/>
                </a:cubicBezTo>
                <a:cubicBezTo>
                  <a:pt x="424351" y="611268"/>
                  <a:pt x="426877" y="611268"/>
                  <a:pt x="428140" y="610005"/>
                </a:cubicBezTo>
                <a:cubicBezTo>
                  <a:pt x="428140" y="610005"/>
                  <a:pt x="428140" y="610005"/>
                  <a:pt x="428140" y="611268"/>
                </a:cubicBezTo>
                <a:cubicBezTo>
                  <a:pt x="428140" y="611268"/>
                  <a:pt x="426877" y="611268"/>
                  <a:pt x="426877" y="612531"/>
                </a:cubicBezTo>
                <a:cubicBezTo>
                  <a:pt x="426877" y="616320"/>
                  <a:pt x="426877" y="617583"/>
                  <a:pt x="426877" y="617583"/>
                </a:cubicBezTo>
                <a:moveTo>
                  <a:pt x="429403" y="622635"/>
                </a:moveTo>
                <a:cubicBezTo>
                  <a:pt x="428140" y="623898"/>
                  <a:pt x="428140" y="626424"/>
                  <a:pt x="428140" y="626424"/>
                </a:cubicBezTo>
                <a:cubicBezTo>
                  <a:pt x="428140" y="626424"/>
                  <a:pt x="430666" y="626424"/>
                  <a:pt x="431929" y="623898"/>
                </a:cubicBezTo>
                <a:cubicBezTo>
                  <a:pt x="433192" y="622635"/>
                  <a:pt x="434455" y="620109"/>
                  <a:pt x="433192" y="620109"/>
                </a:cubicBezTo>
                <a:cubicBezTo>
                  <a:pt x="431929" y="620109"/>
                  <a:pt x="430666" y="621372"/>
                  <a:pt x="429403" y="622635"/>
                </a:cubicBezTo>
                <a:moveTo>
                  <a:pt x="430666" y="663049"/>
                </a:moveTo>
                <a:cubicBezTo>
                  <a:pt x="430666" y="663049"/>
                  <a:pt x="430666" y="661786"/>
                  <a:pt x="430666" y="660523"/>
                </a:cubicBezTo>
                <a:cubicBezTo>
                  <a:pt x="429403" y="657997"/>
                  <a:pt x="429403" y="656734"/>
                  <a:pt x="428140" y="656734"/>
                </a:cubicBezTo>
                <a:cubicBezTo>
                  <a:pt x="428140" y="656734"/>
                  <a:pt x="428140" y="657997"/>
                  <a:pt x="428140" y="659260"/>
                </a:cubicBezTo>
                <a:cubicBezTo>
                  <a:pt x="428140" y="661786"/>
                  <a:pt x="429403" y="663049"/>
                  <a:pt x="430666" y="663049"/>
                </a:cubicBezTo>
                <a:moveTo>
                  <a:pt x="433192" y="660523"/>
                </a:moveTo>
                <a:cubicBezTo>
                  <a:pt x="433192" y="660523"/>
                  <a:pt x="433192" y="659260"/>
                  <a:pt x="433192" y="657997"/>
                </a:cubicBezTo>
                <a:cubicBezTo>
                  <a:pt x="433192" y="656734"/>
                  <a:pt x="431929" y="656734"/>
                  <a:pt x="431929" y="656734"/>
                </a:cubicBezTo>
                <a:cubicBezTo>
                  <a:pt x="431929" y="656734"/>
                  <a:pt x="431929" y="657997"/>
                  <a:pt x="431929" y="659260"/>
                </a:cubicBezTo>
                <a:cubicBezTo>
                  <a:pt x="431929" y="659260"/>
                  <a:pt x="433192" y="660523"/>
                  <a:pt x="433192" y="660523"/>
                </a:cubicBezTo>
                <a:moveTo>
                  <a:pt x="438244" y="660523"/>
                </a:moveTo>
                <a:cubicBezTo>
                  <a:pt x="439507" y="660523"/>
                  <a:pt x="440770" y="660523"/>
                  <a:pt x="440770" y="659260"/>
                </a:cubicBezTo>
                <a:cubicBezTo>
                  <a:pt x="440770" y="657997"/>
                  <a:pt x="439507" y="657997"/>
                  <a:pt x="438244" y="657997"/>
                </a:cubicBezTo>
                <a:cubicBezTo>
                  <a:pt x="436981" y="657997"/>
                  <a:pt x="436981" y="657997"/>
                  <a:pt x="436981" y="659260"/>
                </a:cubicBezTo>
                <a:cubicBezTo>
                  <a:pt x="436981" y="659260"/>
                  <a:pt x="438244" y="660523"/>
                  <a:pt x="438244" y="660523"/>
                </a:cubicBezTo>
                <a:moveTo>
                  <a:pt x="439507" y="646631"/>
                </a:moveTo>
                <a:cubicBezTo>
                  <a:pt x="445822" y="645368"/>
                  <a:pt x="436981" y="641579"/>
                  <a:pt x="435718" y="636527"/>
                </a:cubicBezTo>
                <a:cubicBezTo>
                  <a:pt x="430666" y="639053"/>
                  <a:pt x="429403" y="642842"/>
                  <a:pt x="434455" y="645368"/>
                </a:cubicBezTo>
                <a:cubicBezTo>
                  <a:pt x="436981" y="647894"/>
                  <a:pt x="438244" y="649157"/>
                  <a:pt x="439507" y="646631"/>
                </a:cubicBezTo>
                <a:moveTo>
                  <a:pt x="453399" y="602428"/>
                </a:moveTo>
                <a:cubicBezTo>
                  <a:pt x="454662" y="599902"/>
                  <a:pt x="454662" y="598639"/>
                  <a:pt x="453399" y="597376"/>
                </a:cubicBezTo>
                <a:cubicBezTo>
                  <a:pt x="453399" y="597376"/>
                  <a:pt x="452136" y="598639"/>
                  <a:pt x="450873" y="601165"/>
                </a:cubicBezTo>
                <a:cubicBezTo>
                  <a:pt x="449611" y="603691"/>
                  <a:pt x="449611" y="604953"/>
                  <a:pt x="449611" y="604953"/>
                </a:cubicBezTo>
                <a:cubicBezTo>
                  <a:pt x="452136" y="606216"/>
                  <a:pt x="453399" y="603691"/>
                  <a:pt x="453399" y="602428"/>
                </a:cubicBezTo>
                <a:moveTo>
                  <a:pt x="466029" y="652946"/>
                </a:moveTo>
                <a:cubicBezTo>
                  <a:pt x="460977" y="650420"/>
                  <a:pt x="455925" y="652946"/>
                  <a:pt x="454662" y="656734"/>
                </a:cubicBezTo>
                <a:cubicBezTo>
                  <a:pt x="457188" y="655472"/>
                  <a:pt x="458451" y="654209"/>
                  <a:pt x="463503" y="656734"/>
                </a:cubicBezTo>
                <a:cubicBezTo>
                  <a:pt x="464766" y="655472"/>
                  <a:pt x="466029" y="656734"/>
                  <a:pt x="468555" y="657997"/>
                </a:cubicBezTo>
                <a:cubicBezTo>
                  <a:pt x="468555" y="655472"/>
                  <a:pt x="468555" y="652946"/>
                  <a:pt x="466029" y="652946"/>
                </a:cubicBezTo>
                <a:moveTo>
                  <a:pt x="463503" y="607479"/>
                </a:moveTo>
                <a:cubicBezTo>
                  <a:pt x="464766" y="604953"/>
                  <a:pt x="464766" y="602428"/>
                  <a:pt x="464766" y="602428"/>
                </a:cubicBezTo>
                <a:cubicBezTo>
                  <a:pt x="463503" y="602428"/>
                  <a:pt x="462240" y="603691"/>
                  <a:pt x="460977" y="606216"/>
                </a:cubicBezTo>
                <a:cubicBezTo>
                  <a:pt x="459714" y="608742"/>
                  <a:pt x="459714" y="611268"/>
                  <a:pt x="459714" y="611268"/>
                </a:cubicBezTo>
                <a:cubicBezTo>
                  <a:pt x="460977" y="611268"/>
                  <a:pt x="462240" y="610005"/>
                  <a:pt x="463503" y="607479"/>
                </a:cubicBezTo>
                <a:moveTo>
                  <a:pt x="468555" y="607479"/>
                </a:moveTo>
                <a:cubicBezTo>
                  <a:pt x="468555" y="606216"/>
                  <a:pt x="469818" y="603691"/>
                  <a:pt x="468555" y="603691"/>
                </a:cubicBezTo>
                <a:cubicBezTo>
                  <a:pt x="468555" y="603691"/>
                  <a:pt x="467292" y="604953"/>
                  <a:pt x="466029" y="606216"/>
                </a:cubicBezTo>
                <a:cubicBezTo>
                  <a:pt x="466029" y="607479"/>
                  <a:pt x="464766" y="610005"/>
                  <a:pt x="466029" y="610005"/>
                </a:cubicBezTo>
                <a:cubicBezTo>
                  <a:pt x="467292" y="610005"/>
                  <a:pt x="468555" y="608742"/>
                  <a:pt x="468555" y="607479"/>
                </a:cubicBezTo>
                <a:moveTo>
                  <a:pt x="490025" y="515284"/>
                </a:moveTo>
                <a:cubicBezTo>
                  <a:pt x="484973" y="515284"/>
                  <a:pt x="482447" y="519073"/>
                  <a:pt x="483710" y="525388"/>
                </a:cubicBezTo>
                <a:cubicBezTo>
                  <a:pt x="481184" y="526651"/>
                  <a:pt x="478658" y="527913"/>
                  <a:pt x="476132" y="526651"/>
                </a:cubicBezTo>
                <a:cubicBezTo>
                  <a:pt x="478658" y="530439"/>
                  <a:pt x="481184" y="531702"/>
                  <a:pt x="482447" y="530439"/>
                </a:cubicBezTo>
                <a:lnTo>
                  <a:pt x="482447" y="538017"/>
                </a:lnTo>
                <a:lnTo>
                  <a:pt x="484973" y="535491"/>
                </a:lnTo>
                <a:lnTo>
                  <a:pt x="486236" y="541806"/>
                </a:lnTo>
                <a:lnTo>
                  <a:pt x="490025" y="538017"/>
                </a:lnTo>
                <a:lnTo>
                  <a:pt x="491288" y="549384"/>
                </a:lnTo>
                <a:cubicBezTo>
                  <a:pt x="492551" y="549384"/>
                  <a:pt x="493814" y="548121"/>
                  <a:pt x="493814" y="543069"/>
                </a:cubicBezTo>
                <a:lnTo>
                  <a:pt x="495077" y="549384"/>
                </a:lnTo>
                <a:cubicBezTo>
                  <a:pt x="496340" y="553172"/>
                  <a:pt x="496340" y="553172"/>
                  <a:pt x="497603" y="549384"/>
                </a:cubicBezTo>
                <a:lnTo>
                  <a:pt x="496340" y="536754"/>
                </a:lnTo>
                <a:lnTo>
                  <a:pt x="492551" y="540543"/>
                </a:lnTo>
                <a:lnTo>
                  <a:pt x="492551" y="535491"/>
                </a:lnTo>
                <a:cubicBezTo>
                  <a:pt x="487499" y="532965"/>
                  <a:pt x="486236" y="531702"/>
                  <a:pt x="487499" y="530439"/>
                </a:cubicBezTo>
                <a:cubicBezTo>
                  <a:pt x="495077" y="535491"/>
                  <a:pt x="497603" y="534228"/>
                  <a:pt x="497603" y="530439"/>
                </a:cubicBezTo>
                <a:cubicBezTo>
                  <a:pt x="496340" y="525388"/>
                  <a:pt x="500129" y="525388"/>
                  <a:pt x="500129" y="530439"/>
                </a:cubicBezTo>
                <a:cubicBezTo>
                  <a:pt x="500129" y="535491"/>
                  <a:pt x="498866" y="538017"/>
                  <a:pt x="496340" y="536754"/>
                </a:cubicBezTo>
                <a:cubicBezTo>
                  <a:pt x="496340" y="545595"/>
                  <a:pt x="497603" y="551910"/>
                  <a:pt x="501392" y="554435"/>
                </a:cubicBezTo>
                <a:cubicBezTo>
                  <a:pt x="502654" y="548121"/>
                  <a:pt x="498866" y="544332"/>
                  <a:pt x="498866" y="539280"/>
                </a:cubicBezTo>
                <a:cubicBezTo>
                  <a:pt x="501392" y="543069"/>
                  <a:pt x="503917" y="553172"/>
                  <a:pt x="510232" y="556961"/>
                </a:cubicBezTo>
                <a:cubicBezTo>
                  <a:pt x="511495" y="554435"/>
                  <a:pt x="507706" y="548121"/>
                  <a:pt x="502654" y="540543"/>
                </a:cubicBezTo>
                <a:cubicBezTo>
                  <a:pt x="508969" y="545595"/>
                  <a:pt x="514021" y="549384"/>
                  <a:pt x="517810" y="549384"/>
                </a:cubicBezTo>
                <a:cubicBezTo>
                  <a:pt x="515284" y="543069"/>
                  <a:pt x="508969" y="544332"/>
                  <a:pt x="503917" y="536754"/>
                </a:cubicBezTo>
                <a:cubicBezTo>
                  <a:pt x="507706" y="536754"/>
                  <a:pt x="507706" y="541806"/>
                  <a:pt x="512758" y="541806"/>
                </a:cubicBezTo>
                <a:cubicBezTo>
                  <a:pt x="511495" y="538017"/>
                  <a:pt x="507706" y="534228"/>
                  <a:pt x="503917" y="531702"/>
                </a:cubicBezTo>
                <a:lnTo>
                  <a:pt x="507706" y="531702"/>
                </a:lnTo>
                <a:cubicBezTo>
                  <a:pt x="507706" y="527913"/>
                  <a:pt x="502654" y="529176"/>
                  <a:pt x="502654" y="525388"/>
                </a:cubicBezTo>
                <a:lnTo>
                  <a:pt x="506443" y="526651"/>
                </a:lnTo>
                <a:cubicBezTo>
                  <a:pt x="505180" y="520336"/>
                  <a:pt x="495077" y="520336"/>
                  <a:pt x="496340" y="524125"/>
                </a:cubicBezTo>
                <a:cubicBezTo>
                  <a:pt x="496340" y="530439"/>
                  <a:pt x="492551" y="529176"/>
                  <a:pt x="491288" y="522862"/>
                </a:cubicBezTo>
                <a:cubicBezTo>
                  <a:pt x="490025" y="517810"/>
                  <a:pt x="491288" y="516547"/>
                  <a:pt x="493814" y="517810"/>
                </a:cubicBezTo>
                <a:cubicBezTo>
                  <a:pt x="498866" y="519073"/>
                  <a:pt x="498866" y="511495"/>
                  <a:pt x="493814" y="512758"/>
                </a:cubicBezTo>
                <a:cubicBezTo>
                  <a:pt x="493814" y="511495"/>
                  <a:pt x="495077" y="511495"/>
                  <a:pt x="496340" y="511495"/>
                </a:cubicBezTo>
                <a:cubicBezTo>
                  <a:pt x="495077" y="510232"/>
                  <a:pt x="493814" y="508969"/>
                  <a:pt x="491288" y="507706"/>
                </a:cubicBezTo>
                <a:lnTo>
                  <a:pt x="492551" y="506443"/>
                </a:lnTo>
                <a:cubicBezTo>
                  <a:pt x="492551" y="505180"/>
                  <a:pt x="492551" y="503917"/>
                  <a:pt x="490025" y="503917"/>
                </a:cubicBezTo>
                <a:cubicBezTo>
                  <a:pt x="487499" y="505180"/>
                  <a:pt x="484973" y="506443"/>
                  <a:pt x="486236" y="510232"/>
                </a:cubicBezTo>
                <a:cubicBezTo>
                  <a:pt x="487499" y="511495"/>
                  <a:pt x="487499" y="511495"/>
                  <a:pt x="490025" y="511495"/>
                </a:cubicBezTo>
                <a:cubicBezTo>
                  <a:pt x="490025" y="512758"/>
                  <a:pt x="490025" y="514021"/>
                  <a:pt x="490025" y="515284"/>
                </a:cubicBezTo>
                <a:moveTo>
                  <a:pt x="466029" y="483710"/>
                </a:moveTo>
                <a:cubicBezTo>
                  <a:pt x="464766" y="486236"/>
                  <a:pt x="463503" y="496340"/>
                  <a:pt x="472344" y="508969"/>
                </a:cubicBezTo>
                <a:cubicBezTo>
                  <a:pt x="476132" y="512758"/>
                  <a:pt x="472344" y="516547"/>
                  <a:pt x="476132" y="516547"/>
                </a:cubicBezTo>
                <a:cubicBezTo>
                  <a:pt x="477395" y="516547"/>
                  <a:pt x="478658" y="515284"/>
                  <a:pt x="479921" y="512758"/>
                </a:cubicBezTo>
                <a:lnTo>
                  <a:pt x="477395" y="511495"/>
                </a:lnTo>
                <a:lnTo>
                  <a:pt x="481184" y="511495"/>
                </a:lnTo>
                <a:lnTo>
                  <a:pt x="476132" y="508969"/>
                </a:lnTo>
                <a:cubicBezTo>
                  <a:pt x="477395" y="508969"/>
                  <a:pt x="481184" y="508969"/>
                  <a:pt x="481184" y="507706"/>
                </a:cubicBezTo>
                <a:cubicBezTo>
                  <a:pt x="481184" y="506443"/>
                  <a:pt x="476132" y="505180"/>
                  <a:pt x="474870" y="505180"/>
                </a:cubicBezTo>
                <a:lnTo>
                  <a:pt x="479921" y="503917"/>
                </a:lnTo>
                <a:cubicBezTo>
                  <a:pt x="479921" y="502654"/>
                  <a:pt x="477395" y="501392"/>
                  <a:pt x="472344" y="500129"/>
                </a:cubicBezTo>
                <a:lnTo>
                  <a:pt x="477395" y="498866"/>
                </a:lnTo>
                <a:lnTo>
                  <a:pt x="472344" y="495077"/>
                </a:lnTo>
                <a:lnTo>
                  <a:pt x="476132" y="493814"/>
                </a:lnTo>
                <a:lnTo>
                  <a:pt x="469818" y="490025"/>
                </a:lnTo>
                <a:lnTo>
                  <a:pt x="473607" y="488762"/>
                </a:lnTo>
                <a:lnTo>
                  <a:pt x="469818" y="487499"/>
                </a:lnTo>
                <a:lnTo>
                  <a:pt x="473607" y="486236"/>
                </a:lnTo>
                <a:cubicBezTo>
                  <a:pt x="469818" y="483710"/>
                  <a:pt x="468555" y="481184"/>
                  <a:pt x="466029" y="483710"/>
                </a:cubicBezTo>
                <a:moveTo>
                  <a:pt x="467292" y="514021"/>
                </a:moveTo>
                <a:cubicBezTo>
                  <a:pt x="468555" y="514021"/>
                  <a:pt x="469818" y="512758"/>
                  <a:pt x="468555" y="511495"/>
                </a:cubicBezTo>
                <a:cubicBezTo>
                  <a:pt x="467292" y="510232"/>
                  <a:pt x="466029" y="510232"/>
                  <a:pt x="464766" y="511495"/>
                </a:cubicBezTo>
                <a:cubicBezTo>
                  <a:pt x="463503" y="511495"/>
                  <a:pt x="463503" y="512758"/>
                  <a:pt x="463503" y="514021"/>
                </a:cubicBezTo>
                <a:cubicBezTo>
                  <a:pt x="464766" y="515284"/>
                  <a:pt x="466029" y="515284"/>
                  <a:pt x="467292" y="514021"/>
                </a:cubicBezTo>
                <a:moveTo>
                  <a:pt x="464766" y="508969"/>
                </a:moveTo>
                <a:cubicBezTo>
                  <a:pt x="466029" y="507706"/>
                  <a:pt x="466029" y="505180"/>
                  <a:pt x="464766" y="505180"/>
                </a:cubicBezTo>
                <a:cubicBezTo>
                  <a:pt x="463503" y="505180"/>
                  <a:pt x="460977" y="506443"/>
                  <a:pt x="459714" y="507706"/>
                </a:cubicBezTo>
                <a:cubicBezTo>
                  <a:pt x="458451" y="508969"/>
                  <a:pt x="459714" y="511495"/>
                  <a:pt x="460977" y="511495"/>
                </a:cubicBezTo>
                <a:cubicBezTo>
                  <a:pt x="462240" y="510232"/>
                  <a:pt x="463503" y="510232"/>
                  <a:pt x="464766" y="508969"/>
                </a:cubicBezTo>
                <a:moveTo>
                  <a:pt x="457188" y="503917"/>
                </a:moveTo>
                <a:cubicBezTo>
                  <a:pt x="458451" y="505180"/>
                  <a:pt x="459714" y="503917"/>
                  <a:pt x="459714" y="502654"/>
                </a:cubicBezTo>
                <a:cubicBezTo>
                  <a:pt x="460977" y="501392"/>
                  <a:pt x="459714" y="500129"/>
                  <a:pt x="459714" y="498866"/>
                </a:cubicBezTo>
                <a:cubicBezTo>
                  <a:pt x="458451" y="498866"/>
                  <a:pt x="457188" y="498866"/>
                  <a:pt x="457188" y="500129"/>
                </a:cubicBezTo>
                <a:cubicBezTo>
                  <a:pt x="455925" y="501392"/>
                  <a:pt x="457188" y="502654"/>
                  <a:pt x="457188" y="503917"/>
                </a:cubicBezTo>
                <a:moveTo>
                  <a:pt x="459714" y="483710"/>
                </a:moveTo>
                <a:cubicBezTo>
                  <a:pt x="460977" y="481184"/>
                  <a:pt x="467292" y="478658"/>
                  <a:pt x="463503" y="474870"/>
                </a:cubicBezTo>
                <a:cubicBezTo>
                  <a:pt x="462240" y="474870"/>
                  <a:pt x="459714" y="476132"/>
                  <a:pt x="457188" y="481184"/>
                </a:cubicBezTo>
                <a:cubicBezTo>
                  <a:pt x="455925" y="483710"/>
                  <a:pt x="457188" y="487499"/>
                  <a:pt x="458451" y="491288"/>
                </a:cubicBezTo>
                <a:cubicBezTo>
                  <a:pt x="458451" y="486236"/>
                  <a:pt x="459714" y="484973"/>
                  <a:pt x="459714" y="483710"/>
                </a:cubicBezTo>
                <a:moveTo>
                  <a:pt x="457188" y="473607"/>
                </a:moveTo>
                <a:cubicBezTo>
                  <a:pt x="455925" y="474870"/>
                  <a:pt x="454662" y="477395"/>
                  <a:pt x="455925" y="477395"/>
                </a:cubicBezTo>
                <a:cubicBezTo>
                  <a:pt x="455925" y="477395"/>
                  <a:pt x="458451" y="477395"/>
                  <a:pt x="459714" y="474870"/>
                </a:cubicBezTo>
                <a:cubicBezTo>
                  <a:pt x="460977" y="473607"/>
                  <a:pt x="462240" y="471081"/>
                  <a:pt x="460977" y="471081"/>
                </a:cubicBezTo>
                <a:cubicBezTo>
                  <a:pt x="460977" y="471081"/>
                  <a:pt x="458451" y="472344"/>
                  <a:pt x="457188" y="473607"/>
                </a:cubicBezTo>
                <a:moveTo>
                  <a:pt x="455925" y="492551"/>
                </a:moveTo>
                <a:cubicBezTo>
                  <a:pt x="454662" y="492551"/>
                  <a:pt x="453399" y="493814"/>
                  <a:pt x="453399" y="495077"/>
                </a:cubicBezTo>
                <a:cubicBezTo>
                  <a:pt x="453399" y="496340"/>
                  <a:pt x="454662" y="496340"/>
                  <a:pt x="455925" y="496340"/>
                </a:cubicBezTo>
                <a:cubicBezTo>
                  <a:pt x="457188" y="496340"/>
                  <a:pt x="457188" y="495077"/>
                  <a:pt x="457188" y="495077"/>
                </a:cubicBezTo>
                <a:cubicBezTo>
                  <a:pt x="457188" y="493814"/>
                  <a:pt x="457188" y="492551"/>
                  <a:pt x="455925" y="492551"/>
                </a:cubicBezTo>
                <a:moveTo>
                  <a:pt x="454662" y="503917"/>
                </a:moveTo>
                <a:cubicBezTo>
                  <a:pt x="452136" y="503917"/>
                  <a:pt x="450873" y="501392"/>
                  <a:pt x="452136" y="498866"/>
                </a:cubicBezTo>
                <a:cubicBezTo>
                  <a:pt x="448348" y="497603"/>
                  <a:pt x="447085" y="496340"/>
                  <a:pt x="449611" y="493814"/>
                </a:cubicBezTo>
                <a:lnTo>
                  <a:pt x="434455" y="482447"/>
                </a:lnTo>
                <a:lnTo>
                  <a:pt x="439507" y="479921"/>
                </a:lnTo>
                <a:lnTo>
                  <a:pt x="419300" y="454662"/>
                </a:lnTo>
                <a:cubicBezTo>
                  <a:pt x="416774" y="450873"/>
                  <a:pt x="414248" y="449610"/>
                  <a:pt x="409196" y="452136"/>
                </a:cubicBezTo>
                <a:cubicBezTo>
                  <a:pt x="383937" y="466029"/>
                  <a:pt x="352363" y="473607"/>
                  <a:pt x="319527" y="477395"/>
                </a:cubicBezTo>
                <a:cubicBezTo>
                  <a:pt x="310686" y="478658"/>
                  <a:pt x="304371" y="479921"/>
                  <a:pt x="295531" y="481184"/>
                </a:cubicBezTo>
                <a:cubicBezTo>
                  <a:pt x="282901" y="497603"/>
                  <a:pt x="272797" y="508969"/>
                  <a:pt x="266483" y="514021"/>
                </a:cubicBezTo>
                <a:cubicBezTo>
                  <a:pt x="253853" y="522862"/>
                  <a:pt x="255116" y="531702"/>
                  <a:pt x="266483" y="543069"/>
                </a:cubicBezTo>
                <a:cubicBezTo>
                  <a:pt x="270271" y="548121"/>
                  <a:pt x="275323" y="548121"/>
                  <a:pt x="279112" y="545595"/>
                </a:cubicBezTo>
                <a:cubicBezTo>
                  <a:pt x="284164" y="544332"/>
                  <a:pt x="291742" y="544332"/>
                  <a:pt x="300582" y="544332"/>
                </a:cubicBezTo>
                <a:cubicBezTo>
                  <a:pt x="300582" y="531702"/>
                  <a:pt x="293005" y="522862"/>
                  <a:pt x="277849" y="516547"/>
                </a:cubicBezTo>
                <a:cubicBezTo>
                  <a:pt x="272797" y="512758"/>
                  <a:pt x="274060" y="511495"/>
                  <a:pt x="281638" y="512758"/>
                </a:cubicBezTo>
                <a:cubicBezTo>
                  <a:pt x="301845" y="517810"/>
                  <a:pt x="320790" y="521599"/>
                  <a:pt x="338471" y="521599"/>
                </a:cubicBezTo>
                <a:cubicBezTo>
                  <a:pt x="346049" y="517810"/>
                  <a:pt x="346049" y="515284"/>
                  <a:pt x="338471" y="511495"/>
                </a:cubicBezTo>
                <a:cubicBezTo>
                  <a:pt x="344786" y="501392"/>
                  <a:pt x="343523" y="491288"/>
                  <a:pt x="334682" y="482447"/>
                </a:cubicBezTo>
                <a:cubicBezTo>
                  <a:pt x="343523" y="482447"/>
                  <a:pt x="357415" y="490025"/>
                  <a:pt x="375096" y="502654"/>
                </a:cubicBezTo>
                <a:cubicBezTo>
                  <a:pt x="383937" y="507706"/>
                  <a:pt x="391515" y="508969"/>
                  <a:pt x="395304" y="506443"/>
                </a:cubicBezTo>
                <a:cubicBezTo>
                  <a:pt x="400355" y="502654"/>
                  <a:pt x="406670" y="502654"/>
                  <a:pt x="415511" y="502654"/>
                </a:cubicBezTo>
                <a:cubicBezTo>
                  <a:pt x="433192" y="503917"/>
                  <a:pt x="436981" y="514021"/>
                  <a:pt x="431929" y="534228"/>
                </a:cubicBezTo>
                <a:cubicBezTo>
                  <a:pt x="431929" y="546858"/>
                  <a:pt x="429403" y="556961"/>
                  <a:pt x="428140" y="569591"/>
                </a:cubicBezTo>
                <a:cubicBezTo>
                  <a:pt x="426877" y="592324"/>
                  <a:pt x="440770" y="596113"/>
                  <a:pt x="458451" y="587272"/>
                </a:cubicBezTo>
                <a:cubicBezTo>
                  <a:pt x="467292" y="582220"/>
                  <a:pt x="472344" y="574643"/>
                  <a:pt x="477395" y="567065"/>
                </a:cubicBezTo>
                <a:cubicBezTo>
                  <a:pt x="473607" y="567065"/>
                  <a:pt x="472344" y="563276"/>
                  <a:pt x="471081" y="558224"/>
                </a:cubicBezTo>
                <a:cubicBezTo>
                  <a:pt x="471081" y="556961"/>
                  <a:pt x="469818" y="554435"/>
                  <a:pt x="469818" y="551910"/>
                </a:cubicBezTo>
                <a:lnTo>
                  <a:pt x="463503" y="538017"/>
                </a:lnTo>
                <a:cubicBezTo>
                  <a:pt x="459714" y="534228"/>
                  <a:pt x="457188" y="529176"/>
                  <a:pt x="457188" y="524125"/>
                </a:cubicBezTo>
                <a:lnTo>
                  <a:pt x="449611" y="512758"/>
                </a:lnTo>
                <a:cubicBezTo>
                  <a:pt x="445822" y="505180"/>
                  <a:pt x="445822" y="502654"/>
                  <a:pt x="450873" y="505180"/>
                </a:cubicBezTo>
                <a:cubicBezTo>
                  <a:pt x="458451" y="512758"/>
                  <a:pt x="455925" y="506443"/>
                  <a:pt x="454662" y="503917"/>
                </a:cubicBezTo>
                <a:moveTo>
                  <a:pt x="448348" y="477395"/>
                </a:moveTo>
                <a:cubicBezTo>
                  <a:pt x="366256" y="363730"/>
                  <a:pt x="271534" y="228594"/>
                  <a:pt x="193231" y="125032"/>
                </a:cubicBezTo>
                <a:cubicBezTo>
                  <a:pt x="189443" y="123769"/>
                  <a:pt x="188180" y="125032"/>
                  <a:pt x="188180" y="130084"/>
                </a:cubicBezTo>
                <a:cubicBezTo>
                  <a:pt x="247538" y="213439"/>
                  <a:pt x="337208" y="335945"/>
                  <a:pt x="443296" y="481184"/>
                </a:cubicBezTo>
                <a:lnTo>
                  <a:pt x="442033" y="483710"/>
                </a:lnTo>
                <a:lnTo>
                  <a:pt x="450873" y="488762"/>
                </a:lnTo>
                <a:lnTo>
                  <a:pt x="448348" y="477395"/>
                </a:lnTo>
                <a:lnTo>
                  <a:pt x="448348" y="477395"/>
                </a:lnTo>
                <a:moveTo>
                  <a:pt x="525388" y="391515"/>
                </a:moveTo>
                <a:cubicBezTo>
                  <a:pt x="511495" y="391515"/>
                  <a:pt x="497603" y="394041"/>
                  <a:pt x="484973" y="396567"/>
                </a:cubicBezTo>
                <a:cubicBezTo>
                  <a:pt x="474870" y="397830"/>
                  <a:pt x="467292" y="396567"/>
                  <a:pt x="463503" y="394041"/>
                </a:cubicBezTo>
                <a:cubicBezTo>
                  <a:pt x="459714" y="391515"/>
                  <a:pt x="458451" y="390252"/>
                  <a:pt x="460977" y="386463"/>
                </a:cubicBezTo>
                <a:cubicBezTo>
                  <a:pt x="462240" y="383937"/>
                  <a:pt x="460977" y="381411"/>
                  <a:pt x="459714" y="381411"/>
                </a:cubicBezTo>
                <a:lnTo>
                  <a:pt x="449611" y="362467"/>
                </a:lnTo>
                <a:cubicBezTo>
                  <a:pt x="450873" y="364993"/>
                  <a:pt x="452136" y="364993"/>
                  <a:pt x="453399" y="367519"/>
                </a:cubicBezTo>
                <a:cubicBezTo>
                  <a:pt x="457188" y="373833"/>
                  <a:pt x="459714" y="378885"/>
                  <a:pt x="460977" y="378885"/>
                </a:cubicBezTo>
                <a:cubicBezTo>
                  <a:pt x="459714" y="375096"/>
                  <a:pt x="454662" y="364993"/>
                  <a:pt x="450873" y="354889"/>
                </a:cubicBezTo>
                <a:cubicBezTo>
                  <a:pt x="458451" y="367519"/>
                  <a:pt x="464766" y="378885"/>
                  <a:pt x="466029" y="377622"/>
                </a:cubicBezTo>
                <a:cubicBezTo>
                  <a:pt x="464766" y="372571"/>
                  <a:pt x="459714" y="362467"/>
                  <a:pt x="453399" y="352363"/>
                </a:cubicBezTo>
                <a:cubicBezTo>
                  <a:pt x="454662" y="353626"/>
                  <a:pt x="455925" y="354889"/>
                  <a:pt x="457188" y="356152"/>
                </a:cubicBezTo>
                <a:cubicBezTo>
                  <a:pt x="459714" y="358678"/>
                  <a:pt x="462240" y="361204"/>
                  <a:pt x="462240" y="361204"/>
                </a:cubicBezTo>
                <a:cubicBezTo>
                  <a:pt x="457188" y="351100"/>
                  <a:pt x="452136" y="344786"/>
                  <a:pt x="447085" y="343523"/>
                </a:cubicBezTo>
                <a:cubicBezTo>
                  <a:pt x="438244" y="340997"/>
                  <a:pt x="433192" y="339734"/>
                  <a:pt x="434455" y="344786"/>
                </a:cubicBezTo>
                <a:lnTo>
                  <a:pt x="430666" y="339734"/>
                </a:lnTo>
                <a:lnTo>
                  <a:pt x="425614" y="339734"/>
                </a:lnTo>
                <a:cubicBezTo>
                  <a:pt x="424351" y="339734"/>
                  <a:pt x="425614" y="342260"/>
                  <a:pt x="429403" y="347311"/>
                </a:cubicBezTo>
                <a:lnTo>
                  <a:pt x="428140" y="347311"/>
                </a:lnTo>
                <a:lnTo>
                  <a:pt x="423089" y="339734"/>
                </a:lnTo>
                <a:cubicBezTo>
                  <a:pt x="421826" y="338471"/>
                  <a:pt x="419300" y="338471"/>
                  <a:pt x="419300" y="339734"/>
                </a:cubicBezTo>
                <a:lnTo>
                  <a:pt x="421826" y="344786"/>
                </a:lnTo>
                <a:lnTo>
                  <a:pt x="416774" y="338471"/>
                </a:lnTo>
                <a:cubicBezTo>
                  <a:pt x="414248" y="337208"/>
                  <a:pt x="411722" y="335945"/>
                  <a:pt x="411722" y="337208"/>
                </a:cubicBezTo>
                <a:lnTo>
                  <a:pt x="420563" y="351100"/>
                </a:lnTo>
                <a:cubicBezTo>
                  <a:pt x="419300" y="348574"/>
                  <a:pt x="416774" y="347311"/>
                  <a:pt x="414248" y="343523"/>
                </a:cubicBezTo>
                <a:cubicBezTo>
                  <a:pt x="410459" y="338471"/>
                  <a:pt x="407933" y="335945"/>
                  <a:pt x="404144" y="334682"/>
                </a:cubicBezTo>
                <a:cubicBezTo>
                  <a:pt x="400355" y="334682"/>
                  <a:pt x="407933" y="340997"/>
                  <a:pt x="412985" y="353626"/>
                </a:cubicBezTo>
                <a:lnTo>
                  <a:pt x="400355" y="334682"/>
                </a:lnTo>
                <a:cubicBezTo>
                  <a:pt x="399092" y="333419"/>
                  <a:pt x="394041" y="333419"/>
                  <a:pt x="394041" y="334682"/>
                </a:cubicBezTo>
                <a:lnTo>
                  <a:pt x="409196" y="356152"/>
                </a:lnTo>
                <a:cubicBezTo>
                  <a:pt x="402881" y="348574"/>
                  <a:pt x="395304" y="342260"/>
                  <a:pt x="391515" y="334682"/>
                </a:cubicBezTo>
                <a:cubicBezTo>
                  <a:pt x="390252" y="333419"/>
                  <a:pt x="390252" y="333419"/>
                  <a:pt x="388989" y="333419"/>
                </a:cubicBezTo>
                <a:cubicBezTo>
                  <a:pt x="388989" y="333419"/>
                  <a:pt x="387726" y="333419"/>
                  <a:pt x="387726" y="333419"/>
                </a:cubicBezTo>
                <a:lnTo>
                  <a:pt x="405407" y="357415"/>
                </a:lnTo>
                <a:cubicBezTo>
                  <a:pt x="401618" y="353626"/>
                  <a:pt x="397830" y="351100"/>
                  <a:pt x="395304" y="347311"/>
                </a:cubicBezTo>
                <a:cubicBezTo>
                  <a:pt x="391515" y="342260"/>
                  <a:pt x="387726" y="338471"/>
                  <a:pt x="385200" y="333419"/>
                </a:cubicBezTo>
                <a:cubicBezTo>
                  <a:pt x="383937" y="332156"/>
                  <a:pt x="381411" y="332156"/>
                  <a:pt x="381411" y="333419"/>
                </a:cubicBezTo>
                <a:cubicBezTo>
                  <a:pt x="380148" y="335945"/>
                  <a:pt x="395304" y="351100"/>
                  <a:pt x="401618" y="359941"/>
                </a:cubicBezTo>
                <a:cubicBezTo>
                  <a:pt x="392778" y="351100"/>
                  <a:pt x="385200" y="343523"/>
                  <a:pt x="378885" y="333419"/>
                </a:cubicBezTo>
                <a:cubicBezTo>
                  <a:pt x="376359" y="332156"/>
                  <a:pt x="373833" y="332156"/>
                  <a:pt x="372571" y="333419"/>
                </a:cubicBezTo>
                <a:cubicBezTo>
                  <a:pt x="371308" y="334682"/>
                  <a:pt x="391515" y="353626"/>
                  <a:pt x="397830" y="364993"/>
                </a:cubicBezTo>
                <a:cubicBezTo>
                  <a:pt x="387726" y="354889"/>
                  <a:pt x="377622" y="344786"/>
                  <a:pt x="370045" y="333419"/>
                </a:cubicBezTo>
                <a:cubicBezTo>
                  <a:pt x="368782" y="332156"/>
                  <a:pt x="364993" y="332156"/>
                  <a:pt x="364993" y="333419"/>
                </a:cubicBezTo>
                <a:cubicBezTo>
                  <a:pt x="364993" y="335945"/>
                  <a:pt x="381411" y="351100"/>
                  <a:pt x="395304" y="370045"/>
                </a:cubicBezTo>
                <a:cubicBezTo>
                  <a:pt x="385200" y="359941"/>
                  <a:pt x="373833" y="344786"/>
                  <a:pt x="368782" y="342260"/>
                </a:cubicBezTo>
                <a:cubicBezTo>
                  <a:pt x="366256" y="342260"/>
                  <a:pt x="375096" y="352363"/>
                  <a:pt x="394041" y="373833"/>
                </a:cubicBezTo>
                <a:cubicBezTo>
                  <a:pt x="383937" y="364993"/>
                  <a:pt x="376359" y="356152"/>
                  <a:pt x="367519" y="346049"/>
                </a:cubicBezTo>
                <a:cubicBezTo>
                  <a:pt x="364993" y="348574"/>
                  <a:pt x="375096" y="361204"/>
                  <a:pt x="390252" y="377622"/>
                </a:cubicBezTo>
                <a:lnTo>
                  <a:pt x="366256" y="352363"/>
                </a:lnTo>
                <a:cubicBezTo>
                  <a:pt x="362467" y="349837"/>
                  <a:pt x="362467" y="351100"/>
                  <a:pt x="363730" y="353626"/>
                </a:cubicBezTo>
                <a:cubicBezTo>
                  <a:pt x="373833" y="368782"/>
                  <a:pt x="383937" y="383937"/>
                  <a:pt x="396567" y="399092"/>
                </a:cubicBezTo>
                <a:cubicBezTo>
                  <a:pt x="397830" y="400355"/>
                  <a:pt x="396567" y="395304"/>
                  <a:pt x="397830" y="397830"/>
                </a:cubicBezTo>
                <a:cubicBezTo>
                  <a:pt x="400355" y="402881"/>
                  <a:pt x="404144" y="409196"/>
                  <a:pt x="406670" y="410459"/>
                </a:cubicBezTo>
                <a:cubicBezTo>
                  <a:pt x="407933" y="409196"/>
                  <a:pt x="402881" y="404144"/>
                  <a:pt x="401618" y="397830"/>
                </a:cubicBezTo>
                <a:lnTo>
                  <a:pt x="418037" y="418037"/>
                </a:lnTo>
                <a:cubicBezTo>
                  <a:pt x="419300" y="415511"/>
                  <a:pt x="409196" y="404144"/>
                  <a:pt x="401618" y="394041"/>
                </a:cubicBezTo>
                <a:lnTo>
                  <a:pt x="402881" y="392778"/>
                </a:lnTo>
                <a:lnTo>
                  <a:pt x="421826" y="418037"/>
                </a:lnTo>
                <a:lnTo>
                  <a:pt x="423089" y="418037"/>
                </a:lnTo>
                <a:cubicBezTo>
                  <a:pt x="420563" y="409196"/>
                  <a:pt x="411722" y="399092"/>
                  <a:pt x="405407" y="390252"/>
                </a:cubicBezTo>
                <a:lnTo>
                  <a:pt x="405407" y="387726"/>
                </a:lnTo>
                <a:cubicBezTo>
                  <a:pt x="409196" y="392778"/>
                  <a:pt x="414248" y="399092"/>
                  <a:pt x="418037" y="404144"/>
                </a:cubicBezTo>
                <a:cubicBezTo>
                  <a:pt x="423089" y="411722"/>
                  <a:pt x="428140" y="419300"/>
                  <a:pt x="430666" y="419300"/>
                </a:cubicBezTo>
                <a:cubicBezTo>
                  <a:pt x="438244" y="420563"/>
                  <a:pt x="414248" y="395304"/>
                  <a:pt x="402881" y="375096"/>
                </a:cubicBezTo>
                <a:lnTo>
                  <a:pt x="402881" y="373833"/>
                </a:lnTo>
                <a:cubicBezTo>
                  <a:pt x="415511" y="394041"/>
                  <a:pt x="428140" y="411722"/>
                  <a:pt x="440770" y="420563"/>
                </a:cubicBezTo>
                <a:cubicBezTo>
                  <a:pt x="442033" y="421826"/>
                  <a:pt x="443296" y="419300"/>
                  <a:pt x="442033" y="418037"/>
                </a:cubicBezTo>
                <a:cubicBezTo>
                  <a:pt x="430666" y="404144"/>
                  <a:pt x="416774" y="388989"/>
                  <a:pt x="407933" y="376359"/>
                </a:cubicBezTo>
                <a:lnTo>
                  <a:pt x="407933" y="375096"/>
                </a:lnTo>
                <a:cubicBezTo>
                  <a:pt x="420563" y="390252"/>
                  <a:pt x="426877" y="406670"/>
                  <a:pt x="450873" y="420563"/>
                </a:cubicBezTo>
                <a:cubicBezTo>
                  <a:pt x="452136" y="421826"/>
                  <a:pt x="453399" y="423089"/>
                  <a:pt x="454662" y="421826"/>
                </a:cubicBezTo>
                <a:cubicBezTo>
                  <a:pt x="459714" y="418037"/>
                  <a:pt x="434455" y="411722"/>
                  <a:pt x="414248" y="377622"/>
                </a:cubicBezTo>
                <a:lnTo>
                  <a:pt x="414248" y="375096"/>
                </a:lnTo>
                <a:cubicBezTo>
                  <a:pt x="421826" y="385200"/>
                  <a:pt x="423089" y="387726"/>
                  <a:pt x="429403" y="395304"/>
                </a:cubicBezTo>
                <a:cubicBezTo>
                  <a:pt x="439507" y="405407"/>
                  <a:pt x="453399" y="418037"/>
                  <a:pt x="455925" y="415511"/>
                </a:cubicBezTo>
                <a:cubicBezTo>
                  <a:pt x="458451" y="412985"/>
                  <a:pt x="434455" y="396567"/>
                  <a:pt x="421826" y="377622"/>
                </a:cubicBezTo>
                <a:lnTo>
                  <a:pt x="421826" y="377622"/>
                </a:lnTo>
                <a:cubicBezTo>
                  <a:pt x="431929" y="391515"/>
                  <a:pt x="445822" y="407933"/>
                  <a:pt x="467292" y="419300"/>
                </a:cubicBezTo>
                <a:cubicBezTo>
                  <a:pt x="469818" y="420563"/>
                  <a:pt x="468555" y="420563"/>
                  <a:pt x="472344" y="420563"/>
                </a:cubicBezTo>
                <a:cubicBezTo>
                  <a:pt x="481184" y="420563"/>
                  <a:pt x="452136" y="405407"/>
                  <a:pt x="436981" y="388989"/>
                </a:cubicBezTo>
                <a:lnTo>
                  <a:pt x="436981" y="387726"/>
                </a:lnTo>
                <a:cubicBezTo>
                  <a:pt x="442033" y="391515"/>
                  <a:pt x="447085" y="396567"/>
                  <a:pt x="453399" y="401618"/>
                </a:cubicBezTo>
                <a:cubicBezTo>
                  <a:pt x="460977" y="406670"/>
                  <a:pt x="468555" y="411722"/>
                  <a:pt x="474870" y="415511"/>
                </a:cubicBezTo>
                <a:cubicBezTo>
                  <a:pt x="479921" y="418037"/>
                  <a:pt x="484973" y="420563"/>
                  <a:pt x="487499" y="419300"/>
                </a:cubicBezTo>
                <a:cubicBezTo>
                  <a:pt x="492551" y="416774"/>
                  <a:pt x="467292" y="407933"/>
                  <a:pt x="460977" y="400355"/>
                </a:cubicBezTo>
                <a:cubicBezTo>
                  <a:pt x="464766" y="402881"/>
                  <a:pt x="468555" y="404144"/>
                  <a:pt x="472344" y="405407"/>
                </a:cubicBezTo>
                <a:cubicBezTo>
                  <a:pt x="483710" y="410459"/>
                  <a:pt x="491288" y="415511"/>
                  <a:pt x="493814" y="412985"/>
                </a:cubicBezTo>
                <a:cubicBezTo>
                  <a:pt x="495077" y="411722"/>
                  <a:pt x="488762" y="407933"/>
                  <a:pt x="478658" y="404144"/>
                </a:cubicBezTo>
                <a:cubicBezTo>
                  <a:pt x="478658" y="404144"/>
                  <a:pt x="479921" y="404144"/>
                  <a:pt x="483710" y="404144"/>
                </a:cubicBezTo>
                <a:cubicBezTo>
                  <a:pt x="495077" y="409196"/>
                  <a:pt x="502654" y="411722"/>
                  <a:pt x="503917" y="411722"/>
                </a:cubicBezTo>
                <a:cubicBezTo>
                  <a:pt x="507706" y="410459"/>
                  <a:pt x="501392" y="407933"/>
                  <a:pt x="493814" y="402881"/>
                </a:cubicBezTo>
                <a:cubicBezTo>
                  <a:pt x="502654" y="406670"/>
                  <a:pt x="510232" y="410459"/>
                  <a:pt x="514021" y="409196"/>
                </a:cubicBezTo>
                <a:cubicBezTo>
                  <a:pt x="515284" y="409196"/>
                  <a:pt x="508969" y="405407"/>
                  <a:pt x="503917" y="400355"/>
                </a:cubicBezTo>
                <a:cubicBezTo>
                  <a:pt x="511495" y="405407"/>
                  <a:pt x="530439" y="411722"/>
                  <a:pt x="512758" y="399092"/>
                </a:cubicBezTo>
                <a:lnTo>
                  <a:pt x="514021" y="399092"/>
                </a:lnTo>
                <a:cubicBezTo>
                  <a:pt x="520336" y="404144"/>
                  <a:pt x="529176" y="406670"/>
                  <a:pt x="519073" y="397830"/>
                </a:cubicBezTo>
                <a:lnTo>
                  <a:pt x="520336" y="397830"/>
                </a:lnTo>
                <a:cubicBezTo>
                  <a:pt x="526651" y="402881"/>
                  <a:pt x="529176" y="406670"/>
                  <a:pt x="525388" y="396567"/>
                </a:cubicBezTo>
                <a:cubicBezTo>
                  <a:pt x="531702" y="405407"/>
                  <a:pt x="536754" y="407933"/>
                  <a:pt x="529176" y="396567"/>
                </a:cubicBezTo>
                <a:lnTo>
                  <a:pt x="538017" y="404144"/>
                </a:lnTo>
                <a:cubicBezTo>
                  <a:pt x="534228" y="405407"/>
                  <a:pt x="535491" y="406670"/>
                  <a:pt x="538017" y="407933"/>
                </a:cubicBezTo>
                <a:cubicBezTo>
                  <a:pt x="545595" y="412985"/>
                  <a:pt x="546858" y="411722"/>
                  <a:pt x="544332" y="407933"/>
                </a:cubicBezTo>
                <a:cubicBezTo>
                  <a:pt x="545595" y="400355"/>
                  <a:pt x="541806" y="394041"/>
                  <a:pt x="536754" y="391515"/>
                </a:cubicBezTo>
                <a:cubicBezTo>
                  <a:pt x="530439" y="387726"/>
                  <a:pt x="531702" y="391515"/>
                  <a:pt x="538017" y="402881"/>
                </a:cubicBezTo>
                <a:cubicBezTo>
                  <a:pt x="535491" y="400355"/>
                  <a:pt x="532965" y="397830"/>
                  <a:pt x="531702" y="396567"/>
                </a:cubicBezTo>
                <a:cubicBezTo>
                  <a:pt x="531702" y="392778"/>
                  <a:pt x="529176" y="391515"/>
                  <a:pt x="525388" y="391515"/>
                </a:cubicBezTo>
                <a:moveTo>
                  <a:pt x="520336" y="357415"/>
                </a:moveTo>
                <a:cubicBezTo>
                  <a:pt x="521599" y="353626"/>
                  <a:pt x="520336" y="352363"/>
                  <a:pt x="519073" y="353626"/>
                </a:cubicBezTo>
                <a:lnTo>
                  <a:pt x="517810" y="357415"/>
                </a:lnTo>
                <a:lnTo>
                  <a:pt x="516547" y="353626"/>
                </a:lnTo>
                <a:cubicBezTo>
                  <a:pt x="514021" y="352363"/>
                  <a:pt x="514021" y="353626"/>
                  <a:pt x="514021" y="358678"/>
                </a:cubicBezTo>
                <a:cubicBezTo>
                  <a:pt x="514021" y="362467"/>
                  <a:pt x="514021" y="363730"/>
                  <a:pt x="516547" y="363730"/>
                </a:cubicBezTo>
                <a:lnTo>
                  <a:pt x="519073" y="359941"/>
                </a:lnTo>
                <a:lnTo>
                  <a:pt x="517810" y="371308"/>
                </a:lnTo>
                <a:cubicBezTo>
                  <a:pt x="519073" y="376359"/>
                  <a:pt x="520336" y="372571"/>
                  <a:pt x="521599" y="371308"/>
                </a:cubicBezTo>
                <a:lnTo>
                  <a:pt x="520336" y="357415"/>
                </a:lnTo>
                <a:moveTo>
                  <a:pt x="538017" y="354889"/>
                </a:moveTo>
                <a:cubicBezTo>
                  <a:pt x="538017" y="349837"/>
                  <a:pt x="541806" y="339734"/>
                  <a:pt x="534228" y="352363"/>
                </a:cubicBezTo>
                <a:lnTo>
                  <a:pt x="532965" y="351100"/>
                </a:lnTo>
                <a:cubicBezTo>
                  <a:pt x="535491" y="344786"/>
                  <a:pt x="536754" y="339734"/>
                  <a:pt x="531702" y="348574"/>
                </a:cubicBezTo>
                <a:cubicBezTo>
                  <a:pt x="530439" y="347311"/>
                  <a:pt x="529176" y="347311"/>
                  <a:pt x="527913" y="349837"/>
                </a:cubicBezTo>
                <a:cubicBezTo>
                  <a:pt x="525388" y="356152"/>
                  <a:pt x="524125" y="361204"/>
                  <a:pt x="524125" y="367519"/>
                </a:cubicBezTo>
                <a:cubicBezTo>
                  <a:pt x="524125" y="370045"/>
                  <a:pt x="525388" y="370045"/>
                  <a:pt x="526651" y="366256"/>
                </a:cubicBezTo>
                <a:lnTo>
                  <a:pt x="527913" y="358678"/>
                </a:lnTo>
                <a:cubicBezTo>
                  <a:pt x="529176" y="362467"/>
                  <a:pt x="532965" y="361204"/>
                  <a:pt x="538017" y="354889"/>
                </a:cubicBezTo>
                <a:moveTo>
                  <a:pt x="555698" y="333419"/>
                </a:moveTo>
                <a:cubicBezTo>
                  <a:pt x="558224" y="337208"/>
                  <a:pt x="559487" y="333419"/>
                  <a:pt x="556961" y="330893"/>
                </a:cubicBezTo>
                <a:lnTo>
                  <a:pt x="551910" y="329630"/>
                </a:lnTo>
                <a:lnTo>
                  <a:pt x="555698" y="328367"/>
                </a:lnTo>
                <a:cubicBezTo>
                  <a:pt x="555698" y="327104"/>
                  <a:pt x="555698" y="325841"/>
                  <a:pt x="553172" y="325841"/>
                </a:cubicBezTo>
                <a:cubicBezTo>
                  <a:pt x="550647" y="324578"/>
                  <a:pt x="548121" y="324578"/>
                  <a:pt x="546858" y="327104"/>
                </a:cubicBezTo>
                <a:cubicBezTo>
                  <a:pt x="544332" y="329630"/>
                  <a:pt x="545595" y="332156"/>
                  <a:pt x="546858" y="334682"/>
                </a:cubicBezTo>
                <a:cubicBezTo>
                  <a:pt x="548121" y="337208"/>
                  <a:pt x="549384" y="335945"/>
                  <a:pt x="549384" y="333419"/>
                </a:cubicBezTo>
                <a:cubicBezTo>
                  <a:pt x="551910" y="332156"/>
                  <a:pt x="554435" y="332156"/>
                  <a:pt x="555698" y="333419"/>
                </a:cubicBezTo>
                <a:moveTo>
                  <a:pt x="588535" y="386463"/>
                </a:moveTo>
                <a:cubicBezTo>
                  <a:pt x="589798" y="388989"/>
                  <a:pt x="591061" y="390252"/>
                  <a:pt x="592324" y="394041"/>
                </a:cubicBezTo>
                <a:cubicBezTo>
                  <a:pt x="592324" y="396567"/>
                  <a:pt x="594850" y="395304"/>
                  <a:pt x="594850" y="394041"/>
                </a:cubicBezTo>
                <a:cubicBezTo>
                  <a:pt x="594850" y="387726"/>
                  <a:pt x="594850" y="382674"/>
                  <a:pt x="593587" y="380148"/>
                </a:cubicBezTo>
                <a:cubicBezTo>
                  <a:pt x="589798" y="373833"/>
                  <a:pt x="586009" y="375096"/>
                  <a:pt x="589798" y="381411"/>
                </a:cubicBezTo>
                <a:cubicBezTo>
                  <a:pt x="586009" y="380148"/>
                  <a:pt x="586009" y="382674"/>
                  <a:pt x="588535" y="386463"/>
                </a:cubicBezTo>
                <a:moveTo>
                  <a:pt x="594850" y="426877"/>
                </a:moveTo>
                <a:cubicBezTo>
                  <a:pt x="596113" y="426877"/>
                  <a:pt x="596113" y="425614"/>
                  <a:pt x="594850" y="424351"/>
                </a:cubicBezTo>
                <a:cubicBezTo>
                  <a:pt x="592324" y="421826"/>
                  <a:pt x="592324" y="420563"/>
                  <a:pt x="593587" y="419300"/>
                </a:cubicBezTo>
                <a:cubicBezTo>
                  <a:pt x="593587" y="418037"/>
                  <a:pt x="593587" y="418037"/>
                  <a:pt x="593587" y="418037"/>
                </a:cubicBezTo>
                <a:lnTo>
                  <a:pt x="588535" y="414248"/>
                </a:lnTo>
                <a:cubicBezTo>
                  <a:pt x="587272" y="412985"/>
                  <a:pt x="587272" y="414248"/>
                  <a:pt x="586009" y="414248"/>
                </a:cubicBezTo>
                <a:cubicBezTo>
                  <a:pt x="582220" y="418037"/>
                  <a:pt x="582220" y="420563"/>
                  <a:pt x="583483" y="424351"/>
                </a:cubicBezTo>
                <a:lnTo>
                  <a:pt x="589798" y="429403"/>
                </a:lnTo>
                <a:cubicBezTo>
                  <a:pt x="592324" y="430666"/>
                  <a:pt x="594850" y="430666"/>
                  <a:pt x="593587" y="428140"/>
                </a:cubicBezTo>
                <a:lnTo>
                  <a:pt x="591061" y="424351"/>
                </a:lnTo>
                <a:cubicBezTo>
                  <a:pt x="592324" y="424351"/>
                  <a:pt x="593587" y="426877"/>
                  <a:pt x="594850" y="426877"/>
                </a:cubicBezTo>
                <a:moveTo>
                  <a:pt x="598639" y="416774"/>
                </a:moveTo>
                <a:cubicBezTo>
                  <a:pt x="599902" y="416774"/>
                  <a:pt x="599902" y="415511"/>
                  <a:pt x="599902" y="412985"/>
                </a:cubicBezTo>
                <a:cubicBezTo>
                  <a:pt x="599902" y="407933"/>
                  <a:pt x="597376" y="405407"/>
                  <a:pt x="594850" y="401618"/>
                </a:cubicBezTo>
                <a:cubicBezTo>
                  <a:pt x="593587" y="400355"/>
                  <a:pt x="593587" y="400355"/>
                  <a:pt x="593587" y="401618"/>
                </a:cubicBezTo>
                <a:lnTo>
                  <a:pt x="592324" y="407933"/>
                </a:lnTo>
                <a:cubicBezTo>
                  <a:pt x="592324" y="409196"/>
                  <a:pt x="592324" y="411722"/>
                  <a:pt x="594850" y="412985"/>
                </a:cubicBezTo>
                <a:cubicBezTo>
                  <a:pt x="594850" y="416774"/>
                  <a:pt x="596113" y="418037"/>
                  <a:pt x="598639" y="416774"/>
                </a:cubicBezTo>
                <a:moveTo>
                  <a:pt x="315738" y="131347"/>
                </a:moveTo>
                <a:cubicBezTo>
                  <a:pt x="317001" y="130084"/>
                  <a:pt x="317001" y="128821"/>
                  <a:pt x="315738" y="126295"/>
                </a:cubicBezTo>
                <a:cubicBezTo>
                  <a:pt x="318264" y="126295"/>
                  <a:pt x="320790" y="126295"/>
                  <a:pt x="324578" y="126295"/>
                </a:cubicBezTo>
                <a:cubicBezTo>
                  <a:pt x="329630" y="127558"/>
                  <a:pt x="329630" y="128821"/>
                  <a:pt x="325841" y="131347"/>
                </a:cubicBezTo>
                <a:cubicBezTo>
                  <a:pt x="322052" y="132610"/>
                  <a:pt x="318264" y="132610"/>
                  <a:pt x="315738" y="131347"/>
                </a:cubicBezTo>
                <a:moveTo>
                  <a:pt x="323315" y="128821"/>
                </a:moveTo>
                <a:cubicBezTo>
                  <a:pt x="322052" y="127558"/>
                  <a:pt x="319527" y="127558"/>
                  <a:pt x="318264" y="128821"/>
                </a:cubicBezTo>
                <a:cubicBezTo>
                  <a:pt x="319527" y="128821"/>
                  <a:pt x="318264" y="130084"/>
                  <a:pt x="319527" y="131347"/>
                </a:cubicBezTo>
                <a:cubicBezTo>
                  <a:pt x="320790" y="131347"/>
                  <a:pt x="322052" y="131347"/>
                  <a:pt x="323315" y="131347"/>
                </a:cubicBezTo>
                <a:cubicBezTo>
                  <a:pt x="324578" y="130084"/>
                  <a:pt x="324578" y="128821"/>
                  <a:pt x="323315" y="128821"/>
                </a:cubicBezTo>
                <a:moveTo>
                  <a:pt x="430666" y="299319"/>
                </a:moveTo>
                <a:cubicBezTo>
                  <a:pt x="430666" y="295531"/>
                  <a:pt x="428140" y="291742"/>
                  <a:pt x="423089" y="289216"/>
                </a:cubicBezTo>
                <a:cubicBezTo>
                  <a:pt x="423089" y="290479"/>
                  <a:pt x="425614" y="293005"/>
                  <a:pt x="428140" y="295531"/>
                </a:cubicBezTo>
                <a:cubicBezTo>
                  <a:pt x="429403" y="298056"/>
                  <a:pt x="429403" y="299319"/>
                  <a:pt x="430666" y="299319"/>
                </a:cubicBezTo>
                <a:moveTo>
                  <a:pt x="420563" y="295531"/>
                </a:moveTo>
                <a:cubicBezTo>
                  <a:pt x="420563" y="296793"/>
                  <a:pt x="424351" y="300582"/>
                  <a:pt x="426877" y="304371"/>
                </a:cubicBezTo>
                <a:cubicBezTo>
                  <a:pt x="429403" y="308160"/>
                  <a:pt x="429403" y="310686"/>
                  <a:pt x="430666" y="310686"/>
                </a:cubicBezTo>
                <a:cubicBezTo>
                  <a:pt x="430666" y="305634"/>
                  <a:pt x="426877" y="299319"/>
                  <a:pt x="420563" y="295531"/>
                </a:cubicBezTo>
                <a:moveTo>
                  <a:pt x="418037" y="309423"/>
                </a:moveTo>
                <a:cubicBezTo>
                  <a:pt x="418037" y="311949"/>
                  <a:pt x="424351" y="317001"/>
                  <a:pt x="428140" y="323315"/>
                </a:cubicBezTo>
                <a:cubicBezTo>
                  <a:pt x="431929" y="329630"/>
                  <a:pt x="431929" y="330893"/>
                  <a:pt x="433192" y="332156"/>
                </a:cubicBezTo>
                <a:cubicBezTo>
                  <a:pt x="431929" y="322052"/>
                  <a:pt x="428140" y="317001"/>
                  <a:pt x="418037" y="309423"/>
                </a:cubicBezTo>
                <a:moveTo>
                  <a:pt x="419300" y="301845"/>
                </a:moveTo>
                <a:cubicBezTo>
                  <a:pt x="419300" y="303108"/>
                  <a:pt x="424351" y="308160"/>
                  <a:pt x="428140" y="313212"/>
                </a:cubicBezTo>
                <a:cubicBezTo>
                  <a:pt x="430666" y="318264"/>
                  <a:pt x="431929" y="320790"/>
                  <a:pt x="433192" y="322052"/>
                </a:cubicBezTo>
                <a:cubicBezTo>
                  <a:pt x="431929" y="315738"/>
                  <a:pt x="426877" y="308160"/>
                  <a:pt x="419300" y="301845"/>
                </a:cubicBezTo>
                <a:moveTo>
                  <a:pt x="366256" y="405407"/>
                </a:moveTo>
                <a:lnTo>
                  <a:pt x="366256" y="405407"/>
                </a:lnTo>
                <a:lnTo>
                  <a:pt x="366256" y="410459"/>
                </a:lnTo>
                <a:cubicBezTo>
                  <a:pt x="366256" y="410459"/>
                  <a:pt x="366256" y="410459"/>
                  <a:pt x="367519" y="410459"/>
                </a:cubicBezTo>
                <a:cubicBezTo>
                  <a:pt x="367519" y="407933"/>
                  <a:pt x="367519" y="406670"/>
                  <a:pt x="366256" y="405407"/>
                </a:cubicBezTo>
                <a:moveTo>
                  <a:pt x="363730" y="410459"/>
                </a:moveTo>
                <a:lnTo>
                  <a:pt x="363730" y="405407"/>
                </a:lnTo>
                <a:lnTo>
                  <a:pt x="362467" y="405407"/>
                </a:lnTo>
                <a:lnTo>
                  <a:pt x="363730" y="410459"/>
                </a:lnTo>
                <a:cubicBezTo>
                  <a:pt x="362467" y="411722"/>
                  <a:pt x="362467" y="411722"/>
                  <a:pt x="363730" y="410459"/>
                </a:cubicBezTo>
                <a:moveTo>
                  <a:pt x="370045" y="402881"/>
                </a:moveTo>
                <a:cubicBezTo>
                  <a:pt x="371308" y="402881"/>
                  <a:pt x="372571" y="401618"/>
                  <a:pt x="371308" y="401618"/>
                </a:cubicBezTo>
                <a:cubicBezTo>
                  <a:pt x="371308" y="401618"/>
                  <a:pt x="370045" y="400355"/>
                  <a:pt x="368782" y="401618"/>
                </a:cubicBezTo>
                <a:cubicBezTo>
                  <a:pt x="367519" y="401618"/>
                  <a:pt x="366256" y="402881"/>
                  <a:pt x="367519" y="402881"/>
                </a:cubicBezTo>
                <a:cubicBezTo>
                  <a:pt x="367519" y="402881"/>
                  <a:pt x="368782" y="402881"/>
                  <a:pt x="370045" y="402881"/>
                </a:cubicBezTo>
                <a:moveTo>
                  <a:pt x="359941" y="412985"/>
                </a:moveTo>
                <a:lnTo>
                  <a:pt x="359941" y="407933"/>
                </a:lnTo>
                <a:lnTo>
                  <a:pt x="357415" y="407933"/>
                </a:lnTo>
                <a:lnTo>
                  <a:pt x="358678" y="412985"/>
                </a:lnTo>
                <a:cubicBezTo>
                  <a:pt x="359941" y="412985"/>
                  <a:pt x="359941" y="412985"/>
                  <a:pt x="359941" y="412985"/>
                </a:cubicBezTo>
                <a:moveTo>
                  <a:pt x="354889" y="407933"/>
                </a:moveTo>
                <a:lnTo>
                  <a:pt x="356152" y="412985"/>
                </a:lnTo>
                <a:lnTo>
                  <a:pt x="356152" y="412985"/>
                </a:lnTo>
                <a:lnTo>
                  <a:pt x="356152" y="406670"/>
                </a:lnTo>
                <a:lnTo>
                  <a:pt x="354889" y="407933"/>
                </a:lnTo>
                <a:close/>
                <a:moveTo>
                  <a:pt x="370045" y="404144"/>
                </a:moveTo>
                <a:cubicBezTo>
                  <a:pt x="370045" y="404144"/>
                  <a:pt x="370045" y="405407"/>
                  <a:pt x="370045" y="404144"/>
                </a:cubicBezTo>
                <a:cubicBezTo>
                  <a:pt x="370045" y="405407"/>
                  <a:pt x="370045" y="405407"/>
                  <a:pt x="370045" y="405407"/>
                </a:cubicBezTo>
                <a:cubicBezTo>
                  <a:pt x="371308" y="406670"/>
                  <a:pt x="371308" y="405407"/>
                  <a:pt x="370045" y="404144"/>
                </a:cubicBezTo>
                <a:cubicBezTo>
                  <a:pt x="371308" y="405407"/>
                  <a:pt x="371308" y="404144"/>
                  <a:pt x="370045" y="404144"/>
                </a:cubicBezTo>
                <a:moveTo>
                  <a:pt x="391515" y="176813"/>
                </a:moveTo>
                <a:cubicBezTo>
                  <a:pt x="392778" y="188180"/>
                  <a:pt x="400355" y="200809"/>
                  <a:pt x="412985" y="210913"/>
                </a:cubicBezTo>
                <a:cubicBezTo>
                  <a:pt x="412985" y="208387"/>
                  <a:pt x="402881" y="200809"/>
                  <a:pt x="399092" y="191969"/>
                </a:cubicBezTo>
                <a:cubicBezTo>
                  <a:pt x="394041" y="184391"/>
                  <a:pt x="392778" y="179339"/>
                  <a:pt x="391515" y="176813"/>
                </a:cubicBezTo>
                <a:moveTo>
                  <a:pt x="426877" y="155343"/>
                </a:moveTo>
                <a:cubicBezTo>
                  <a:pt x="426877" y="154080"/>
                  <a:pt x="425614" y="151554"/>
                  <a:pt x="424351" y="147765"/>
                </a:cubicBezTo>
                <a:cubicBezTo>
                  <a:pt x="423089" y="143976"/>
                  <a:pt x="421826" y="141450"/>
                  <a:pt x="420563" y="141450"/>
                </a:cubicBezTo>
                <a:cubicBezTo>
                  <a:pt x="419300" y="146502"/>
                  <a:pt x="421826" y="151554"/>
                  <a:pt x="426877" y="155343"/>
                </a:cubicBezTo>
                <a:moveTo>
                  <a:pt x="394041" y="171761"/>
                </a:moveTo>
                <a:cubicBezTo>
                  <a:pt x="394041" y="181865"/>
                  <a:pt x="401618" y="194494"/>
                  <a:pt x="412985" y="203335"/>
                </a:cubicBezTo>
                <a:cubicBezTo>
                  <a:pt x="412985" y="200809"/>
                  <a:pt x="404144" y="193231"/>
                  <a:pt x="400355" y="185654"/>
                </a:cubicBezTo>
                <a:cubicBezTo>
                  <a:pt x="396567" y="178076"/>
                  <a:pt x="395304" y="173024"/>
                  <a:pt x="394041" y="171761"/>
                </a:cubicBezTo>
                <a:moveTo>
                  <a:pt x="381411" y="200809"/>
                </a:moveTo>
                <a:cubicBezTo>
                  <a:pt x="383937" y="215965"/>
                  <a:pt x="396567" y="234909"/>
                  <a:pt x="412985" y="247538"/>
                </a:cubicBezTo>
                <a:cubicBezTo>
                  <a:pt x="411722" y="243750"/>
                  <a:pt x="397830" y="231120"/>
                  <a:pt x="391515" y="221016"/>
                </a:cubicBezTo>
                <a:cubicBezTo>
                  <a:pt x="385200" y="209650"/>
                  <a:pt x="383937" y="203335"/>
                  <a:pt x="381411" y="200809"/>
                </a:cubicBezTo>
                <a:moveTo>
                  <a:pt x="400355" y="160395"/>
                </a:moveTo>
                <a:cubicBezTo>
                  <a:pt x="400355" y="169235"/>
                  <a:pt x="405407" y="179339"/>
                  <a:pt x="415511" y="185654"/>
                </a:cubicBezTo>
                <a:cubicBezTo>
                  <a:pt x="415511" y="184391"/>
                  <a:pt x="409196" y="178076"/>
                  <a:pt x="406670" y="171761"/>
                </a:cubicBezTo>
                <a:cubicBezTo>
                  <a:pt x="402881" y="166710"/>
                  <a:pt x="401618" y="161658"/>
                  <a:pt x="400355" y="160395"/>
                </a:cubicBezTo>
                <a:moveTo>
                  <a:pt x="396567" y="165447"/>
                </a:moveTo>
                <a:cubicBezTo>
                  <a:pt x="396567" y="174287"/>
                  <a:pt x="402881" y="185654"/>
                  <a:pt x="412985" y="194494"/>
                </a:cubicBezTo>
                <a:cubicBezTo>
                  <a:pt x="412985" y="191969"/>
                  <a:pt x="405407" y="185654"/>
                  <a:pt x="402881" y="179339"/>
                </a:cubicBezTo>
                <a:cubicBezTo>
                  <a:pt x="399092" y="171761"/>
                  <a:pt x="399092" y="167972"/>
                  <a:pt x="396567" y="165447"/>
                </a:cubicBezTo>
                <a:moveTo>
                  <a:pt x="428140" y="145239"/>
                </a:moveTo>
                <a:cubicBezTo>
                  <a:pt x="426877" y="141450"/>
                  <a:pt x="426877" y="137662"/>
                  <a:pt x="425614" y="136399"/>
                </a:cubicBezTo>
                <a:cubicBezTo>
                  <a:pt x="424351" y="141450"/>
                  <a:pt x="425614" y="149028"/>
                  <a:pt x="430666" y="154080"/>
                </a:cubicBezTo>
                <a:cubicBezTo>
                  <a:pt x="430666" y="154080"/>
                  <a:pt x="429403" y="149028"/>
                  <a:pt x="428140" y="145239"/>
                </a:cubicBezTo>
                <a:moveTo>
                  <a:pt x="423089" y="162921"/>
                </a:moveTo>
                <a:cubicBezTo>
                  <a:pt x="423089" y="161658"/>
                  <a:pt x="420563" y="157869"/>
                  <a:pt x="418037" y="154080"/>
                </a:cubicBezTo>
                <a:cubicBezTo>
                  <a:pt x="416774" y="150291"/>
                  <a:pt x="415511" y="146502"/>
                  <a:pt x="414248" y="146502"/>
                </a:cubicBezTo>
                <a:cubicBezTo>
                  <a:pt x="414248" y="151554"/>
                  <a:pt x="416774" y="157869"/>
                  <a:pt x="423089" y="162921"/>
                </a:cubicBezTo>
                <a:moveTo>
                  <a:pt x="416774" y="178076"/>
                </a:moveTo>
                <a:cubicBezTo>
                  <a:pt x="416774" y="176813"/>
                  <a:pt x="411722" y="170498"/>
                  <a:pt x="409196" y="165447"/>
                </a:cubicBezTo>
                <a:cubicBezTo>
                  <a:pt x="406670" y="160395"/>
                  <a:pt x="405407" y="156606"/>
                  <a:pt x="404144" y="155343"/>
                </a:cubicBezTo>
                <a:cubicBezTo>
                  <a:pt x="405407" y="162921"/>
                  <a:pt x="409196" y="171761"/>
                  <a:pt x="416774" y="178076"/>
                </a:cubicBezTo>
                <a:moveTo>
                  <a:pt x="420563" y="170498"/>
                </a:moveTo>
                <a:cubicBezTo>
                  <a:pt x="420563" y="169235"/>
                  <a:pt x="416774" y="164184"/>
                  <a:pt x="414248" y="160395"/>
                </a:cubicBezTo>
                <a:cubicBezTo>
                  <a:pt x="411722" y="155343"/>
                  <a:pt x="410459" y="151554"/>
                  <a:pt x="409196" y="151554"/>
                </a:cubicBezTo>
                <a:cubicBezTo>
                  <a:pt x="409196" y="156606"/>
                  <a:pt x="412985" y="164184"/>
                  <a:pt x="420563" y="170498"/>
                </a:cubicBezTo>
                <a:moveTo>
                  <a:pt x="472344" y="190706"/>
                </a:moveTo>
                <a:cubicBezTo>
                  <a:pt x="473607" y="191969"/>
                  <a:pt x="473607" y="193231"/>
                  <a:pt x="473607" y="191969"/>
                </a:cubicBezTo>
                <a:cubicBezTo>
                  <a:pt x="472344" y="188180"/>
                  <a:pt x="471081" y="184391"/>
                  <a:pt x="471081" y="181865"/>
                </a:cubicBezTo>
                <a:cubicBezTo>
                  <a:pt x="471081" y="180602"/>
                  <a:pt x="469818" y="179339"/>
                  <a:pt x="469818" y="179339"/>
                </a:cubicBezTo>
                <a:cubicBezTo>
                  <a:pt x="469818" y="179339"/>
                  <a:pt x="469818" y="183128"/>
                  <a:pt x="469818" y="185654"/>
                </a:cubicBezTo>
                <a:cubicBezTo>
                  <a:pt x="469818" y="186917"/>
                  <a:pt x="471081" y="188180"/>
                  <a:pt x="472344" y="190706"/>
                </a:cubicBezTo>
                <a:moveTo>
                  <a:pt x="462240" y="184391"/>
                </a:moveTo>
                <a:cubicBezTo>
                  <a:pt x="463503" y="186917"/>
                  <a:pt x="464766" y="186917"/>
                  <a:pt x="463503" y="185654"/>
                </a:cubicBezTo>
                <a:cubicBezTo>
                  <a:pt x="462240" y="180602"/>
                  <a:pt x="460977" y="175550"/>
                  <a:pt x="460977" y="171761"/>
                </a:cubicBezTo>
                <a:cubicBezTo>
                  <a:pt x="460977" y="169235"/>
                  <a:pt x="459714" y="169235"/>
                  <a:pt x="459714" y="169235"/>
                </a:cubicBezTo>
                <a:cubicBezTo>
                  <a:pt x="459714" y="169235"/>
                  <a:pt x="459714" y="174287"/>
                  <a:pt x="459714" y="176813"/>
                </a:cubicBezTo>
                <a:cubicBezTo>
                  <a:pt x="460977" y="180602"/>
                  <a:pt x="460977" y="181865"/>
                  <a:pt x="462240" y="184391"/>
                </a:cubicBezTo>
                <a:moveTo>
                  <a:pt x="467292" y="188180"/>
                </a:moveTo>
                <a:cubicBezTo>
                  <a:pt x="468555" y="189443"/>
                  <a:pt x="468555" y="190706"/>
                  <a:pt x="468555" y="189443"/>
                </a:cubicBezTo>
                <a:cubicBezTo>
                  <a:pt x="467292" y="184391"/>
                  <a:pt x="466029" y="180602"/>
                  <a:pt x="466029" y="176813"/>
                </a:cubicBezTo>
                <a:cubicBezTo>
                  <a:pt x="466029" y="175550"/>
                  <a:pt x="466029" y="174287"/>
                  <a:pt x="464766" y="174287"/>
                </a:cubicBezTo>
                <a:cubicBezTo>
                  <a:pt x="464766" y="174287"/>
                  <a:pt x="464766" y="179339"/>
                  <a:pt x="464766" y="180602"/>
                </a:cubicBezTo>
                <a:cubicBezTo>
                  <a:pt x="466029" y="183128"/>
                  <a:pt x="466029" y="185654"/>
                  <a:pt x="467292" y="188180"/>
                </a:cubicBezTo>
                <a:moveTo>
                  <a:pt x="459714" y="184391"/>
                </a:moveTo>
                <a:cubicBezTo>
                  <a:pt x="458451" y="178076"/>
                  <a:pt x="457188" y="173024"/>
                  <a:pt x="458451" y="169235"/>
                </a:cubicBezTo>
                <a:cubicBezTo>
                  <a:pt x="458451" y="166710"/>
                  <a:pt x="458451" y="166710"/>
                  <a:pt x="457188" y="165447"/>
                </a:cubicBezTo>
                <a:cubicBezTo>
                  <a:pt x="457188" y="165447"/>
                  <a:pt x="457188" y="171761"/>
                  <a:pt x="457188" y="174287"/>
                </a:cubicBezTo>
                <a:cubicBezTo>
                  <a:pt x="457188" y="176813"/>
                  <a:pt x="457188" y="179339"/>
                  <a:pt x="458451" y="181865"/>
                </a:cubicBezTo>
                <a:cubicBezTo>
                  <a:pt x="459714" y="184391"/>
                  <a:pt x="459714" y="185654"/>
                  <a:pt x="459714" y="184391"/>
                </a:cubicBezTo>
                <a:moveTo>
                  <a:pt x="476132" y="193231"/>
                </a:moveTo>
                <a:cubicBezTo>
                  <a:pt x="477395" y="194494"/>
                  <a:pt x="477395" y="194494"/>
                  <a:pt x="477395" y="194494"/>
                </a:cubicBezTo>
                <a:cubicBezTo>
                  <a:pt x="476132" y="190706"/>
                  <a:pt x="474870" y="188180"/>
                  <a:pt x="474870" y="185654"/>
                </a:cubicBezTo>
                <a:cubicBezTo>
                  <a:pt x="474870" y="184391"/>
                  <a:pt x="474870" y="184391"/>
                  <a:pt x="473607" y="183128"/>
                </a:cubicBezTo>
                <a:cubicBezTo>
                  <a:pt x="473607" y="183128"/>
                  <a:pt x="473607" y="186917"/>
                  <a:pt x="473607" y="188180"/>
                </a:cubicBezTo>
                <a:cubicBezTo>
                  <a:pt x="474870" y="190706"/>
                  <a:pt x="474870" y="191969"/>
                  <a:pt x="476132" y="193231"/>
                </a:cubicBezTo>
                <a:moveTo>
                  <a:pt x="445822" y="174287"/>
                </a:moveTo>
                <a:cubicBezTo>
                  <a:pt x="445822" y="170498"/>
                  <a:pt x="444559" y="166710"/>
                  <a:pt x="445822" y="162921"/>
                </a:cubicBezTo>
                <a:cubicBezTo>
                  <a:pt x="445822" y="161658"/>
                  <a:pt x="445822" y="160395"/>
                  <a:pt x="445822" y="160395"/>
                </a:cubicBezTo>
                <a:cubicBezTo>
                  <a:pt x="444559" y="160395"/>
                  <a:pt x="444559" y="164184"/>
                  <a:pt x="444559" y="166710"/>
                </a:cubicBezTo>
                <a:cubicBezTo>
                  <a:pt x="444559" y="167972"/>
                  <a:pt x="444559" y="170498"/>
                  <a:pt x="444559" y="173024"/>
                </a:cubicBezTo>
                <a:cubicBezTo>
                  <a:pt x="445822" y="174287"/>
                  <a:pt x="445822" y="175550"/>
                  <a:pt x="445822" y="174287"/>
                </a:cubicBezTo>
                <a:moveTo>
                  <a:pt x="411722" y="219753"/>
                </a:moveTo>
                <a:cubicBezTo>
                  <a:pt x="411722" y="217228"/>
                  <a:pt x="401618" y="208387"/>
                  <a:pt x="395304" y="199546"/>
                </a:cubicBezTo>
                <a:cubicBezTo>
                  <a:pt x="390252" y="190706"/>
                  <a:pt x="388989" y="185654"/>
                  <a:pt x="387726" y="183128"/>
                </a:cubicBezTo>
                <a:cubicBezTo>
                  <a:pt x="388989" y="195757"/>
                  <a:pt x="397830" y="209650"/>
                  <a:pt x="411722" y="219753"/>
                </a:cubicBezTo>
                <a:moveTo>
                  <a:pt x="411722" y="228594"/>
                </a:moveTo>
                <a:cubicBezTo>
                  <a:pt x="410459" y="224805"/>
                  <a:pt x="400355" y="215965"/>
                  <a:pt x="394041" y="205861"/>
                </a:cubicBezTo>
                <a:cubicBezTo>
                  <a:pt x="388989" y="195757"/>
                  <a:pt x="387726" y="190706"/>
                  <a:pt x="385200" y="188180"/>
                </a:cubicBezTo>
                <a:cubicBezTo>
                  <a:pt x="386463" y="202072"/>
                  <a:pt x="396567" y="217228"/>
                  <a:pt x="411722" y="228594"/>
                </a:cubicBezTo>
                <a:moveTo>
                  <a:pt x="455925" y="181865"/>
                </a:moveTo>
                <a:cubicBezTo>
                  <a:pt x="454662" y="175550"/>
                  <a:pt x="453399" y="169235"/>
                  <a:pt x="454662" y="164184"/>
                </a:cubicBezTo>
                <a:cubicBezTo>
                  <a:pt x="454662" y="161658"/>
                  <a:pt x="454662" y="160395"/>
                  <a:pt x="453399" y="160395"/>
                </a:cubicBezTo>
                <a:cubicBezTo>
                  <a:pt x="453399" y="160395"/>
                  <a:pt x="453399" y="166710"/>
                  <a:pt x="453399" y="170498"/>
                </a:cubicBezTo>
                <a:cubicBezTo>
                  <a:pt x="453399" y="173024"/>
                  <a:pt x="453399" y="176813"/>
                  <a:pt x="454662" y="179339"/>
                </a:cubicBezTo>
                <a:cubicBezTo>
                  <a:pt x="454662" y="181865"/>
                  <a:pt x="455925" y="183128"/>
                  <a:pt x="455925" y="181865"/>
                </a:cubicBezTo>
                <a:moveTo>
                  <a:pt x="450873" y="178076"/>
                </a:moveTo>
                <a:cubicBezTo>
                  <a:pt x="450873" y="173024"/>
                  <a:pt x="449611" y="167972"/>
                  <a:pt x="449611" y="164184"/>
                </a:cubicBezTo>
                <a:cubicBezTo>
                  <a:pt x="449611" y="161658"/>
                  <a:pt x="449611" y="161658"/>
                  <a:pt x="448348" y="160395"/>
                </a:cubicBezTo>
                <a:cubicBezTo>
                  <a:pt x="448348" y="160395"/>
                  <a:pt x="448348" y="165447"/>
                  <a:pt x="447085" y="167972"/>
                </a:cubicBezTo>
                <a:cubicBezTo>
                  <a:pt x="447085" y="170498"/>
                  <a:pt x="447085" y="173024"/>
                  <a:pt x="448348" y="175550"/>
                </a:cubicBezTo>
                <a:cubicBezTo>
                  <a:pt x="449611" y="178076"/>
                  <a:pt x="450873" y="179339"/>
                  <a:pt x="450873" y="178076"/>
                </a:cubicBezTo>
                <a:moveTo>
                  <a:pt x="411722" y="237435"/>
                </a:moveTo>
                <a:cubicBezTo>
                  <a:pt x="410459" y="233646"/>
                  <a:pt x="399092" y="223542"/>
                  <a:pt x="392778" y="213439"/>
                </a:cubicBezTo>
                <a:cubicBezTo>
                  <a:pt x="386463" y="203335"/>
                  <a:pt x="386463" y="197020"/>
                  <a:pt x="383937" y="194494"/>
                </a:cubicBezTo>
                <a:cubicBezTo>
                  <a:pt x="385200" y="208387"/>
                  <a:pt x="395304" y="224805"/>
                  <a:pt x="411722" y="237435"/>
                </a:cubicBezTo>
              </a:path>
            </a:pathLst>
          </a:custGeom>
          <a:solidFill>
            <a:srgbClr val="B91827"/>
          </a:solidFill>
          <a:ln w="12627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Полилиния: фигура 12"/>
          <p:cNvSpPr/>
          <p:nvPr/>
        </p:nvSpPr>
        <p:spPr>
          <a:xfrm>
            <a:off x="6242601" y="889098"/>
            <a:ext cx="3521106" cy="766611"/>
          </a:xfrm>
          <a:custGeom>
            <a:avLst/>
            <a:gdLst>
              <a:gd name="connsiteX0" fmla="*/ 1000257 w 3521106"/>
              <a:gd name="connsiteY0" fmla="*/ 195757 h 766611"/>
              <a:gd name="connsiteX1" fmla="*/ 1012887 w 3521106"/>
              <a:gd name="connsiteY1" fmla="*/ 195757 h 766611"/>
              <a:gd name="connsiteX2" fmla="*/ 1012887 w 3521106"/>
              <a:gd name="connsiteY2" fmla="*/ 242487 h 766611"/>
              <a:gd name="connsiteX3" fmla="*/ 985102 w 3521106"/>
              <a:gd name="connsiteY3" fmla="*/ 242487 h 766611"/>
              <a:gd name="connsiteX4" fmla="*/ 985102 w 3521106"/>
              <a:gd name="connsiteY4" fmla="*/ 221016 h 766611"/>
              <a:gd name="connsiteX5" fmla="*/ 932058 w 3521106"/>
              <a:gd name="connsiteY5" fmla="*/ 221016 h 766611"/>
              <a:gd name="connsiteX6" fmla="*/ 932058 w 3521106"/>
              <a:gd name="connsiteY6" fmla="*/ 242487 h 766611"/>
              <a:gd name="connsiteX7" fmla="*/ 905536 w 3521106"/>
              <a:gd name="connsiteY7" fmla="*/ 242487 h 766611"/>
              <a:gd name="connsiteX8" fmla="*/ 905536 w 3521106"/>
              <a:gd name="connsiteY8" fmla="*/ 195757 h 766611"/>
              <a:gd name="connsiteX9" fmla="*/ 911851 w 3521106"/>
              <a:gd name="connsiteY9" fmla="*/ 195757 h 766611"/>
              <a:gd name="connsiteX10" fmla="*/ 921954 w 3521106"/>
              <a:gd name="connsiteY10" fmla="*/ 180602 h 766611"/>
              <a:gd name="connsiteX11" fmla="*/ 927006 w 3521106"/>
              <a:gd name="connsiteY11" fmla="*/ 152817 h 766611"/>
              <a:gd name="connsiteX12" fmla="*/ 927006 w 3521106"/>
              <a:gd name="connsiteY12" fmla="*/ 121243 h 766611"/>
              <a:gd name="connsiteX13" fmla="*/ 1000257 w 3521106"/>
              <a:gd name="connsiteY13" fmla="*/ 121243 h 766611"/>
              <a:gd name="connsiteX14" fmla="*/ 1000257 w 3521106"/>
              <a:gd name="connsiteY14" fmla="*/ 195757 h 766611"/>
              <a:gd name="connsiteX15" fmla="*/ 972472 w 3521106"/>
              <a:gd name="connsiteY15" fmla="*/ 195757 h 766611"/>
              <a:gd name="connsiteX16" fmla="*/ 972472 w 3521106"/>
              <a:gd name="connsiteY16" fmla="*/ 147765 h 766611"/>
              <a:gd name="connsiteX17" fmla="*/ 952265 w 3521106"/>
              <a:gd name="connsiteY17" fmla="*/ 147765 h 766611"/>
              <a:gd name="connsiteX18" fmla="*/ 952265 w 3521106"/>
              <a:gd name="connsiteY18" fmla="*/ 154080 h 766611"/>
              <a:gd name="connsiteX19" fmla="*/ 948476 w 3521106"/>
              <a:gd name="connsiteY19" fmla="*/ 181865 h 766611"/>
              <a:gd name="connsiteX20" fmla="*/ 939635 w 3521106"/>
              <a:gd name="connsiteY20" fmla="*/ 197020 h 766611"/>
              <a:gd name="connsiteX21" fmla="*/ 972472 w 3521106"/>
              <a:gd name="connsiteY21" fmla="*/ 197020 h 766611"/>
              <a:gd name="connsiteX22" fmla="*/ 1103819 w 3521106"/>
              <a:gd name="connsiteY22" fmla="*/ 197020 h 766611"/>
              <a:gd name="connsiteX23" fmla="*/ 1053301 w 3521106"/>
              <a:gd name="connsiteY23" fmla="*/ 197020 h 766611"/>
              <a:gd name="connsiteX24" fmla="*/ 1053301 w 3521106"/>
              <a:gd name="connsiteY24" fmla="*/ 181865 h 766611"/>
              <a:gd name="connsiteX25" fmla="*/ 1091190 w 3521106"/>
              <a:gd name="connsiteY25" fmla="*/ 181865 h 766611"/>
              <a:gd name="connsiteX26" fmla="*/ 1091190 w 3521106"/>
              <a:gd name="connsiteY26" fmla="*/ 159132 h 766611"/>
              <a:gd name="connsiteX27" fmla="*/ 1053301 w 3521106"/>
              <a:gd name="connsiteY27" fmla="*/ 159132 h 766611"/>
              <a:gd name="connsiteX28" fmla="*/ 1053301 w 3521106"/>
              <a:gd name="connsiteY28" fmla="*/ 145239 h 766611"/>
              <a:gd name="connsiteX29" fmla="*/ 1102556 w 3521106"/>
              <a:gd name="connsiteY29" fmla="*/ 145239 h 766611"/>
              <a:gd name="connsiteX30" fmla="*/ 1102556 w 3521106"/>
              <a:gd name="connsiteY30" fmla="*/ 122506 h 766611"/>
              <a:gd name="connsiteX31" fmla="*/ 1026779 w 3521106"/>
              <a:gd name="connsiteY31" fmla="*/ 122506 h 766611"/>
              <a:gd name="connsiteX32" fmla="*/ 1026779 w 3521106"/>
              <a:gd name="connsiteY32" fmla="*/ 222279 h 766611"/>
              <a:gd name="connsiteX33" fmla="*/ 1103819 w 3521106"/>
              <a:gd name="connsiteY33" fmla="*/ 222279 h 766611"/>
              <a:gd name="connsiteX34" fmla="*/ 1103819 w 3521106"/>
              <a:gd name="connsiteY34" fmla="*/ 197020 h 766611"/>
              <a:gd name="connsiteX35" fmla="*/ 1149285 w 3521106"/>
              <a:gd name="connsiteY35" fmla="*/ 147765 h 766611"/>
              <a:gd name="connsiteX36" fmla="*/ 1184648 w 3521106"/>
              <a:gd name="connsiteY36" fmla="*/ 147765 h 766611"/>
              <a:gd name="connsiteX37" fmla="*/ 1184648 w 3521106"/>
              <a:gd name="connsiteY37" fmla="*/ 222279 h 766611"/>
              <a:gd name="connsiteX38" fmla="*/ 1211170 w 3521106"/>
              <a:gd name="connsiteY38" fmla="*/ 222279 h 766611"/>
              <a:gd name="connsiteX39" fmla="*/ 1211170 w 3521106"/>
              <a:gd name="connsiteY39" fmla="*/ 122506 h 766611"/>
              <a:gd name="connsiteX40" fmla="*/ 1122763 w 3521106"/>
              <a:gd name="connsiteY40" fmla="*/ 122506 h 766611"/>
              <a:gd name="connsiteX41" fmla="*/ 1122763 w 3521106"/>
              <a:gd name="connsiteY41" fmla="*/ 222279 h 766611"/>
              <a:gd name="connsiteX42" fmla="*/ 1149285 w 3521106"/>
              <a:gd name="connsiteY42" fmla="*/ 222279 h 766611"/>
              <a:gd name="connsiteX43" fmla="*/ 1149285 w 3521106"/>
              <a:gd name="connsiteY43" fmla="*/ 147765 h 766611"/>
              <a:gd name="connsiteX44" fmla="*/ 1251584 w 3521106"/>
              <a:gd name="connsiteY44" fmla="*/ 222279 h 766611"/>
              <a:gd name="connsiteX45" fmla="*/ 1222536 w 3521106"/>
              <a:gd name="connsiteY45" fmla="*/ 222279 h 766611"/>
              <a:gd name="connsiteX46" fmla="*/ 1260425 w 3521106"/>
              <a:gd name="connsiteY46" fmla="*/ 122506 h 766611"/>
              <a:gd name="connsiteX47" fmla="*/ 1290736 w 3521106"/>
              <a:gd name="connsiteY47" fmla="*/ 122506 h 766611"/>
              <a:gd name="connsiteX48" fmla="*/ 1328625 w 3521106"/>
              <a:gd name="connsiteY48" fmla="*/ 222279 h 766611"/>
              <a:gd name="connsiteX49" fmla="*/ 1300839 w 3521106"/>
              <a:gd name="connsiteY49" fmla="*/ 222279 h 766611"/>
              <a:gd name="connsiteX50" fmla="*/ 1294525 w 3521106"/>
              <a:gd name="connsiteY50" fmla="*/ 203335 h 766611"/>
              <a:gd name="connsiteX51" fmla="*/ 1260425 w 3521106"/>
              <a:gd name="connsiteY51" fmla="*/ 203335 h 766611"/>
              <a:gd name="connsiteX52" fmla="*/ 1251584 w 3521106"/>
              <a:gd name="connsiteY52" fmla="*/ 222279 h 766611"/>
              <a:gd name="connsiteX53" fmla="*/ 1275580 w 3521106"/>
              <a:gd name="connsiteY53" fmla="*/ 147765 h 766611"/>
              <a:gd name="connsiteX54" fmla="*/ 1265477 w 3521106"/>
              <a:gd name="connsiteY54" fmla="*/ 180602 h 766611"/>
              <a:gd name="connsiteX55" fmla="*/ 1286947 w 3521106"/>
              <a:gd name="connsiteY55" fmla="*/ 180602 h 766611"/>
              <a:gd name="connsiteX56" fmla="*/ 1275580 w 3521106"/>
              <a:gd name="connsiteY56" fmla="*/ 147765 h 766611"/>
              <a:gd name="connsiteX57" fmla="*/ 1275580 w 3521106"/>
              <a:gd name="connsiteY57" fmla="*/ 147765 h 766611"/>
              <a:gd name="connsiteX58" fmla="*/ 1341254 w 3521106"/>
              <a:gd name="connsiteY58" fmla="*/ 222279 h 766611"/>
              <a:gd name="connsiteX59" fmla="*/ 1341254 w 3521106"/>
              <a:gd name="connsiteY59" fmla="*/ 122506 h 766611"/>
              <a:gd name="connsiteX60" fmla="*/ 1385457 w 3521106"/>
              <a:gd name="connsiteY60" fmla="*/ 122506 h 766611"/>
              <a:gd name="connsiteX61" fmla="*/ 1404402 w 3521106"/>
              <a:gd name="connsiteY61" fmla="*/ 127558 h 766611"/>
              <a:gd name="connsiteX62" fmla="*/ 1417031 w 3521106"/>
              <a:gd name="connsiteY62" fmla="*/ 140188 h 766611"/>
              <a:gd name="connsiteX63" fmla="*/ 1422082 w 3521106"/>
              <a:gd name="connsiteY63" fmla="*/ 157869 h 766611"/>
              <a:gd name="connsiteX64" fmla="*/ 1417031 w 3521106"/>
              <a:gd name="connsiteY64" fmla="*/ 175550 h 766611"/>
              <a:gd name="connsiteX65" fmla="*/ 1404402 w 3521106"/>
              <a:gd name="connsiteY65" fmla="*/ 188180 h 766611"/>
              <a:gd name="connsiteX66" fmla="*/ 1385457 w 3521106"/>
              <a:gd name="connsiteY66" fmla="*/ 193231 h 766611"/>
              <a:gd name="connsiteX67" fmla="*/ 1367776 w 3521106"/>
              <a:gd name="connsiteY67" fmla="*/ 193231 h 766611"/>
              <a:gd name="connsiteX68" fmla="*/ 1367776 w 3521106"/>
              <a:gd name="connsiteY68" fmla="*/ 223542 h 766611"/>
              <a:gd name="connsiteX69" fmla="*/ 1341254 w 3521106"/>
              <a:gd name="connsiteY69" fmla="*/ 223542 h 766611"/>
              <a:gd name="connsiteX70" fmla="*/ 1384194 w 3521106"/>
              <a:gd name="connsiteY70" fmla="*/ 167972 h 766611"/>
              <a:gd name="connsiteX71" fmla="*/ 1391772 w 3521106"/>
              <a:gd name="connsiteY71" fmla="*/ 164184 h 766611"/>
              <a:gd name="connsiteX72" fmla="*/ 1395561 w 3521106"/>
              <a:gd name="connsiteY72" fmla="*/ 156606 h 766611"/>
              <a:gd name="connsiteX73" fmla="*/ 1391772 w 3521106"/>
              <a:gd name="connsiteY73" fmla="*/ 149028 h 766611"/>
              <a:gd name="connsiteX74" fmla="*/ 1384194 w 3521106"/>
              <a:gd name="connsiteY74" fmla="*/ 145239 h 766611"/>
              <a:gd name="connsiteX75" fmla="*/ 1367776 w 3521106"/>
              <a:gd name="connsiteY75" fmla="*/ 145239 h 766611"/>
              <a:gd name="connsiteX76" fmla="*/ 1367776 w 3521106"/>
              <a:gd name="connsiteY76" fmla="*/ 166710 h 766611"/>
              <a:gd name="connsiteX77" fmla="*/ 1384194 w 3521106"/>
              <a:gd name="connsiteY77" fmla="*/ 166710 h 766611"/>
              <a:gd name="connsiteX78" fmla="*/ 1483967 w 3521106"/>
              <a:gd name="connsiteY78" fmla="*/ 147765 h 766611"/>
              <a:gd name="connsiteX79" fmla="*/ 1511752 w 3521106"/>
              <a:gd name="connsiteY79" fmla="*/ 147765 h 766611"/>
              <a:gd name="connsiteX80" fmla="*/ 1511752 w 3521106"/>
              <a:gd name="connsiteY80" fmla="*/ 122506 h 766611"/>
              <a:gd name="connsiteX81" fmla="*/ 1429661 w 3521106"/>
              <a:gd name="connsiteY81" fmla="*/ 122506 h 766611"/>
              <a:gd name="connsiteX82" fmla="*/ 1429661 w 3521106"/>
              <a:gd name="connsiteY82" fmla="*/ 147765 h 766611"/>
              <a:gd name="connsiteX83" fmla="*/ 1457446 w 3521106"/>
              <a:gd name="connsiteY83" fmla="*/ 147765 h 766611"/>
              <a:gd name="connsiteX84" fmla="*/ 1457446 w 3521106"/>
              <a:gd name="connsiteY84" fmla="*/ 222279 h 766611"/>
              <a:gd name="connsiteX85" fmla="*/ 1483967 w 3521106"/>
              <a:gd name="connsiteY85" fmla="*/ 222279 h 766611"/>
              <a:gd name="connsiteX86" fmla="*/ 1483967 w 3521106"/>
              <a:gd name="connsiteY86" fmla="*/ 147765 h 766611"/>
              <a:gd name="connsiteX87" fmla="*/ 1537011 w 3521106"/>
              <a:gd name="connsiteY87" fmla="*/ 222279 h 766611"/>
              <a:gd name="connsiteX88" fmla="*/ 1507964 w 3521106"/>
              <a:gd name="connsiteY88" fmla="*/ 222279 h 766611"/>
              <a:gd name="connsiteX89" fmla="*/ 1545852 w 3521106"/>
              <a:gd name="connsiteY89" fmla="*/ 122506 h 766611"/>
              <a:gd name="connsiteX90" fmla="*/ 1576163 w 3521106"/>
              <a:gd name="connsiteY90" fmla="*/ 122506 h 766611"/>
              <a:gd name="connsiteX91" fmla="*/ 1614051 w 3521106"/>
              <a:gd name="connsiteY91" fmla="*/ 222279 h 766611"/>
              <a:gd name="connsiteX92" fmla="*/ 1585003 w 3521106"/>
              <a:gd name="connsiteY92" fmla="*/ 222279 h 766611"/>
              <a:gd name="connsiteX93" fmla="*/ 1578689 w 3521106"/>
              <a:gd name="connsiteY93" fmla="*/ 203335 h 766611"/>
              <a:gd name="connsiteX94" fmla="*/ 1544589 w 3521106"/>
              <a:gd name="connsiteY94" fmla="*/ 203335 h 766611"/>
              <a:gd name="connsiteX95" fmla="*/ 1537011 w 3521106"/>
              <a:gd name="connsiteY95" fmla="*/ 222279 h 766611"/>
              <a:gd name="connsiteX96" fmla="*/ 1561007 w 3521106"/>
              <a:gd name="connsiteY96" fmla="*/ 147765 h 766611"/>
              <a:gd name="connsiteX97" fmla="*/ 1550904 w 3521106"/>
              <a:gd name="connsiteY97" fmla="*/ 180602 h 766611"/>
              <a:gd name="connsiteX98" fmla="*/ 1572374 w 3521106"/>
              <a:gd name="connsiteY98" fmla="*/ 180602 h 766611"/>
              <a:gd name="connsiteX99" fmla="*/ 1561007 w 3521106"/>
              <a:gd name="connsiteY99" fmla="*/ 147765 h 766611"/>
              <a:gd name="connsiteX100" fmla="*/ 1561007 w 3521106"/>
              <a:gd name="connsiteY100" fmla="*/ 147765 h 766611"/>
              <a:gd name="connsiteX101" fmla="*/ 1651940 w 3521106"/>
              <a:gd name="connsiteY101" fmla="*/ 162921 h 766611"/>
              <a:gd name="connsiteX102" fmla="*/ 1651940 w 3521106"/>
              <a:gd name="connsiteY102" fmla="*/ 162921 h 766611"/>
              <a:gd name="connsiteX103" fmla="*/ 1679725 w 3521106"/>
              <a:gd name="connsiteY103" fmla="*/ 197020 h 766611"/>
              <a:gd name="connsiteX104" fmla="*/ 1707510 w 3521106"/>
              <a:gd name="connsiteY104" fmla="*/ 162921 h 766611"/>
              <a:gd name="connsiteX105" fmla="*/ 1707510 w 3521106"/>
              <a:gd name="connsiteY105" fmla="*/ 162921 h 766611"/>
              <a:gd name="connsiteX106" fmla="*/ 1707510 w 3521106"/>
              <a:gd name="connsiteY106" fmla="*/ 221016 h 766611"/>
              <a:gd name="connsiteX107" fmla="*/ 1734031 w 3521106"/>
              <a:gd name="connsiteY107" fmla="*/ 221016 h 766611"/>
              <a:gd name="connsiteX108" fmla="*/ 1734031 w 3521106"/>
              <a:gd name="connsiteY108" fmla="*/ 122506 h 766611"/>
              <a:gd name="connsiteX109" fmla="*/ 1710036 w 3521106"/>
              <a:gd name="connsiteY109" fmla="*/ 122506 h 766611"/>
              <a:gd name="connsiteX110" fmla="*/ 1679725 w 3521106"/>
              <a:gd name="connsiteY110" fmla="*/ 160395 h 766611"/>
              <a:gd name="connsiteX111" fmla="*/ 1679725 w 3521106"/>
              <a:gd name="connsiteY111" fmla="*/ 160395 h 766611"/>
              <a:gd name="connsiteX112" fmla="*/ 1649414 w 3521106"/>
              <a:gd name="connsiteY112" fmla="*/ 122506 h 766611"/>
              <a:gd name="connsiteX113" fmla="*/ 1625418 w 3521106"/>
              <a:gd name="connsiteY113" fmla="*/ 122506 h 766611"/>
              <a:gd name="connsiteX114" fmla="*/ 1625418 w 3521106"/>
              <a:gd name="connsiteY114" fmla="*/ 222279 h 766611"/>
              <a:gd name="connsiteX115" fmla="*/ 1651940 w 3521106"/>
              <a:gd name="connsiteY115" fmla="*/ 222279 h 766611"/>
              <a:gd name="connsiteX116" fmla="*/ 1651940 w 3521106"/>
              <a:gd name="connsiteY116" fmla="*/ 162921 h 766611"/>
              <a:gd name="connsiteX117" fmla="*/ 1835068 w 3521106"/>
              <a:gd name="connsiteY117" fmla="*/ 197020 h 766611"/>
              <a:gd name="connsiteX118" fmla="*/ 1784549 w 3521106"/>
              <a:gd name="connsiteY118" fmla="*/ 197020 h 766611"/>
              <a:gd name="connsiteX119" fmla="*/ 1784549 w 3521106"/>
              <a:gd name="connsiteY119" fmla="*/ 181865 h 766611"/>
              <a:gd name="connsiteX120" fmla="*/ 1822438 w 3521106"/>
              <a:gd name="connsiteY120" fmla="*/ 181865 h 766611"/>
              <a:gd name="connsiteX121" fmla="*/ 1822438 w 3521106"/>
              <a:gd name="connsiteY121" fmla="*/ 159132 h 766611"/>
              <a:gd name="connsiteX122" fmla="*/ 1784549 w 3521106"/>
              <a:gd name="connsiteY122" fmla="*/ 159132 h 766611"/>
              <a:gd name="connsiteX123" fmla="*/ 1784549 w 3521106"/>
              <a:gd name="connsiteY123" fmla="*/ 145239 h 766611"/>
              <a:gd name="connsiteX124" fmla="*/ 1833805 w 3521106"/>
              <a:gd name="connsiteY124" fmla="*/ 145239 h 766611"/>
              <a:gd name="connsiteX125" fmla="*/ 1833805 w 3521106"/>
              <a:gd name="connsiteY125" fmla="*/ 122506 h 766611"/>
              <a:gd name="connsiteX126" fmla="*/ 1758028 w 3521106"/>
              <a:gd name="connsiteY126" fmla="*/ 122506 h 766611"/>
              <a:gd name="connsiteX127" fmla="*/ 1758028 w 3521106"/>
              <a:gd name="connsiteY127" fmla="*/ 222279 h 766611"/>
              <a:gd name="connsiteX128" fmla="*/ 1835068 w 3521106"/>
              <a:gd name="connsiteY128" fmla="*/ 222279 h 766611"/>
              <a:gd name="connsiteX129" fmla="*/ 1835068 w 3521106"/>
              <a:gd name="connsiteY129" fmla="*/ 197020 h 766611"/>
              <a:gd name="connsiteX130" fmla="*/ 1880534 w 3521106"/>
              <a:gd name="connsiteY130" fmla="*/ 184391 h 766611"/>
              <a:gd name="connsiteX131" fmla="*/ 1917159 w 3521106"/>
              <a:gd name="connsiteY131" fmla="*/ 184391 h 766611"/>
              <a:gd name="connsiteX132" fmla="*/ 1917159 w 3521106"/>
              <a:gd name="connsiteY132" fmla="*/ 222279 h 766611"/>
              <a:gd name="connsiteX133" fmla="*/ 1943682 w 3521106"/>
              <a:gd name="connsiteY133" fmla="*/ 222279 h 766611"/>
              <a:gd name="connsiteX134" fmla="*/ 1943682 w 3521106"/>
              <a:gd name="connsiteY134" fmla="*/ 122506 h 766611"/>
              <a:gd name="connsiteX135" fmla="*/ 1917159 w 3521106"/>
              <a:gd name="connsiteY135" fmla="*/ 122506 h 766611"/>
              <a:gd name="connsiteX136" fmla="*/ 1917159 w 3521106"/>
              <a:gd name="connsiteY136" fmla="*/ 159132 h 766611"/>
              <a:gd name="connsiteX137" fmla="*/ 1880534 w 3521106"/>
              <a:gd name="connsiteY137" fmla="*/ 159132 h 766611"/>
              <a:gd name="connsiteX138" fmla="*/ 1880534 w 3521106"/>
              <a:gd name="connsiteY138" fmla="*/ 122506 h 766611"/>
              <a:gd name="connsiteX139" fmla="*/ 1854012 w 3521106"/>
              <a:gd name="connsiteY139" fmla="*/ 122506 h 766611"/>
              <a:gd name="connsiteX140" fmla="*/ 1854012 w 3521106"/>
              <a:gd name="connsiteY140" fmla="*/ 222279 h 766611"/>
              <a:gd name="connsiteX141" fmla="*/ 1880534 w 3521106"/>
              <a:gd name="connsiteY141" fmla="*/ 222279 h 766611"/>
              <a:gd name="connsiteX142" fmla="*/ 1880534 w 3521106"/>
              <a:gd name="connsiteY142" fmla="*/ 184391 h 766611"/>
              <a:gd name="connsiteX143" fmla="*/ 2013144 w 3521106"/>
              <a:gd name="connsiteY143" fmla="*/ 147765 h 766611"/>
              <a:gd name="connsiteX144" fmla="*/ 2040928 w 3521106"/>
              <a:gd name="connsiteY144" fmla="*/ 147765 h 766611"/>
              <a:gd name="connsiteX145" fmla="*/ 2040928 w 3521106"/>
              <a:gd name="connsiteY145" fmla="*/ 122506 h 766611"/>
              <a:gd name="connsiteX146" fmla="*/ 1958837 w 3521106"/>
              <a:gd name="connsiteY146" fmla="*/ 122506 h 766611"/>
              <a:gd name="connsiteX147" fmla="*/ 1958837 w 3521106"/>
              <a:gd name="connsiteY147" fmla="*/ 147765 h 766611"/>
              <a:gd name="connsiteX148" fmla="*/ 1986622 w 3521106"/>
              <a:gd name="connsiteY148" fmla="*/ 147765 h 766611"/>
              <a:gd name="connsiteX149" fmla="*/ 1986622 w 3521106"/>
              <a:gd name="connsiteY149" fmla="*/ 222279 h 766611"/>
              <a:gd name="connsiteX150" fmla="*/ 2013144 w 3521106"/>
              <a:gd name="connsiteY150" fmla="*/ 222279 h 766611"/>
              <a:gd name="connsiteX151" fmla="*/ 2013144 w 3521106"/>
              <a:gd name="connsiteY151" fmla="*/ 147765 h 766611"/>
              <a:gd name="connsiteX152" fmla="*/ 2092710 w 3521106"/>
              <a:gd name="connsiteY152" fmla="*/ 218490 h 766611"/>
              <a:gd name="connsiteX153" fmla="*/ 2119232 w 3521106"/>
              <a:gd name="connsiteY153" fmla="*/ 223542 h 766611"/>
              <a:gd name="connsiteX154" fmla="*/ 2147017 w 3521106"/>
              <a:gd name="connsiteY154" fmla="*/ 215965 h 766611"/>
              <a:gd name="connsiteX155" fmla="*/ 2167223 w 3521106"/>
              <a:gd name="connsiteY155" fmla="*/ 197020 h 766611"/>
              <a:gd name="connsiteX156" fmla="*/ 2174802 w 3521106"/>
              <a:gd name="connsiteY156" fmla="*/ 170498 h 766611"/>
              <a:gd name="connsiteX157" fmla="*/ 2168487 w 3521106"/>
              <a:gd name="connsiteY157" fmla="*/ 143976 h 766611"/>
              <a:gd name="connsiteX158" fmla="*/ 2149543 w 3521106"/>
              <a:gd name="connsiteY158" fmla="*/ 125032 h 766611"/>
              <a:gd name="connsiteX159" fmla="*/ 2121758 w 3521106"/>
              <a:gd name="connsiteY159" fmla="*/ 117454 h 766611"/>
              <a:gd name="connsiteX160" fmla="*/ 2095236 w 3521106"/>
              <a:gd name="connsiteY160" fmla="*/ 122506 h 766611"/>
              <a:gd name="connsiteX161" fmla="*/ 2076292 w 3521106"/>
              <a:gd name="connsiteY161" fmla="*/ 136399 h 766611"/>
              <a:gd name="connsiteX162" fmla="*/ 2093972 w 3521106"/>
              <a:gd name="connsiteY162" fmla="*/ 152817 h 766611"/>
              <a:gd name="connsiteX163" fmla="*/ 2105339 w 3521106"/>
              <a:gd name="connsiteY163" fmla="*/ 143976 h 766611"/>
              <a:gd name="connsiteX164" fmla="*/ 2120495 w 3521106"/>
              <a:gd name="connsiteY164" fmla="*/ 141450 h 766611"/>
              <a:gd name="connsiteX165" fmla="*/ 2135650 w 3521106"/>
              <a:gd name="connsiteY165" fmla="*/ 145239 h 766611"/>
              <a:gd name="connsiteX166" fmla="*/ 2144491 w 3521106"/>
              <a:gd name="connsiteY166" fmla="*/ 156606 h 766611"/>
              <a:gd name="connsiteX167" fmla="*/ 2106602 w 3521106"/>
              <a:gd name="connsiteY167" fmla="*/ 156606 h 766611"/>
              <a:gd name="connsiteX168" fmla="*/ 2106602 w 3521106"/>
              <a:gd name="connsiteY168" fmla="*/ 179339 h 766611"/>
              <a:gd name="connsiteX169" fmla="*/ 2144491 w 3521106"/>
              <a:gd name="connsiteY169" fmla="*/ 179339 h 766611"/>
              <a:gd name="connsiteX170" fmla="*/ 2134387 w 3521106"/>
              <a:gd name="connsiteY170" fmla="*/ 190706 h 766611"/>
              <a:gd name="connsiteX171" fmla="*/ 2119232 w 3521106"/>
              <a:gd name="connsiteY171" fmla="*/ 195757 h 766611"/>
              <a:gd name="connsiteX172" fmla="*/ 2104076 w 3521106"/>
              <a:gd name="connsiteY172" fmla="*/ 193231 h 766611"/>
              <a:gd name="connsiteX173" fmla="*/ 2091446 w 3521106"/>
              <a:gd name="connsiteY173" fmla="*/ 184391 h 766611"/>
              <a:gd name="connsiteX174" fmla="*/ 2073766 w 3521106"/>
              <a:gd name="connsiteY174" fmla="*/ 200809 h 766611"/>
              <a:gd name="connsiteX175" fmla="*/ 2092710 w 3521106"/>
              <a:gd name="connsiteY175" fmla="*/ 218490 h 766611"/>
              <a:gd name="connsiteX176" fmla="*/ 2219005 w 3521106"/>
              <a:gd name="connsiteY176" fmla="*/ 195757 h 766611"/>
              <a:gd name="connsiteX177" fmla="*/ 2229108 w 3521106"/>
              <a:gd name="connsiteY177" fmla="*/ 183128 h 766611"/>
              <a:gd name="connsiteX178" fmla="*/ 2254367 w 3521106"/>
              <a:gd name="connsiteY178" fmla="*/ 221016 h 766611"/>
              <a:gd name="connsiteX179" fmla="*/ 2285941 w 3521106"/>
              <a:gd name="connsiteY179" fmla="*/ 221016 h 766611"/>
              <a:gd name="connsiteX180" fmla="*/ 2248053 w 3521106"/>
              <a:gd name="connsiteY180" fmla="*/ 162921 h 766611"/>
              <a:gd name="connsiteX181" fmla="*/ 2283415 w 3521106"/>
              <a:gd name="connsiteY181" fmla="*/ 121243 h 766611"/>
              <a:gd name="connsiteX182" fmla="*/ 2251841 w 3521106"/>
              <a:gd name="connsiteY182" fmla="*/ 121243 h 766611"/>
              <a:gd name="connsiteX183" fmla="*/ 2219005 w 3521106"/>
              <a:gd name="connsiteY183" fmla="*/ 159132 h 766611"/>
              <a:gd name="connsiteX184" fmla="*/ 2219005 w 3521106"/>
              <a:gd name="connsiteY184" fmla="*/ 121243 h 766611"/>
              <a:gd name="connsiteX185" fmla="*/ 2192483 w 3521106"/>
              <a:gd name="connsiteY185" fmla="*/ 121243 h 766611"/>
              <a:gd name="connsiteX186" fmla="*/ 2192483 w 3521106"/>
              <a:gd name="connsiteY186" fmla="*/ 221016 h 766611"/>
              <a:gd name="connsiteX187" fmla="*/ 2219005 w 3521106"/>
              <a:gd name="connsiteY187" fmla="*/ 221016 h 766611"/>
              <a:gd name="connsiteX188" fmla="*/ 2219005 w 3521106"/>
              <a:gd name="connsiteY188" fmla="*/ 195757 h 766611"/>
              <a:gd name="connsiteX189" fmla="*/ 2313726 w 3521106"/>
              <a:gd name="connsiteY189" fmla="*/ 217228 h 766611"/>
              <a:gd name="connsiteX190" fmla="*/ 2293519 w 3521106"/>
              <a:gd name="connsiteY190" fmla="*/ 198283 h 766611"/>
              <a:gd name="connsiteX191" fmla="*/ 2285941 w 3521106"/>
              <a:gd name="connsiteY191" fmla="*/ 171761 h 766611"/>
              <a:gd name="connsiteX192" fmla="*/ 2293519 w 3521106"/>
              <a:gd name="connsiteY192" fmla="*/ 145239 h 766611"/>
              <a:gd name="connsiteX193" fmla="*/ 2313726 w 3521106"/>
              <a:gd name="connsiteY193" fmla="*/ 126295 h 766611"/>
              <a:gd name="connsiteX194" fmla="*/ 2341511 w 3521106"/>
              <a:gd name="connsiteY194" fmla="*/ 118717 h 766611"/>
              <a:gd name="connsiteX195" fmla="*/ 2369296 w 3521106"/>
              <a:gd name="connsiteY195" fmla="*/ 126295 h 766611"/>
              <a:gd name="connsiteX196" fmla="*/ 2389503 w 3521106"/>
              <a:gd name="connsiteY196" fmla="*/ 145239 h 766611"/>
              <a:gd name="connsiteX197" fmla="*/ 2397081 w 3521106"/>
              <a:gd name="connsiteY197" fmla="*/ 171761 h 766611"/>
              <a:gd name="connsiteX198" fmla="*/ 2389503 w 3521106"/>
              <a:gd name="connsiteY198" fmla="*/ 198283 h 766611"/>
              <a:gd name="connsiteX199" fmla="*/ 2369296 w 3521106"/>
              <a:gd name="connsiteY199" fmla="*/ 217228 h 766611"/>
              <a:gd name="connsiteX200" fmla="*/ 2341511 w 3521106"/>
              <a:gd name="connsiteY200" fmla="*/ 224805 h 766611"/>
              <a:gd name="connsiteX201" fmla="*/ 2313726 w 3521106"/>
              <a:gd name="connsiteY201" fmla="*/ 217228 h 766611"/>
              <a:gd name="connsiteX202" fmla="*/ 2356666 w 3521106"/>
              <a:gd name="connsiteY202" fmla="*/ 195757 h 766611"/>
              <a:gd name="connsiteX203" fmla="*/ 2366770 w 3521106"/>
              <a:gd name="connsiteY203" fmla="*/ 185654 h 766611"/>
              <a:gd name="connsiteX204" fmla="*/ 2370559 w 3521106"/>
              <a:gd name="connsiteY204" fmla="*/ 171761 h 766611"/>
              <a:gd name="connsiteX205" fmla="*/ 2366770 w 3521106"/>
              <a:gd name="connsiteY205" fmla="*/ 157869 h 766611"/>
              <a:gd name="connsiteX206" fmla="*/ 2356666 w 3521106"/>
              <a:gd name="connsiteY206" fmla="*/ 147765 h 766611"/>
              <a:gd name="connsiteX207" fmla="*/ 2342774 w 3521106"/>
              <a:gd name="connsiteY207" fmla="*/ 143976 h 766611"/>
              <a:gd name="connsiteX208" fmla="*/ 2328882 w 3521106"/>
              <a:gd name="connsiteY208" fmla="*/ 147765 h 766611"/>
              <a:gd name="connsiteX209" fmla="*/ 2318778 w 3521106"/>
              <a:gd name="connsiteY209" fmla="*/ 157869 h 766611"/>
              <a:gd name="connsiteX210" fmla="*/ 2314989 w 3521106"/>
              <a:gd name="connsiteY210" fmla="*/ 171761 h 766611"/>
              <a:gd name="connsiteX211" fmla="*/ 2318778 w 3521106"/>
              <a:gd name="connsiteY211" fmla="*/ 185654 h 766611"/>
              <a:gd name="connsiteX212" fmla="*/ 2328882 w 3521106"/>
              <a:gd name="connsiteY212" fmla="*/ 195757 h 766611"/>
              <a:gd name="connsiteX213" fmla="*/ 2342774 w 3521106"/>
              <a:gd name="connsiteY213" fmla="*/ 199546 h 766611"/>
              <a:gd name="connsiteX214" fmla="*/ 2356666 w 3521106"/>
              <a:gd name="connsiteY214" fmla="*/ 195757 h 766611"/>
              <a:gd name="connsiteX215" fmla="*/ 2442547 w 3521106"/>
              <a:gd name="connsiteY215" fmla="*/ 184391 h 766611"/>
              <a:gd name="connsiteX216" fmla="*/ 2479173 w 3521106"/>
              <a:gd name="connsiteY216" fmla="*/ 184391 h 766611"/>
              <a:gd name="connsiteX217" fmla="*/ 2479173 w 3521106"/>
              <a:gd name="connsiteY217" fmla="*/ 222279 h 766611"/>
              <a:gd name="connsiteX218" fmla="*/ 2505695 w 3521106"/>
              <a:gd name="connsiteY218" fmla="*/ 222279 h 766611"/>
              <a:gd name="connsiteX219" fmla="*/ 2505695 w 3521106"/>
              <a:gd name="connsiteY219" fmla="*/ 122506 h 766611"/>
              <a:gd name="connsiteX220" fmla="*/ 2479173 w 3521106"/>
              <a:gd name="connsiteY220" fmla="*/ 122506 h 766611"/>
              <a:gd name="connsiteX221" fmla="*/ 2479173 w 3521106"/>
              <a:gd name="connsiteY221" fmla="*/ 159132 h 766611"/>
              <a:gd name="connsiteX222" fmla="*/ 2442547 w 3521106"/>
              <a:gd name="connsiteY222" fmla="*/ 159132 h 766611"/>
              <a:gd name="connsiteX223" fmla="*/ 2442547 w 3521106"/>
              <a:gd name="connsiteY223" fmla="*/ 122506 h 766611"/>
              <a:gd name="connsiteX224" fmla="*/ 2416025 w 3521106"/>
              <a:gd name="connsiteY224" fmla="*/ 122506 h 766611"/>
              <a:gd name="connsiteX225" fmla="*/ 2416025 w 3521106"/>
              <a:gd name="connsiteY225" fmla="*/ 222279 h 766611"/>
              <a:gd name="connsiteX226" fmla="*/ 2442547 w 3521106"/>
              <a:gd name="connsiteY226" fmla="*/ 222279 h 766611"/>
              <a:gd name="connsiteX227" fmla="*/ 2442547 w 3521106"/>
              <a:gd name="connsiteY227" fmla="*/ 184391 h 766611"/>
              <a:gd name="connsiteX228" fmla="*/ 2549898 w 3521106"/>
              <a:gd name="connsiteY228" fmla="*/ 217228 h 766611"/>
              <a:gd name="connsiteX229" fmla="*/ 2529691 w 3521106"/>
              <a:gd name="connsiteY229" fmla="*/ 198283 h 766611"/>
              <a:gd name="connsiteX230" fmla="*/ 2522113 w 3521106"/>
              <a:gd name="connsiteY230" fmla="*/ 171761 h 766611"/>
              <a:gd name="connsiteX231" fmla="*/ 2529691 w 3521106"/>
              <a:gd name="connsiteY231" fmla="*/ 145239 h 766611"/>
              <a:gd name="connsiteX232" fmla="*/ 2549898 w 3521106"/>
              <a:gd name="connsiteY232" fmla="*/ 126295 h 766611"/>
              <a:gd name="connsiteX233" fmla="*/ 2577683 w 3521106"/>
              <a:gd name="connsiteY233" fmla="*/ 118717 h 766611"/>
              <a:gd name="connsiteX234" fmla="*/ 2605468 w 3521106"/>
              <a:gd name="connsiteY234" fmla="*/ 126295 h 766611"/>
              <a:gd name="connsiteX235" fmla="*/ 2625675 w 3521106"/>
              <a:gd name="connsiteY235" fmla="*/ 145239 h 766611"/>
              <a:gd name="connsiteX236" fmla="*/ 2633253 w 3521106"/>
              <a:gd name="connsiteY236" fmla="*/ 171761 h 766611"/>
              <a:gd name="connsiteX237" fmla="*/ 2625675 w 3521106"/>
              <a:gd name="connsiteY237" fmla="*/ 198283 h 766611"/>
              <a:gd name="connsiteX238" fmla="*/ 2605468 w 3521106"/>
              <a:gd name="connsiteY238" fmla="*/ 217228 h 766611"/>
              <a:gd name="connsiteX239" fmla="*/ 2577683 w 3521106"/>
              <a:gd name="connsiteY239" fmla="*/ 224805 h 766611"/>
              <a:gd name="connsiteX240" fmla="*/ 2549898 w 3521106"/>
              <a:gd name="connsiteY240" fmla="*/ 217228 h 766611"/>
              <a:gd name="connsiteX241" fmla="*/ 2591575 w 3521106"/>
              <a:gd name="connsiteY241" fmla="*/ 195757 h 766611"/>
              <a:gd name="connsiteX242" fmla="*/ 2601679 w 3521106"/>
              <a:gd name="connsiteY242" fmla="*/ 185654 h 766611"/>
              <a:gd name="connsiteX243" fmla="*/ 2605468 w 3521106"/>
              <a:gd name="connsiteY243" fmla="*/ 171761 h 766611"/>
              <a:gd name="connsiteX244" fmla="*/ 2601679 w 3521106"/>
              <a:gd name="connsiteY244" fmla="*/ 157869 h 766611"/>
              <a:gd name="connsiteX245" fmla="*/ 2591575 w 3521106"/>
              <a:gd name="connsiteY245" fmla="*/ 147765 h 766611"/>
              <a:gd name="connsiteX246" fmla="*/ 2577683 w 3521106"/>
              <a:gd name="connsiteY246" fmla="*/ 143976 h 766611"/>
              <a:gd name="connsiteX247" fmla="*/ 2563790 w 3521106"/>
              <a:gd name="connsiteY247" fmla="*/ 147765 h 766611"/>
              <a:gd name="connsiteX248" fmla="*/ 2553687 w 3521106"/>
              <a:gd name="connsiteY248" fmla="*/ 157869 h 766611"/>
              <a:gd name="connsiteX249" fmla="*/ 2549898 w 3521106"/>
              <a:gd name="connsiteY249" fmla="*/ 171761 h 766611"/>
              <a:gd name="connsiteX250" fmla="*/ 2553687 w 3521106"/>
              <a:gd name="connsiteY250" fmla="*/ 185654 h 766611"/>
              <a:gd name="connsiteX251" fmla="*/ 2563790 w 3521106"/>
              <a:gd name="connsiteY251" fmla="*/ 195757 h 766611"/>
              <a:gd name="connsiteX252" fmla="*/ 2577683 w 3521106"/>
              <a:gd name="connsiteY252" fmla="*/ 199546 h 766611"/>
              <a:gd name="connsiteX253" fmla="*/ 2591575 w 3521106"/>
              <a:gd name="connsiteY253" fmla="*/ 195757 h 766611"/>
              <a:gd name="connsiteX254" fmla="*/ 2677456 w 3521106"/>
              <a:gd name="connsiteY254" fmla="*/ 162921 h 766611"/>
              <a:gd name="connsiteX255" fmla="*/ 2677456 w 3521106"/>
              <a:gd name="connsiteY255" fmla="*/ 162921 h 766611"/>
              <a:gd name="connsiteX256" fmla="*/ 2705241 w 3521106"/>
              <a:gd name="connsiteY256" fmla="*/ 197020 h 766611"/>
              <a:gd name="connsiteX257" fmla="*/ 2733026 w 3521106"/>
              <a:gd name="connsiteY257" fmla="*/ 162921 h 766611"/>
              <a:gd name="connsiteX258" fmla="*/ 2733026 w 3521106"/>
              <a:gd name="connsiteY258" fmla="*/ 162921 h 766611"/>
              <a:gd name="connsiteX259" fmla="*/ 2733026 w 3521106"/>
              <a:gd name="connsiteY259" fmla="*/ 221016 h 766611"/>
              <a:gd name="connsiteX260" fmla="*/ 2759548 w 3521106"/>
              <a:gd name="connsiteY260" fmla="*/ 221016 h 766611"/>
              <a:gd name="connsiteX261" fmla="*/ 2759548 w 3521106"/>
              <a:gd name="connsiteY261" fmla="*/ 122506 h 766611"/>
              <a:gd name="connsiteX262" fmla="*/ 2735551 w 3521106"/>
              <a:gd name="connsiteY262" fmla="*/ 122506 h 766611"/>
              <a:gd name="connsiteX263" fmla="*/ 2705241 w 3521106"/>
              <a:gd name="connsiteY263" fmla="*/ 160395 h 766611"/>
              <a:gd name="connsiteX264" fmla="*/ 2705241 w 3521106"/>
              <a:gd name="connsiteY264" fmla="*/ 160395 h 766611"/>
              <a:gd name="connsiteX265" fmla="*/ 2674930 w 3521106"/>
              <a:gd name="connsiteY265" fmla="*/ 122506 h 766611"/>
              <a:gd name="connsiteX266" fmla="*/ 2650934 w 3521106"/>
              <a:gd name="connsiteY266" fmla="*/ 122506 h 766611"/>
              <a:gd name="connsiteX267" fmla="*/ 2650934 w 3521106"/>
              <a:gd name="connsiteY267" fmla="*/ 222279 h 766611"/>
              <a:gd name="connsiteX268" fmla="*/ 2677456 w 3521106"/>
              <a:gd name="connsiteY268" fmla="*/ 222279 h 766611"/>
              <a:gd name="connsiteX269" fmla="*/ 2677456 w 3521106"/>
              <a:gd name="connsiteY269" fmla="*/ 162921 h 766611"/>
              <a:gd name="connsiteX270" fmla="*/ 2847954 w 3521106"/>
              <a:gd name="connsiteY270" fmla="*/ 166710 h 766611"/>
              <a:gd name="connsiteX271" fmla="*/ 2847954 w 3521106"/>
              <a:gd name="connsiteY271" fmla="*/ 166710 h 766611"/>
              <a:gd name="connsiteX272" fmla="*/ 2847954 w 3521106"/>
              <a:gd name="connsiteY272" fmla="*/ 221016 h 766611"/>
              <a:gd name="connsiteX273" fmla="*/ 2874476 w 3521106"/>
              <a:gd name="connsiteY273" fmla="*/ 221016 h 766611"/>
              <a:gd name="connsiteX274" fmla="*/ 2874476 w 3521106"/>
              <a:gd name="connsiteY274" fmla="*/ 122506 h 766611"/>
              <a:gd name="connsiteX275" fmla="*/ 2850480 w 3521106"/>
              <a:gd name="connsiteY275" fmla="*/ 122506 h 766611"/>
              <a:gd name="connsiteX276" fmla="*/ 2808803 w 3521106"/>
              <a:gd name="connsiteY276" fmla="*/ 176813 h 766611"/>
              <a:gd name="connsiteX277" fmla="*/ 2808803 w 3521106"/>
              <a:gd name="connsiteY277" fmla="*/ 176813 h 766611"/>
              <a:gd name="connsiteX278" fmla="*/ 2808803 w 3521106"/>
              <a:gd name="connsiteY278" fmla="*/ 122506 h 766611"/>
              <a:gd name="connsiteX279" fmla="*/ 2782281 w 3521106"/>
              <a:gd name="connsiteY279" fmla="*/ 122506 h 766611"/>
              <a:gd name="connsiteX280" fmla="*/ 2782281 w 3521106"/>
              <a:gd name="connsiteY280" fmla="*/ 222279 h 766611"/>
              <a:gd name="connsiteX281" fmla="*/ 2806277 w 3521106"/>
              <a:gd name="connsiteY281" fmla="*/ 222279 h 766611"/>
              <a:gd name="connsiteX282" fmla="*/ 2847954 w 3521106"/>
              <a:gd name="connsiteY282" fmla="*/ 166710 h 766611"/>
              <a:gd name="connsiteX283" fmla="*/ 2954042 w 3521106"/>
              <a:gd name="connsiteY283" fmla="*/ 222279 h 766611"/>
              <a:gd name="connsiteX284" fmla="*/ 2980564 w 3521106"/>
              <a:gd name="connsiteY284" fmla="*/ 222279 h 766611"/>
              <a:gd name="connsiteX285" fmla="*/ 2980564 w 3521106"/>
              <a:gd name="connsiteY285" fmla="*/ 122506 h 766611"/>
              <a:gd name="connsiteX286" fmla="*/ 2954042 w 3521106"/>
              <a:gd name="connsiteY286" fmla="*/ 122506 h 766611"/>
              <a:gd name="connsiteX287" fmla="*/ 2954042 w 3521106"/>
              <a:gd name="connsiteY287" fmla="*/ 164184 h 766611"/>
              <a:gd name="connsiteX288" fmla="*/ 2947728 w 3521106"/>
              <a:gd name="connsiteY288" fmla="*/ 166710 h 766611"/>
              <a:gd name="connsiteX289" fmla="*/ 2938887 w 3521106"/>
              <a:gd name="connsiteY289" fmla="*/ 167972 h 766611"/>
              <a:gd name="connsiteX290" fmla="*/ 2927520 w 3521106"/>
              <a:gd name="connsiteY290" fmla="*/ 164184 h 766611"/>
              <a:gd name="connsiteX291" fmla="*/ 2923731 w 3521106"/>
              <a:gd name="connsiteY291" fmla="*/ 152817 h 766611"/>
              <a:gd name="connsiteX292" fmla="*/ 2923731 w 3521106"/>
              <a:gd name="connsiteY292" fmla="*/ 122506 h 766611"/>
              <a:gd name="connsiteX293" fmla="*/ 2897210 w 3521106"/>
              <a:gd name="connsiteY293" fmla="*/ 122506 h 766611"/>
              <a:gd name="connsiteX294" fmla="*/ 2897210 w 3521106"/>
              <a:gd name="connsiteY294" fmla="*/ 152817 h 766611"/>
              <a:gd name="connsiteX295" fmla="*/ 2902261 w 3521106"/>
              <a:gd name="connsiteY295" fmla="*/ 174287 h 766611"/>
              <a:gd name="connsiteX296" fmla="*/ 2914891 w 3521106"/>
              <a:gd name="connsiteY296" fmla="*/ 188180 h 766611"/>
              <a:gd name="connsiteX297" fmla="*/ 2933835 w 3521106"/>
              <a:gd name="connsiteY297" fmla="*/ 193231 h 766611"/>
              <a:gd name="connsiteX298" fmla="*/ 2945202 w 3521106"/>
              <a:gd name="connsiteY298" fmla="*/ 191969 h 766611"/>
              <a:gd name="connsiteX299" fmla="*/ 2954042 w 3521106"/>
              <a:gd name="connsiteY299" fmla="*/ 189443 h 766611"/>
              <a:gd name="connsiteX300" fmla="*/ 2954042 w 3521106"/>
              <a:gd name="connsiteY300" fmla="*/ 222279 h 766611"/>
              <a:gd name="connsiteX301" fmla="*/ 3081600 w 3521106"/>
              <a:gd name="connsiteY301" fmla="*/ 197020 h 766611"/>
              <a:gd name="connsiteX302" fmla="*/ 3031082 w 3521106"/>
              <a:gd name="connsiteY302" fmla="*/ 197020 h 766611"/>
              <a:gd name="connsiteX303" fmla="*/ 3031082 w 3521106"/>
              <a:gd name="connsiteY303" fmla="*/ 181865 h 766611"/>
              <a:gd name="connsiteX304" fmla="*/ 3068971 w 3521106"/>
              <a:gd name="connsiteY304" fmla="*/ 181865 h 766611"/>
              <a:gd name="connsiteX305" fmla="*/ 3068971 w 3521106"/>
              <a:gd name="connsiteY305" fmla="*/ 159132 h 766611"/>
              <a:gd name="connsiteX306" fmla="*/ 3031082 w 3521106"/>
              <a:gd name="connsiteY306" fmla="*/ 159132 h 766611"/>
              <a:gd name="connsiteX307" fmla="*/ 3031082 w 3521106"/>
              <a:gd name="connsiteY307" fmla="*/ 145239 h 766611"/>
              <a:gd name="connsiteX308" fmla="*/ 3080338 w 3521106"/>
              <a:gd name="connsiteY308" fmla="*/ 145239 h 766611"/>
              <a:gd name="connsiteX309" fmla="*/ 3080338 w 3521106"/>
              <a:gd name="connsiteY309" fmla="*/ 122506 h 766611"/>
              <a:gd name="connsiteX310" fmla="*/ 3004561 w 3521106"/>
              <a:gd name="connsiteY310" fmla="*/ 122506 h 766611"/>
              <a:gd name="connsiteX311" fmla="*/ 3004561 w 3521106"/>
              <a:gd name="connsiteY311" fmla="*/ 222279 h 766611"/>
              <a:gd name="connsiteX312" fmla="*/ 3081600 w 3521106"/>
              <a:gd name="connsiteY312" fmla="*/ 222279 h 766611"/>
              <a:gd name="connsiteX313" fmla="*/ 3081600 w 3521106"/>
              <a:gd name="connsiteY313" fmla="*/ 197020 h 766611"/>
              <a:gd name="connsiteX314" fmla="*/ 3118226 w 3521106"/>
              <a:gd name="connsiteY314" fmla="*/ 217228 h 766611"/>
              <a:gd name="connsiteX315" fmla="*/ 3146010 w 3521106"/>
              <a:gd name="connsiteY315" fmla="*/ 224805 h 766611"/>
              <a:gd name="connsiteX316" fmla="*/ 3172533 w 3521106"/>
              <a:gd name="connsiteY316" fmla="*/ 218490 h 766611"/>
              <a:gd name="connsiteX317" fmla="*/ 3191477 w 3521106"/>
              <a:gd name="connsiteY317" fmla="*/ 204598 h 766611"/>
              <a:gd name="connsiteX318" fmla="*/ 3173795 w 3521106"/>
              <a:gd name="connsiteY318" fmla="*/ 188180 h 766611"/>
              <a:gd name="connsiteX319" fmla="*/ 3161166 w 3521106"/>
              <a:gd name="connsiteY319" fmla="*/ 197020 h 766611"/>
              <a:gd name="connsiteX320" fmla="*/ 3146010 w 3521106"/>
              <a:gd name="connsiteY320" fmla="*/ 199546 h 766611"/>
              <a:gd name="connsiteX321" fmla="*/ 3132118 w 3521106"/>
              <a:gd name="connsiteY321" fmla="*/ 195757 h 766611"/>
              <a:gd name="connsiteX322" fmla="*/ 3122015 w 3521106"/>
              <a:gd name="connsiteY322" fmla="*/ 185654 h 766611"/>
              <a:gd name="connsiteX323" fmla="*/ 3118226 w 3521106"/>
              <a:gd name="connsiteY323" fmla="*/ 171761 h 766611"/>
              <a:gd name="connsiteX324" fmla="*/ 3122015 w 3521106"/>
              <a:gd name="connsiteY324" fmla="*/ 157869 h 766611"/>
              <a:gd name="connsiteX325" fmla="*/ 3132118 w 3521106"/>
              <a:gd name="connsiteY325" fmla="*/ 147765 h 766611"/>
              <a:gd name="connsiteX326" fmla="*/ 3146010 w 3521106"/>
              <a:gd name="connsiteY326" fmla="*/ 143976 h 766611"/>
              <a:gd name="connsiteX327" fmla="*/ 3161166 w 3521106"/>
              <a:gd name="connsiteY327" fmla="*/ 146502 h 766611"/>
              <a:gd name="connsiteX328" fmla="*/ 3173795 w 3521106"/>
              <a:gd name="connsiteY328" fmla="*/ 155343 h 766611"/>
              <a:gd name="connsiteX329" fmla="*/ 3191477 w 3521106"/>
              <a:gd name="connsiteY329" fmla="*/ 138925 h 766611"/>
              <a:gd name="connsiteX330" fmla="*/ 3172533 w 3521106"/>
              <a:gd name="connsiteY330" fmla="*/ 125032 h 766611"/>
              <a:gd name="connsiteX331" fmla="*/ 3146010 w 3521106"/>
              <a:gd name="connsiteY331" fmla="*/ 119980 h 766611"/>
              <a:gd name="connsiteX332" fmla="*/ 3118226 w 3521106"/>
              <a:gd name="connsiteY332" fmla="*/ 127558 h 766611"/>
              <a:gd name="connsiteX333" fmla="*/ 3098018 w 3521106"/>
              <a:gd name="connsiteY333" fmla="*/ 146502 h 766611"/>
              <a:gd name="connsiteX334" fmla="*/ 3090441 w 3521106"/>
              <a:gd name="connsiteY334" fmla="*/ 173024 h 766611"/>
              <a:gd name="connsiteX335" fmla="*/ 3098018 w 3521106"/>
              <a:gd name="connsiteY335" fmla="*/ 199546 h 766611"/>
              <a:gd name="connsiteX336" fmla="*/ 3118226 w 3521106"/>
              <a:gd name="connsiteY336" fmla="*/ 217228 h 766611"/>
              <a:gd name="connsiteX337" fmla="*/ 3233154 w 3521106"/>
              <a:gd name="connsiteY337" fmla="*/ 195757 h 766611"/>
              <a:gd name="connsiteX338" fmla="*/ 3243258 w 3521106"/>
              <a:gd name="connsiteY338" fmla="*/ 183128 h 766611"/>
              <a:gd name="connsiteX339" fmla="*/ 3268517 w 3521106"/>
              <a:gd name="connsiteY339" fmla="*/ 221016 h 766611"/>
              <a:gd name="connsiteX340" fmla="*/ 3300091 w 3521106"/>
              <a:gd name="connsiteY340" fmla="*/ 221016 h 766611"/>
              <a:gd name="connsiteX341" fmla="*/ 3262202 w 3521106"/>
              <a:gd name="connsiteY341" fmla="*/ 162921 h 766611"/>
              <a:gd name="connsiteX342" fmla="*/ 3297565 w 3521106"/>
              <a:gd name="connsiteY342" fmla="*/ 121243 h 766611"/>
              <a:gd name="connsiteX343" fmla="*/ 3265991 w 3521106"/>
              <a:gd name="connsiteY343" fmla="*/ 121243 h 766611"/>
              <a:gd name="connsiteX344" fmla="*/ 3233154 w 3521106"/>
              <a:gd name="connsiteY344" fmla="*/ 159132 h 766611"/>
              <a:gd name="connsiteX345" fmla="*/ 3233154 w 3521106"/>
              <a:gd name="connsiteY345" fmla="*/ 121243 h 766611"/>
              <a:gd name="connsiteX346" fmla="*/ 3206633 w 3521106"/>
              <a:gd name="connsiteY346" fmla="*/ 121243 h 766611"/>
              <a:gd name="connsiteX347" fmla="*/ 3206633 w 3521106"/>
              <a:gd name="connsiteY347" fmla="*/ 221016 h 766611"/>
              <a:gd name="connsiteX348" fmla="*/ 3233154 w 3521106"/>
              <a:gd name="connsiteY348" fmla="*/ 221016 h 766611"/>
              <a:gd name="connsiteX349" fmla="*/ 3233154 w 3521106"/>
              <a:gd name="connsiteY349" fmla="*/ 195757 h 766611"/>
              <a:gd name="connsiteX350" fmla="*/ 3327876 w 3521106"/>
              <a:gd name="connsiteY350" fmla="*/ 217228 h 766611"/>
              <a:gd name="connsiteX351" fmla="*/ 3307669 w 3521106"/>
              <a:gd name="connsiteY351" fmla="*/ 198283 h 766611"/>
              <a:gd name="connsiteX352" fmla="*/ 3300091 w 3521106"/>
              <a:gd name="connsiteY352" fmla="*/ 171761 h 766611"/>
              <a:gd name="connsiteX353" fmla="*/ 3307669 w 3521106"/>
              <a:gd name="connsiteY353" fmla="*/ 145239 h 766611"/>
              <a:gd name="connsiteX354" fmla="*/ 3327876 w 3521106"/>
              <a:gd name="connsiteY354" fmla="*/ 126295 h 766611"/>
              <a:gd name="connsiteX355" fmla="*/ 3355661 w 3521106"/>
              <a:gd name="connsiteY355" fmla="*/ 118717 h 766611"/>
              <a:gd name="connsiteX356" fmla="*/ 3383446 w 3521106"/>
              <a:gd name="connsiteY356" fmla="*/ 126295 h 766611"/>
              <a:gd name="connsiteX357" fmla="*/ 3403653 w 3521106"/>
              <a:gd name="connsiteY357" fmla="*/ 145239 h 766611"/>
              <a:gd name="connsiteX358" fmla="*/ 3411230 w 3521106"/>
              <a:gd name="connsiteY358" fmla="*/ 171761 h 766611"/>
              <a:gd name="connsiteX359" fmla="*/ 3403653 w 3521106"/>
              <a:gd name="connsiteY359" fmla="*/ 198283 h 766611"/>
              <a:gd name="connsiteX360" fmla="*/ 3383446 w 3521106"/>
              <a:gd name="connsiteY360" fmla="*/ 217228 h 766611"/>
              <a:gd name="connsiteX361" fmla="*/ 3355661 w 3521106"/>
              <a:gd name="connsiteY361" fmla="*/ 224805 h 766611"/>
              <a:gd name="connsiteX362" fmla="*/ 3327876 w 3521106"/>
              <a:gd name="connsiteY362" fmla="*/ 217228 h 766611"/>
              <a:gd name="connsiteX363" fmla="*/ 3370816 w 3521106"/>
              <a:gd name="connsiteY363" fmla="*/ 195757 h 766611"/>
              <a:gd name="connsiteX364" fmla="*/ 3380920 w 3521106"/>
              <a:gd name="connsiteY364" fmla="*/ 185654 h 766611"/>
              <a:gd name="connsiteX365" fmla="*/ 3384708 w 3521106"/>
              <a:gd name="connsiteY365" fmla="*/ 171761 h 766611"/>
              <a:gd name="connsiteX366" fmla="*/ 3380920 w 3521106"/>
              <a:gd name="connsiteY366" fmla="*/ 157869 h 766611"/>
              <a:gd name="connsiteX367" fmla="*/ 3370816 w 3521106"/>
              <a:gd name="connsiteY367" fmla="*/ 147765 h 766611"/>
              <a:gd name="connsiteX368" fmla="*/ 3356923 w 3521106"/>
              <a:gd name="connsiteY368" fmla="*/ 143976 h 766611"/>
              <a:gd name="connsiteX369" fmla="*/ 3343031 w 3521106"/>
              <a:gd name="connsiteY369" fmla="*/ 147765 h 766611"/>
              <a:gd name="connsiteX370" fmla="*/ 3332928 w 3521106"/>
              <a:gd name="connsiteY370" fmla="*/ 157869 h 766611"/>
              <a:gd name="connsiteX371" fmla="*/ 3329138 w 3521106"/>
              <a:gd name="connsiteY371" fmla="*/ 171761 h 766611"/>
              <a:gd name="connsiteX372" fmla="*/ 3332928 w 3521106"/>
              <a:gd name="connsiteY372" fmla="*/ 185654 h 766611"/>
              <a:gd name="connsiteX373" fmla="*/ 3343031 w 3521106"/>
              <a:gd name="connsiteY373" fmla="*/ 195757 h 766611"/>
              <a:gd name="connsiteX374" fmla="*/ 3356923 w 3521106"/>
              <a:gd name="connsiteY374" fmla="*/ 199546 h 766611"/>
              <a:gd name="connsiteX375" fmla="*/ 3370816 w 3521106"/>
              <a:gd name="connsiteY375" fmla="*/ 195757 h 766611"/>
              <a:gd name="connsiteX376" fmla="*/ 3452908 w 3521106"/>
              <a:gd name="connsiteY376" fmla="*/ 222279 h 766611"/>
              <a:gd name="connsiteX377" fmla="*/ 3428912 w 3521106"/>
              <a:gd name="connsiteY377" fmla="*/ 222279 h 766611"/>
              <a:gd name="connsiteX378" fmla="*/ 3428912 w 3521106"/>
              <a:gd name="connsiteY378" fmla="*/ 122506 h 766611"/>
              <a:gd name="connsiteX379" fmla="*/ 3455433 w 3521106"/>
              <a:gd name="connsiteY379" fmla="*/ 122506 h 766611"/>
              <a:gd name="connsiteX380" fmla="*/ 3455433 w 3521106"/>
              <a:gd name="connsiteY380" fmla="*/ 176813 h 766611"/>
              <a:gd name="connsiteX381" fmla="*/ 3455433 w 3521106"/>
              <a:gd name="connsiteY381" fmla="*/ 176813 h 766611"/>
              <a:gd name="connsiteX382" fmla="*/ 3497111 w 3521106"/>
              <a:gd name="connsiteY382" fmla="*/ 122506 h 766611"/>
              <a:gd name="connsiteX383" fmla="*/ 3521107 w 3521106"/>
              <a:gd name="connsiteY383" fmla="*/ 122506 h 766611"/>
              <a:gd name="connsiteX384" fmla="*/ 3521107 w 3521106"/>
              <a:gd name="connsiteY384" fmla="*/ 222279 h 766611"/>
              <a:gd name="connsiteX385" fmla="*/ 3494585 w 3521106"/>
              <a:gd name="connsiteY385" fmla="*/ 222279 h 766611"/>
              <a:gd name="connsiteX386" fmla="*/ 3494585 w 3521106"/>
              <a:gd name="connsiteY386" fmla="*/ 167972 h 766611"/>
              <a:gd name="connsiteX387" fmla="*/ 3494585 w 3521106"/>
              <a:gd name="connsiteY387" fmla="*/ 167972 h 766611"/>
              <a:gd name="connsiteX388" fmla="*/ 3452908 w 3521106"/>
              <a:gd name="connsiteY388" fmla="*/ 222279 h 766611"/>
              <a:gd name="connsiteX389" fmla="*/ 3456697 w 3521106"/>
              <a:gd name="connsiteY389" fmla="*/ 104825 h 766611"/>
              <a:gd name="connsiteX390" fmla="*/ 3449119 w 3521106"/>
              <a:gd name="connsiteY390" fmla="*/ 87144 h 766611"/>
              <a:gd name="connsiteX391" fmla="*/ 3466800 w 3521106"/>
              <a:gd name="connsiteY391" fmla="*/ 87144 h 766611"/>
              <a:gd name="connsiteX392" fmla="*/ 3469326 w 3521106"/>
              <a:gd name="connsiteY392" fmla="*/ 93458 h 766611"/>
              <a:gd name="connsiteX393" fmla="*/ 3475641 w 3521106"/>
              <a:gd name="connsiteY393" fmla="*/ 95984 h 766611"/>
              <a:gd name="connsiteX394" fmla="*/ 3481956 w 3521106"/>
              <a:gd name="connsiteY394" fmla="*/ 93458 h 766611"/>
              <a:gd name="connsiteX395" fmla="*/ 3484482 w 3521106"/>
              <a:gd name="connsiteY395" fmla="*/ 87144 h 766611"/>
              <a:gd name="connsiteX396" fmla="*/ 3502163 w 3521106"/>
              <a:gd name="connsiteY396" fmla="*/ 87144 h 766611"/>
              <a:gd name="connsiteX397" fmla="*/ 3495848 w 3521106"/>
              <a:gd name="connsiteY397" fmla="*/ 104825 h 766611"/>
              <a:gd name="connsiteX398" fmla="*/ 3476904 w 3521106"/>
              <a:gd name="connsiteY398" fmla="*/ 111140 h 766611"/>
              <a:gd name="connsiteX399" fmla="*/ 3456697 w 3521106"/>
              <a:gd name="connsiteY399" fmla="*/ 104825 h 766611"/>
              <a:gd name="connsiteX400" fmla="*/ 942161 w 3521106"/>
              <a:gd name="connsiteY400" fmla="*/ 318264 h 766611"/>
              <a:gd name="connsiteX401" fmla="*/ 977524 w 3521106"/>
              <a:gd name="connsiteY401" fmla="*/ 318264 h 766611"/>
              <a:gd name="connsiteX402" fmla="*/ 977524 w 3521106"/>
              <a:gd name="connsiteY402" fmla="*/ 392778 h 766611"/>
              <a:gd name="connsiteX403" fmla="*/ 1004046 w 3521106"/>
              <a:gd name="connsiteY403" fmla="*/ 392778 h 766611"/>
              <a:gd name="connsiteX404" fmla="*/ 1004046 w 3521106"/>
              <a:gd name="connsiteY404" fmla="*/ 293005 h 766611"/>
              <a:gd name="connsiteX405" fmla="*/ 915639 w 3521106"/>
              <a:gd name="connsiteY405" fmla="*/ 293005 h 766611"/>
              <a:gd name="connsiteX406" fmla="*/ 915639 w 3521106"/>
              <a:gd name="connsiteY406" fmla="*/ 392778 h 766611"/>
              <a:gd name="connsiteX407" fmla="*/ 942161 w 3521106"/>
              <a:gd name="connsiteY407" fmla="*/ 392778 h 766611"/>
              <a:gd name="connsiteX408" fmla="*/ 942161 w 3521106"/>
              <a:gd name="connsiteY408" fmla="*/ 318264 h 766611"/>
              <a:gd name="connsiteX409" fmla="*/ 1048249 w 3521106"/>
              <a:gd name="connsiteY409" fmla="*/ 387726 h 766611"/>
              <a:gd name="connsiteX410" fmla="*/ 1028042 w 3521106"/>
              <a:gd name="connsiteY410" fmla="*/ 368782 h 766611"/>
              <a:gd name="connsiteX411" fmla="*/ 1020464 w 3521106"/>
              <a:gd name="connsiteY411" fmla="*/ 342260 h 766611"/>
              <a:gd name="connsiteX412" fmla="*/ 1028042 w 3521106"/>
              <a:gd name="connsiteY412" fmla="*/ 315738 h 766611"/>
              <a:gd name="connsiteX413" fmla="*/ 1048249 w 3521106"/>
              <a:gd name="connsiteY413" fmla="*/ 296793 h 766611"/>
              <a:gd name="connsiteX414" fmla="*/ 1076034 w 3521106"/>
              <a:gd name="connsiteY414" fmla="*/ 289216 h 766611"/>
              <a:gd name="connsiteX415" fmla="*/ 1103819 w 3521106"/>
              <a:gd name="connsiteY415" fmla="*/ 296793 h 766611"/>
              <a:gd name="connsiteX416" fmla="*/ 1124026 w 3521106"/>
              <a:gd name="connsiteY416" fmla="*/ 315738 h 766611"/>
              <a:gd name="connsiteX417" fmla="*/ 1131604 w 3521106"/>
              <a:gd name="connsiteY417" fmla="*/ 342260 h 766611"/>
              <a:gd name="connsiteX418" fmla="*/ 1124026 w 3521106"/>
              <a:gd name="connsiteY418" fmla="*/ 368782 h 766611"/>
              <a:gd name="connsiteX419" fmla="*/ 1103819 w 3521106"/>
              <a:gd name="connsiteY419" fmla="*/ 387726 h 766611"/>
              <a:gd name="connsiteX420" fmla="*/ 1076034 w 3521106"/>
              <a:gd name="connsiteY420" fmla="*/ 395304 h 766611"/>
              <a:gd name="connsiteX421" fmla="*/ 1048249 w 3521106"/>
              <a:gd name="connsiteY421" fmla="*/ 387726 h 766611"/>
              <a:gd name="connsiteX422" fmla="*/ 1091190 w 3521106"/>
              <a:gd name="connsiteY422" fmla="*/ 366256 h 766611"/>
              <a:gd name="connsiteX423" fmla="*/ 1101293 w 3521106"/>
              <a:gd name="connsiteY423" fmla="*/ 356152 h 766611"/>
              <a:gd name="connsiteX424" fmla="*/ 1105082 w 3521106"/>
              <a:gd name="connsiteY424" fmla="*/ 342260 h 766611"/>
              <a:gd name="connsiteX425" fmla="*/ 1101293 w 3521106"/>
              <a:gd name="connsiteY425" fmla="*/ 328367 h 766611"/>
              <a:gd name="connsiteX426" fmla="*/ 1091190 w 3521106"/>
              <a:gd name="connsiteY426" fmla="*/ 318264 h 766611"/>
              <a:gd name="connsiteX427" fmla="*/ 1077297 w 3521106"/>
              <a:gd name="connsiteY427" fmla="*/ 314475 h 766611"/>
              <a:gd name="connsiteX428" fmla="*/ 1063405 w 3521106"/>
              <a:gd name="connsiteY428" fmla="*/ 318264 h 766611"/>
              <a:gd name="connsiteX429" fmla="*/ 1053301 w 3521106"/>
              <a:gd name="connsiteY429" fmla="*/ 328367 h 766611"/>
              <a:gd name="connsiteX430" fmla="*/ 1049512 w 3521106"/>
              <a:gd name="connsiteY430" fmla="*/ 342260 h 766611"/>
              <a:gd name="connsiteX431" fmla="*/ 1053301 w 3521106"/>
              <a:gd name="connsiteY431" fmla="*/ 356152 h 766611"/>
              <a:gd name="connsiteX432" fmla="*/ 1063405 w 3521106"/>
              <a:gd name="connsiteY432" fmla="*/ 366256 h 766611"/>
              <a:gd name="connsiteX433" fmla="*/ 1077297 w 3521106"/>
              <a:gd name="connsiteY433" fmla="*/ 370045 h 766611"/>
              <a:gd name="connsiteX434" fmla="*/ 1091190 w 3521106"/>
              <a:gd name="connsiteY434" fmla="*/ 366256 h 766611"/>
              <a:gd name="connsiteX435" fmla="*/ 1156863 w 3521106"/>
              <a:gd name="connsiteY435" fmla="*/ 324578 h 766611"/>
              <a:gd name="connsiteX436" fmla="*/ 1154337 w 3521106"/>
              <a:gd name="connsiteY436" fmla="*/ 352363 h 766611"/>
              <a:gd name="connsiteX437" fmla="*/ 1149285 w 3521106"/>
              <a:gd name="connsiteY437" fmla="*/ 366256 h 766611"/>
              <a:gd name="connsiteX438" fmla="*/ 1141708 w 3521106"/>
              <a:gd name="connsiteY438" fmla="*/ 370045 h 766611"/>
              <a:gd name="connsiteX439" fmla="*/ 1135393 w 3521106"/>
              <a:gd name="connsiteY439" fmla="*/ 368782 h 766611"/>
              <a:gd name="connsiteX440" fmla="*/ 1135393 w 3521106"/>
              <a:gd name="connsiteY440" fmla="*/ 394041 h 766611"/>
              <a:gd name="connsiteX441" fmla="*/ 1141708 w 3521106"/>
              <a:gd name="connsiteY441" fmla="*/ 396567 h 766611"/>
              <a:gd name="connsiteX442" fmla="*/ 1149285 w 3521106"/>
              <a:gd name="connsiteY442" fmla="*/ 397830 h 766611"/>
              <a:gd name="connsiteX443" fmla="*/ 1168230 w 3521106"/>
              <a:gd name="connsiteY443" fmla="*/ 391515 h 766611"/>
              <a:gd name="connsiteX444" fmla="*/ 1179596 w 3521106"/>
              <a:gd name="connsiteY444" fmla="*/ 370045 h 766611"/>
              <a:gd name="connsiteX445" fmla="*/ 1184648 w 3521106"/>
              <a:gd name="connsiteY445" fmla="*/ 327104 h 766611"/>
              <a:gd name="connsiteX446" fmla="*/ 1184648 w 3521106"/>
              <a:gd name="connsiteY446" fmla="*/ 320790 h 766611"/>
              <a:gd name="connsiteX447" fmla="*/ 1207381 w 3521106"/>
              <a:gd name="connsiteY447" fmla="*/ 320790 h 766611"/>
              <a:gd name="connsiteX448" fmla="*/ 1207381 w 3521106"/>
              <a:gd name="connsiteY448" fmla="*/ 395304 h 766611"/>
              <a:gd name="connsiteX449" fmla="*/ 1233903 w 3521106"/>
              <a:gd name="connsiteY449" fmla="*/ 395304 h 766611"/>
              <a:gd name="connsiteX450" fmla="*/ 1233903 w 3521106"/>
              <a:gd name="connsiteY450" fmla="*/ 295531 h 766611"/>
              <a:gd name="connsiteX451" fmla="*/ 1158126 w 3521106"/>
              <a:gd name="connsiteY451" fmla="*/ 295531 h 766611"/>
              <a:gd name="connsiteX452" fmla="*/ 1156863 w 3521106"/>
              <a:gd name="connsiteY452" fmla="*/ 324578 h 766611"/>
              <a:gd name="connsiteX453" fmla="*/ 1321046 w 3521106"/>
              <a:gd name="connsiteY453" fmla="*/ 337208 h 766611"/>
              <a:gd name="connsiteX454" fmla="*/ 1321046 w 3521106"/>
              <a:gd name="connsiteY454" fmla="*/ 337208 h 766611"/>
              <a:gd name="connsiteX455" fmla="*/ 1321046 w 3521106"/>
              <a:gd name="connsiteY455" fmla="*/ 391515 h 766611"/>
              <a:gd name="connsiteX456" fmla="*/ 1347569 w 3521106"/>
              <a:gd name="connsiteY456" fmla="*/ 391515 h 766611"/>
              <a:gd name="connsiteX457" fmla="*/ 1347569 w 3521106"/>
              <a:gd name="connsiteY457" fmla="*/ 291742 h 766611"/>
              <a:gd name="connsiteX458" fmla="*/ 1323572 w 3521106"/>
              <a:gd name="connsiteY458" fmla="*/ 291742 h 766611"/>
              <a:gd name="connsiteX459" fmla="*/ 1281895 w 3521106"/>
              <a:gd name="connsiteY459" fmla="*/ 346049 h 766611"/>
              <a:gd name="connsiteX460" fmla="*/ 1281895 w 3521106"/>
              <a:gd name="connsiteY460" fmla="*/ 346049 h 766611"/>
              <a:gd name="connsiteX461" fmla="*/ 1281895 w 3521106"/>
              <a:gd name="connsiteY461" fmla="*/ 291742 h 766611"/>
              <a:gd name="connsiteX462" fmla="*/ 1255374 w 3521106"/>
              <a:gd name="connsiteY462" fmla="*/ 291742 h 766611"/>
              <a:gd name="connsiteX463" fmla="*/ 1255374 w 3521106"/>
              <a:gd name="connsiteY463" fmla="*/ 391515 h 766611"/>
              <a:gd name="connsiteX464" fmla="*/ 1279369 w 3521106"/>
              <a:gd name="connsiteY464" fmla="*/ 391515 h 766611"/>
              <a:gd name="connsiteX465" fmla="*/ 1321046 w 3521106"/>
              <a:gd name="connsiteY465" fmla="*/ 337208 h 766611"/>
              <a:gd name="connsiteX466" fmla="*/ 1418294 w 3521106"/>
              <a:gd name="connsiteY466" fmla="*/ 318264 h 766611"/>
              <a:gd name="connsiteX467" fmla="*/ 1446079 w 3521106"/>
              <a:gd name="connsiteY467" fmla="*/ 318264 h 766611"/>
              <a:gd name="connsiteX468" fmla="*/ 1446079 w 3521106"/>
              <a:gd name="connsiteY468" fmla="*/ 293005 h 766611"/>
              <a:gd name="connsiteX469" fmla="*/ 1363987 w 3521106"/>
              <a:gd name="connsiteY469" fmla="*/ 293005 h 766611"/>
              <a:gd name="connsiteX470" fmla="*/ 1363987 w 3521106"/>
              <a:gd name="connsiteY470" fmla="*/ 318264 h 766611"/>
              <a:gd name="connsiteX471" fmla="*/ 1391772 w 3521106"/>
              <a:gd name="connsiteY471" fmla="*/ 318264 h 766611"/>
              <a:gd name="connsiteX472" fmla="*/ 1391772 w 3521106"/>
              <a:gd name="connsiteY472" fmla="*/ 392778 h 766611"/>
              <a:gd name="connsiteX473" fmla="*/ 1418294 w 3521106"/>
              <a:gd name="connsiteY473" fmla="*/ 392778 h 766611"/>
              <a:gd name="connsiteX474" fmla="*/ 1418294 w 3521106"/>
              <a:gd name="connsiteY474" fmla="*/ 318264 h 766611"/>
              <a:gd name="connsiteX475" fmla="*/ 1525645 w 3521106"/>
              <a:gd name="connsiteY475" fmla="*/ 337208 h 766611"/>
              <a:gd name="connsiteX476" fmla="*/ 1525645 w 3521106"/>
              <a:gd name="connsiteY476" fmla="*/ 337208 h 766611"/>
              <a:gd name="connsiteX477" fmla="*/ 1525645 w 3521106"/>
              <a:gd name="connsiteY477" fmla="*/ 391515 h 766611"/>
              <a:gd name="connsiteX478" fmla="*/ 1552167 w 3521106"/>
              <a:gd name="connsiteY478" fmla="*/ 391515 h 766611"/>
              <a:gd name="connsiteX479" fmla="*/ 1552167 w 3521106"/>
              <a:gd name="connsiteY479" fmla="*/ 291742 h 766611"/>
              <a:gd name="connsiteX480" fmla="*/ 1528171 w 3521106"/>
              <a:gd name="connsiteY480" fmla="*/ 291742 h 766611"/>
              <a:gd name="connsiteX481" fmla="*/ 1486493 w 3521106"/>
              <a:gd name="connsiteY481" fmla="*/ 346049 h 766611"/>
              <a:gd name="connsiteX482" fmla="*/ 1486493 w 3521106"/>
              <a:gd name="connsiteY482" fmla="*/ 346049 h 766611"/>
              <a:gd name="connsiteX483" fmla="*/ 1486493 w 3521106"/>
              <a:gd name="connsiteY483" fmla="*/ 291742 h 766611"/>
              <a:gd name="connsiteX484" fmla="*/ 1459971 w 3521106"/>
              <a:gd name="connsiteY484" fmla="*/ 291742 h 766611"/>
              <a:gd name="connsiteX485" fmla="*/ 1459971 w 3521106"/>
              <a:gd name="connsiteY485" fmla="*/ 391515 h 766611"/>
              <a:gd name="connsiteX486" fmla="*/ 1483967 w 3521106"/>
              <a:gd name="connsiteY486" fmla="*/ 391515 h 766611"/>
              <a:gd name="connsiteX487" fmla="*/ 1525645 w 3521106"/>
              <a:gd name="connsiteY487" fmla="*/ 337208 h 766611"/>
              <a:gd name="connsiteX488" fmla="*/ 1602685 w 3521106"/>
              <a:gd name="connsiteY488" fmla="*/ 366256 h 766611"/>
              <a:gd name="connsiteX489" fmla="*/ 1612788 w 3521106"/>
              <a:gd name="connsiteY489" fmla="*/ 353626 h 766611"/>
              <a:gd name="connsiteX490" fmla="*/ 1638047 w 3521106"/>
              <a:gd name="connsiteY490" fmla="*/ 391515 h 766611"/>
              <a:gd name="connsiteX491" fmla="*/ 1669621 w 3521106"/>
              <a:gd name="connsiteY491" fmla="*/ 391515 h 766611"/>
              <a:gd name="connsiteX492" fmla="*/ 1631733 w 3521106"/>
              <a:gd name="connsiteY492" fmla="*/ 333419 h 766611"/>
              <a:gd name="connsiteX493" fmla="*/ 1667095 w 3521106"/>
              <a:gd name="connsiteY493" fmla="*/ 291742 h 766611"/>
              <a:gd name="connsiteX494" fmla="*/ 1635521 w 3521106"/>
              <a:gd name="connsiteY494" fmla="*/ 291742 h 766611"/>
              <a:gd name="connsiteX495" fmla="*/ 1602685 w 3521106"/>
              <a:gd name="connsiteY495" fmla="*/ 329630 h 766611"/>
              <a:gd name="connsiteX496" fmla="*/ 1602685 w 3521106"/>
              <a:gd name="connsiteY496" fmla="*/ 291742 h 766611"/>
              <a:gd name="connsiteX497" fmla="*/ 1576163 w 3521106"/>
              <a:gd name="connsiteY497" fmla="*/ 291742 h 766611"/>
              <a:gd name="connsiteX498" fmla="*/ 1576163 w 3521106"/>
              <a:gd name="connsiteY498" fmla="*/ 391515 h 766611"/>
              <a:gd name="connsiteX499" fmla="*/ 1602685 w 3521106"/>
              <a:gd name="connsiteY499" fmla="*/ 391515 h 766611"/>
              <a:gd name="connsiteX500" fmla="*/ 1602685 w 3521106"/>
              <a:gd name="connsiteY500" fmla="*/ 366256 h 766611"/>
              <a:gd name="connsiteX501" fmla="*/ 1746661 w 3521106"/>
              <a:gd name="connsiteY501" fmla="*/ 337208 h 766611"/>
              <a:gd name="connsiteX502" fmla="*/ 1746661 w 3521106"/>
              <a:gd name="connsiteY502" fmla="*/ 337208 h 766611"/>
              <a:gd name="connsiteX503" fmla="*/ 1746661 w 3521106"/>
              <a:gd name="connsiteY503" fmla="*/ 391515 h 766611"/>
              <a:gd name="connsiteX504" fmla="*/ 1773183 w 3521106"/>
              <a:gd name="connsiteY504" fmla="*/ 391515 h 766611"/>
              <a:gd name="connsiteX505" fmla="*/ 1773183 w 3521106"/>
              <a:gd name="connsiteY505" fmla="*/ 291742 h 766611"/>
              <a:gd name="connsiteX506" fmla="*/ 1749187 w 3521106"/>
              <a:gd name="connsiteY506" fmla="*/ 291742 h 766611"/>
              <a:gd name="connsiteX507" fmla="*/ 1707510 w 3521106"/>
              <a:gd name="connsiteY507" fmla="*/ 346049 h 766611"/>
              <a:gd name="connsiteX508" fmla="*/ 1707510 w 3521106"/>
              <a:gd name="connsiteY508" fmla="*/ 346049 h 766611"/>
              <a:gd name="connsiteX509" fmla="*/ 1707510 w 3521106"/>
              <a:gd name="connsiteY509" fmla="*/ 291742 h 766611"/>
              <a:gd name="connsiteX510" fmla="*/ 1680987 w 3521106"/>
              <a:gd name="connsiteY510" fmla="*/ 291742 h 766611"/>
              <a:gd name="connsiteX511" fmla="*/ 1680987 w 3521106"/>
              <a:gd name="connsiteY511" fmla="*/ 391515 h 766611"/>
              <a:gd name="connsiteX512" fmla="*/ 1704984 w 3521106"/>
              <a:gd name="connsiteY512" fmla="*/ 391515 h 766611"/>
              <a:gd name="connsiteX513" fmla="*/ 1746661 w 3521106"/>
              <a:gd name="connsiteY513" fmla="*/ 337208 h 766611"/>
              <a:gd name="connsiteX514" fmla="*/ 1895689 w 3521106"/>
              <a:gd name="connsiteY514" fmla="*/ 337208 h 766611"/>
              <a:gd name="connsiteX515" fmla="*/ 1895689 w 3521106"/>
              <a:gd name="connsiteY515" fmla="*/ 337208 h 766611"/>
              <a:gd name="connsiteX516" fmla="*/ 1895689 w 3521106"/>
              <a:gd name="connsiteY516" fmla="*/ 391515 h 766611"/>
              <a:gd name="connsiteX517" fmla="*/ 1922211 w 3521106"/>
              <a:gd name="connsiteY517" fmla="*/ 391515 h 766611"/>
              <a:gd name="connsiteX518" fmla="*/ 1922211 w 3521106"/>
              <a:gd name="connsiteY518" fmla="*/ 291742 h 766611"/>
              <a:gd name="connsiteX519" fmla="*/ 1898215 w 3521106"/>
              <a:gd name="connsiteY519" fmla="*/ 291742 h 766611"/>
              <a:gd name="connsiteX520" fmla="*/ 1856538 w 3521106"/>
              <a:gd name="connsiteY520" fmla="*/ 346049 h 766611"/>
              <a:gd name="connsiteX521" fmla="*/ 1856538 w 3521106"/>
              <a:gd name="connsiteY521" fmla="*/ 346049 h 766611"/>
              <a:gd name="connsiteX522" fmla="*/ 1856538 w 3521106"/>
              <a:gd name="connsiteY522" fmla="*/ 291742 h 766611"/>
              <a:gd name="connsiteX523" fmla="*/ 1830016 w 3521106"/>
              <a:gd name="connsiteY523" fmla="*/ 291742 h 766611"/>
              <a:gd name="connsiteX524" fmla="*/ 1830016 w 3521106"/>
              <a:gd name="connsiteY524" fmla="*/ 391515 h 766611"/>
              <a:gd name="connsiteX525" fmla="*/ 1854012 w 3521106"/>
              <a:gd name="connsiteY525" fmla="*/ 391515 h 766611"/>
              <a:gd name="connsiteX526" fmla="*/ 1895689 w 3521106"/>
              <a:gd name="connsiteY526" fmla="*/ 337208 h 766611"/>
              <a:gd name="connsiteX527" fmla="*/ 1977781 w 3521106"/>
              <a:gd name="connsiteY527" fmla="*/ 392778 h 766611"/>
              <a:gd name="connsiteX528" fmla="*/ 1977781 w 3521106"/>
              <a:gd name="connsiteY528" fmla="*/ 293005 h 766611"/>
              <a:gd name="connsiteX529" fmla="*/ 2021984 w 3521106"/>
              <a:gd name="connsiteY529" fmla="*/ 293005 h 766611"/>
              <a:gd name="connsiteX530" fmla="*/ 2040928 w 3521106"/>
              <a:gd name="connsiteY530" fmla="*/ 298056 h 766611"/>
              <a:gd name="connsiteX531" fmla="*/ 2053558 w 3521106"/>
              <a:gd name="connsiteY531" fmla="*/ 310686 h 766611"/>
              <a:gd name="connsiteX532" fmla="*/ 2058610 w 3521106"/>
              <a:gd name="connsiteY532" fmla="*/ 328367 h 766611"/>
              <a:gd name="connsiteX533" fmla="*/ 2053558 w 3521106"/>
              <a:gd name="connsiteY533" fmla="*/ 346049 h 766611"/>
              <a:gd name="connsiteX534" fmla="*/ 2040928 w 3521106"/>
              <a:gd name="connsiteY534" fmla="*/ 358678 h 766611"/>
              <a:gd name="connsiteX535" fmla="*/ 2021984 w 3521106"/>
              <a:gd name="connsiteY535" fmla="*/ 363730 h 766611"/>
              <a:gd name="connsiteX536" fmla="*/ 2004303 w 3521106"/>
              <a:gd name="connsiteY536" fmla="*/ 363730 h 766611"/>
              <a:gd name="connsiteX537" fmla="*/ 2004303 w 3521106"/>
              <a:gd name="connsiteY537" fmla="*/ 394041 h 766611"/>
              <a:gd name="connsiteX538" fmla="*/ 1977781 w 3521106"/>
              <a:gd name="connsiteY538" fmla="*/ 394041 h 766611"/>
              <a:gd name="connsiteX539" fmla="*/ 2021984 w 3521106"/>
              <a:gd name="connsiteY539" fmla="*/ 338471 h 766611"/>
              <a:gd name="connsiteX540" fmla="*/ 2029562 w 3521106"/>
              <a:gd name="connsiteY540" fmla="*/ 334682 h 766611"/>
              <a:gd name="connsiteX541" fmla="*/ 2033351 w 3521106"/>
              <a:gd name="connsiteY541" fmla="*/ 327104 h 766611"/>
              <a:gd name="connsiteX542" fmla="*/ 2029562 w 3521106"/>
              <a:gd name="connsiteY542" fmla="*/ 319527 h 766611"/>
              <a:gd name="connsiteX543" fmla="*/ 2021984 w 3521106"/>
              <a:gd name="connsiteY543" fmla="*/ 315738 h 766611"/>
              <a:gd name="connsiteX544" fmla="*/ 2005566 w 3521106"/>
              <a:gd name="connsiteY544" fmla="*/ 315738 h 766611"/>
              <a:gd name="connsiteX545" fmla="*/ 2005566 w 3521106"/>
              <a:gd name="connsiteY545" fmla="*/ 337208 h 766611"/>
              <a:gd name="connsiteX546" fmla="*/ 2021984 w 3521106"/>
              <a:gd name="connsiteY546" fmla="*/ 337208 h 766611"/>
              <a:gd name="connsiteX547" fmla="*/ 2087658 w 3521106"/>
              <a:gd name="connsiteY547" fmla="*/ 392778 h 766611"/>
              <a:gd name="connsiteX548" fmla="*/ 2058610 w 3521106"/>
              <a:gd name="connsiteY548" fmla="*/ 392778 h 766611"/>
              <a:gd name="connsiteX549" fmla="*/ 2096498 w 3521106"/>
              <a:gd name="connsiteY549" fmla="*/ 293005 h 766611"/>
              <a:gd name="connsiteX550" fmla="*/ 2126810 w 3521106"/>
              <a:gd name="connsiteY550" fmla="*/ 293005 h 766611"/>
              <a:gd name="connsiteX551" fmla="*/ 2164698 w 3521106"/>
              <a:gd name="connsiteY551" fmla="*/ 392778 h 766611"/>
              <a:gd name="connsiteX552" fmla="*/ 2135650 w 3521106"/>
              <a:gd name="connsiteY552" fmla="*/ 392778 h 766611"/>
              <a:gd name="connsiteX553" fmla="*/ 2129335 w 3521106"/>
              <a:gd name="connsiteY553" fmla="*/ 373833 h 766611"/>
              <a:gd name="connsiteX554" fmla="*/ 2095236 w 3521106"/>
              <a:gd name="connsiteY554" fmla="*/ 373833 h 766611"/>
              <a:gd name="connsiteX555" fmla="*/ 2087658 w 3521106"/>
              <a:gd name="connsiteY555" fmla="*/ 392778 h 766611"/>
              <a:gd name="connsiteX556" fmla="*/ 2110391 w 3521106"/>
              <a:gd name="connsiteY556" fmla="*/ 318264 h 766611"/>
              <a:gd name="connsiteX557" fmla="*/ 2100287 w 3521106"/>
              <a:gd name="connsiteY557" fmla="*/ 351100 h 766611"/>
              <a:gd name="connsiteX558" fmla="*/ 2121758 w 3521106"/>
              <a:gd name="connsiteY558" fmla="*/ 351100 h 766611"/>
              <a:gd name="connsiteX559" fmla="*/ 2110391 w 3521106"/>
              <a:gd name="connsiteY559" fmla="*/ 318264 h 766611"/>
              <a:gd name="connsiteX560" fmla="*/ 2110391 w 3521106"/>
              <a:gd name="connsiteY560" fmla="*/ 318264 h 766611"/>
              <a:gd name="connsiteX561" fmla="*/ 2182379 w 3521106"/>
              <a:gd name="connsiteY561" fmla="*/ 390252 h 766611"/>
              <a:gd name="connsiteX562" fmla="*/ 2206375 w 3521106"/>
              <a:gd name="connsiteY562" fmla="*/ 395304 h 766611"/>
              <a:gd name="connsiteX563" fmla="*/ 2229108 w 3521106"/>
              <a:gd name="connsiteY563" fmla="*/ 391515 h 766611"/>
              <a:gd name="connsiteX564" fmla="*/ 2243001 w 3521106"/>
              <a:gd name="connsiteY564" fmla="*/ 380148 h 766611"/>
              <a:gd name="connsiteX565" fmla="*/ 2248053 w 3521106"/>
              <a:gd name="connsiteY565" fmla="*/ 364993 h 766611"/>
              <a:gd name="connsiteX566" fmla="*/ 2245527 w 3521106"/>
              <a:gd name="connsiteY566" fmla="*/ 353626 h 766611"/>
              <a:gd name="connsiteX567" fmla="*/ 2237949 w 3521106"/>
              <a:gd name="connsiteY567" fmla="*/ 344786 h 766611"/>
              <a:gd name="connsiteX568" fmla="*/ 2227846 w 3521106"/>
              <a:gd name="connsiteY568" fmla="*/ 339734 h 766611"/>
              <a:gd name="connsiteX569" fmla="*/ 2240475 w 3521106"/>
              <a:gd name="connsiteY569" fmla="*/ 332156 h 766611"/>
              <a:gd name="connsiteX570" fmla="*/ 2245527 w 3521106"/>
              <a:gd name="connsiteY570" fmla="*/ 318264 h 766611"/>
              <a:gd name="connsiteX571" fmla="*/ 2240475 w 3521106"/>
              <a:gd name="connsiteY571" fmla="*/ 304371 h 766611"/>
              <a:gd name="connsiteX572" fmla="*/ 2227846 w 3521106"/>
              <a:gd name="connsiteY572" fmla="*/ 294268 h 766611"/>
              <a:gd name="connsiteX573" fmla="*/ 2207638 w 3521106"/>
              <a:gd name="connsiteY573" fmla="*/ 290479 h 766611"/>
              <a:gd name="connsiteX574" fmla="*/ 2186168 w 3521106"/>
              <a:gd name="connsiteY574" fmla="*/ 295531 h 766611"/>
              <a:gd name="connsiteX575" fmla="*/ 2171013 w 3521106"/>
              <a:gd name="connsiteY575" fmla="*/ 305634 h 766611"/>
              <a:gd name="connsiteX576" fmla="*/ 2186168 w 3521106"/>
              <a:gd name="connsiteY576" fmla="*/ 323315 h 766611"/>
              <a:gd name="connsiteX577" fmla="*/ 2193746 w 3521106"/>
              <a:gd name="connsiteY577" fmla="*/ 318264 h 766611"/>
              <a:gd name="connsiteX578" fmla="*/ 2203849 w 3521106"/>
              <a:gd name="connsiteY578" fmla="*/ 315738 h 766611"/>
              <a:gd name="connsiteX579" fmla="*/ 2213953 w 3521106"/>
              <a:gd name="connsiteY579" fmla="*/ 318264 h 766611"/>
              <a:gd name="connsiteX580" fmla="*/ 2216479 w 3521106"/>
              <a:gd name="connsiteY580" fmla="*/ 324578 h 766611"/>
              <a:gd name="connsiteX581" fmla="*/ 2213953 w 3521106"/>
              <a:gd name="connsiteY581" fmla="*/ 329630 h 766611"/>
              <a:gd name="connsiteX582" fmla="*/ 2205112 w 3521106"/>
              <a:gd name="connsiteY582" fmla="*/ 332156 h 766611"/>
              <a:gd name="connsiteX583" fmla="*/ 2195009 w 3521106"/>
              <a:gd name="connsiteY583" fmla="*/ 332156 h 766611"/>
              <a:gd name="connsiteX584" fmla="*/ 2195009 w 3521106"/>
              <a:gd name="connsiteY584" fmla="*/ 353626 h 766611"/>
              <a:gd name="connsiteX585" fmla="*/ 2207638 w 3521106"/>
              <a:gd name="connsiteY585" fmla="*/ 353626 h 766611"/>
              <a:gd name="connsiteX586" fmla="*/ 2217742 w 3521106"/>
              <a:gd name="connsiteY586" fmla="*/ 356152 h 766611"/>
              <a:gd name="connsiteX587" fmla="*/ 2221531 w 3521106"/>
              <a:gd name="connsiteY587" fmla="*/ 362467 h 766611"/>
              <a:gd name="connsiteX588" fmla="*/ 2217742 w 3521106"/>
              <a:gd name="connsiteY588" fmla="*/ 368782 h 766611"/>
              <a:gd name="connsiteX589" fmla="*/ 2207638 w 3521106"/>
              <a:gd name="connsiteY589" fmla="*/ 371308 h 766611"/>
              <a:gd name="connsiteX590" fmla="*/ 2195009 w 3521106"/>
              <a:gd name="connsiteY590" fmla="*/ 368782 h 766611"/>
              <a:gd name="connsiteX591" fmla="*/ 2184905 w 3521106"/>
              <a:gd name="connsiteY591" fmla="*/ 362467 h 766611"/>
              <a:gd name="connsiteX592" fmla="*/ 2169750 w 3521106"/>
              <a:gd name="connsiteY592" fmla="*/ 380148 h 766611"/>
              <a:gd name="connsiteX593" fmla="*/ 2182379 w 3521106"/>
              <a:gd name="connsiteY593" fmla="*/ 390252 h 766611"/>
              <a:gd name="connsiteX594" fmla="*/ 2264471 w 3521106"/>
              <a:gd name="connsiteY594" fmla="*/ 392778 h 766611"/>
              <a:gd name="connsiteX595" fmla="*/ 2264471 w 3521106"/>
              <a:gd name="connsiteY595" fmla="*/ 293005 h 766611"/>
              <a:gd name="connsiteX596" fmla="*/ 2308674 w 3521106"/>
              <a:gd name="connsiteY596" fmla="*/ 293005 h 766611"/>
              <a:gd name="connsiteX597" fmla="*/ 2327618 w 3521106"/>
              <a:gd name="connsiteY597" fmla="*/ 296793 h 766611"/>
              <a:gd name="connsiteX598" fmla="*/ 2338985 w 3521106"/>
              <a:gd name="connsiteY598" fmla="*/ 305634 h 766611"/>
              <a:gd name="connsiteX599" fmla="*/ 2342774 w 3521106"/>
              <a:gd name="connsiteY599" fmla="*/ 318264 h 766611"/>
              <a:gd name="connsiteX600" fmla="*/ 2338985 w 3521106"/>
              <a:gd name="connsiteY600" fmla="*/ 330893 h 766611"/>
              <a:gd name="connsiteX601" fmla="*/ 2328882 w 3521106"/>
              <a:gd name="connsiteY601" fmla="*/ 338471 h 766611"/>
              <a:gd name="connsiteX602" fmla="*/ 2337722 w 3521106"/>
              <a:gd name="connsiteY602" fmla="*/ 343523 h 766611"/>
              <a:gd name="connsiteX603" fmla="*/ 2345300 w 3521106"/>
              <a:gd name="connsiteY603" fmla="*/ 352363 h 766611"/>
              <a:gd name="connsiteX604" fmla="*/ 2347826 w 3521106"/>
              <a:gd name="connsiteY604" fmla="*/ 363730 h 766611"/>
              <a:gd name="connsiteX605" fmla="*/ 2344037 w 3521106"/>
              <a:gd name="connsiteY605" fmla="*/ 377622 h 766611"/>
              <a:gd name="connsiteX606" fmla="*/ 2331407 w 3521106"/>
              <a:gd name="connsiteY606" fmla="*/ 387726 h 766611"/>
              <a:gd name="connsiteX607" fmla="*/ 2312463 w 3521106"/>
              <a:gd name="connsiteY607" fmla="*/ 391515 h 766611"/>
              <a:gd name="connsiteX608" fmla="*/ 2264471 w 3521106"/>
              <a:gd name="connsiteY608" fmla="*/ 391515 h 766611"/>
              <a:gd name="connsiteX609" fmla="*/ 2307411 w 3521106"/>
              <a:gd name="connsiteY609" fmla="*/ 330893 h 766611"/>
              <a:gd name="connsiteX610" fmla="*/ 2313726 w 3521106"/>
              <a:gd name="connsiteY610" fmla="*/ 328367 h 766611"/>
              <a:gd name="connsiteX611" fmla="*/ 2316252 w 3521106"/>
              <a:gd name="connsiteY611" fmla="*/ 322052 h 766611"/>
              <a:gd name="connsiteX612" fmla="*/ 2313726 w 3521106"/>
              <a:gd name="connsiteY612" fmla="*/ 315738 h 766611"/>
              <a:gd name="connsiteX613" fmla="*/ 2307411 w 3521106"/>
              <a:gd name="connsiteY613" fmla="*/ 313212 h 766611"/>
              <a:gd name="connsiteX614" fmla="*/ 2292256 w 3521106"/>
              <a:gd name="connsiteY614" fmla="*/ 313212 h 766611"/>
              <a:gd name="connsiteX615" fmla="*/ 2292256 w 3521106"/>
              <a:gd name="connsiteY615" fmla="*/ 330893 h 766611"/>
              <a:gd name="connsiteX616" fmla="*/ 2307411 w 3521106"/>
              <a:gd name="connsiteY616" fmla="*/ 330893 h 766611"/>
              <a:gd name="connsiteX617" fmla="*/ 2311200 w 3521106"/>
              <a:gd name="connsiteY617" fmla="*/ 371308 h 766611"/>
              <a:gd name="connsiteX618" fmla="*/ 2318778 w 3521106"/>
              <a:gd name="connsiteY618" fmla="*/ 368782 h 766611"/>
              <a:gd name="connsiteX619" fmla="*/ 2321304 w 3521106"/>
              <a:gd name="connsiteY619" fmla="*/ 361204 h 766611"/>
              <a:gd name="connsiteX620" fmla="*/ 2318778 w 3521106"/>
              <a:gd name="connsiteY620" fmla="*/ 353626 h 766611"/>
              <a:gd name="connsiteX621" fmla="*/ 2311200 w 3521106"/>
              <a:gd name="connsiteY621" fmla="*/ 351100 h 766611"/>
              <a:gd name="connsiteX622" fmla="*/ 2292256 w 3521106"/>
              <a:gd name="connsiteY622" fmla="*/ 351100 h 766611"/>
              <a:gd name="connsiteX623" fmla="*/ 2292256 w 3521106"/>
              <a:gd name="connsiteY623" fmla="*/ 371308 h 766611"/>
              <a:gd name="connsiteX624" fmla="*/ 2311200 w 3521106"/>
              <a:gd name="connsiteY624" fmla="*/ 371308 h 766611"/>
              <a:gd name="connsiteX625" fmla="*/ 2431181 w 3521106"/>
              <a:gd name="connsiteY625" fmla="*/ 337208 h 766611"/>
              <a:gd name="connsiteX626" fmla="*/ 2431181 w 3521106"/>
              <a:gd name="connsiteY626" fmla="*/ 337208 h 766611"/>
              <a:gd name="connsiteX627" fmla="*/ 2431181 w 3521106"/>
              <a:gd name="connsiteY627" fmla="*/ 391515 h 766611"/>
              <a:gd name="connsiteX628" fmla="*/ 2457702 w 3521106"/>
              <a:gd name="connsiteY628" fmla="*/ 391515 h 766611"/>
              <a:gd name="connsiteX629" fmla="*/ 2457702 w 3521106"/>
              <a:gd name="connsiteY629" fmla="*/ 291742 h 766611"/>
              <a:gd name="connsiteX630" fmla="*/ 2433707 w 3521106"/>
              <a:gd name="connsiteY630" fmla="*/ 291742 h 766611"/>
              <a:gd name="connsiteX631" fmla="*/ 2392029 w 3521106"/>
              <a:gd name="connsiteY631" fmla="*/ 346049 h 766611"/>
              <a:gd name="connsiteX632" fmla="*/ 2392029 w 3521106"/>
              <a:gd name="connsiteY632" fmla="*/ 346049 h 766611"/>
              <a:gd name="connsiteX633" fmla="*/ 2392029 w 3521106"/>
              <a:gd name="connsiteY633" fmla="*/ 291742 h 766611"/>
              <a:gd name="connsiteX634" fmla="*/ 2365507 w 3521106"/>
              <a:gd name="connsiteY634" fmla="*/ 291742 h 766611"/>
              <a:gd name="connsiteX635" fmla="*/ 2365507 w 3521106"/>
              <a:gd name="connsiteY635" fmla="*/ 391515 h 766611"/>
              <a:gd name="connsiteX636" fmla="*/ 2389503 w 3521106"/>
              <a:gd name="connsiteY636" fmla="*/ 391515 h 766611"/>
              <a:gd name="connsiteX637" fmla="*/ 2431181 w 3521106"/>
              <a:gd name="connsiteY637" fmla="*/ 337208 h 766611"/>
              <a:gd name="connsiteX638" fmla="*/ 2528428 w 3521106"/>
              <a:gd name="connsiteY638" fmla="*/ 318264 h 766611"/>
              <a:gd name="connsiteX639" fmla="*/ 2556213 w 3521106"/>
              <a:gd name="connsiteY639" fmla="*/ 318264 h 766611"/>
              <a:gd name="connsiteX640" fmla="*/ 2556213 w 3521106"/>
              <a:gd name="connsiteY640" fmla="*/ 293005 h 766611"/>
              <a:gd name="connsiteX641" fmla="*/ 2474121 w 3521106"/>
              <a:gd name="connsiteY641" fmla="*/ 293005 h 766611"/>
              <a:gd name="connsiteX642" fmla="*/ 2474121 w 3521106"/>
              <a:gd name="connsiteY642" fmla="*/ 318264 h 766611"/>
              <a:gd name="connsiteX643" fmla="*/ 2501905 w 3521106"/>
              <a:gd name="connsiteY643" fmla="*/ 318264 h 766611"/>
              <a:gd name="connsiteX644" fmla="*/ 2501905 w 3521106"/>
              <a:gd name="connsiteY644" fmla="*/ 392778 h 766611"/>
              <a:gd name="connsiteX645" fmla="*/ 2528428 w 3521106"/>
              <a:gd name="connsiteY645" fmla="*/ 392778 h 766611"/>
              <a:gd name="connsiteX646" fmla="*/ 2528428 w 3521106"/>
              <a:gd name="connsiteY646" fmla="*/ 318264 h 766611"/>
              <a:gd name="connsiteX647" fmla="*/ 2635779 w 3521106"/>
              <a:gd name="connsiteY647" fmla="*/ 337208 h 766611"/>
              <a:gd name="connsiteX648" fmla="*/ 2635779 w 3521106"/>
              <a:gd name="connsiteY648" fmla="*/ 337208 h 766611"/>
              <a:gd name="connsiteX649" fmla="*/ 2635779 w 3521106"/>
              <a:gd name="connsiteY649" fmla="*/ 391515 h 766611"/>
              <a:gd name="connsiteX650" fmla="*/ 2662300 w 3521106"/>
              <a:gd name="connsiteY650" fmla="*/ 391515 h 766611"/>
              <a:gd name="connsiteX651" fmla="*/ 2662300 w 3521106"/>
              <a:gd name="connsiteY651" fmla="*/ 291742 h 766611"/>
              <a:gd name="connsiteX652" fmla="*/ 2639567 w 3521106"/>
              <a:gd name="connsiteY652" fmla="*/ 291742 h 766611"/>
              <a:gd name="connsiteX653" fmla="*/ 2597890 w 3521106"/>
              <a:gd name="connsiteY653" fmla="*/ 346049 h 766611"/>
              <a:gd name="connsiteX654" fmla="*/ 2597890 w 3521106"/>
              <a:gd name="connsiteY654" fmla="*/ 346049 h 766611"/>
              <a:gd name="connsiteX655" fmla="*/ 2597890 w 3521106"/>
              <a:gd name="connsiteY655" fmla="*/ 291742 h 766611"/>
              <a:gd name="connsiteX656" fmla="*/ 2571368 w 3521106"/>
              <a:gd name="connsiteY656" fmla="*/ 291742 h 766611"/>
              <a:gd name="connsiteX657" fmla="*/ 2571368 w 3521106"/>
              <a:gd name="connsiteY657" fmla="*/ 391515 h 766611"/>
              <a:gd name="connsiteX658" fmla="*/ 2595364 w 3521106"/>
              <a:gd name="connsiteY658" fmla="*/ 391515 h 766611"/>
              <a:gd name="connsiteX659" fmla="*/ 2635779 w 3521106"/>
              <a:gd name="connsiteY659" fmla="*/ 337208 h 766611"/>
              <a:gd name="connsiteX660" fmla="*/ 2767125 w 3521106"/>
              <a:gd name="connsiteY660" fmla="*/ 293005 h 766611"/>
              <a:gd name="connsiteX661" fmla="*/ 2767125 w 3521106"/>
              <a:gd name="connsiteY661" fmla="*/ 392778 h 766611"/>
              <a:gd name="connsiteX662" fmla="*/ 2740603 w 3521106"/>
              <a:gd name="connsiteY662" fmla="*/ 392778 h 766611"/>
              <a:gd name="connsiteX663" fmla="*/ 2740603 w 3521106"/>
              <a:gd name="connsiteY663" fmla="*/ 361204 h 766611"/>
              <a:gd name="connsiteX664" fmla="*/ 2726711 w 3521106"/>
              <a:gd name="connsiteY664" fmla="*/ 361204 h 766611"/>
              <a:gd name="connsiteX665" fmla="*/ 2709030 w 3521106"/>
              <a:gd name="connsiteY665" fmla="*/ 392778 h 766611"/>
              <a:gd name="connsiteX666" fmla="*/ 2679982 w 3521106"/>
              <a:gd name="connsiteY666" fmla="*/ 392778 h 766611"/>
              <a:gd name="connsiteX667" fmla="*/ 2701452 w 3521106"/>
              <a:gd name="connsiteY667" fmla="*/ 357415 h 766611"/>
              <a:gd name="connsiteX668" fmla="*/ 2688823 w 3521106"/>
              <a:gd name="connsiteY668" fmla="*/ 344786 h 766611"/>
              <a:gd name="connsiteX669" fmla="*/ 2683771 w 3521106"/>
              <a:gd name="connsiteY669" fmla="*/ 327104 h 766611"/>
              <a:gd name="connsiteX670" fmla="*/ 2688823 w 3521106"/>
              <a:gd name="connsiteY670" fmla="*/ 309423 h 766611"/>
              <a:gd name="connsiteX671" fmla="*/ 2701452 w 3521106"/>
              <a:gd name="connsiteY671" fmla="*/ 296793 h 766611"/>
              <a:gd name="connsiteX672" fmla="*/ 2720397 w 3521106"/>
              <a:gd name="connsiteY672" fmla="*/ 291742 h 766611"/>
              <a:gd name="connsiteX673" fmla="*/ 2767125 w 3521106"/>
              <a:gd name="connsiteY673" fmla="*/ 291742 h 766611"/>
              <a:gd name="connsiteX674" fmla="*/ 2739341 w 3521106"/>
              <a:gd name="connsiteY674" fmla="*/ 337208 h 766611"/>
              <a:gd name="connsiteX675" fmla="*/ 2739341 w 3521106"/>
              <a:gd name="connsiteY675" fmla="*/ 317001 h 766611"/>
              <a:gd name="connsiteX676" fmla="*/ 2720397 w 3521106"/>
              <a:gd name="connsiteY676" fmla="*/ 317001 h 766611"/>
              <a:gd name="connsiteX677" fmla="*/ 2712818 w 3521106"/>
              <a:gd name="connsiteY677" fmla="*/ 319527 h 766611"/>
              <a:gd name="connsiteX678" fmla="*/ 2710292 w 3521106"/>
              <a:gd name="connsiteY678" fmla="*/ 327104 h 766611"/>
              <a:gd name="connsiteX679" fmla="*/ 2712818 w 3521106"/>
              <a:gd name="connsiteY679" fmla="*/ 334682 h 766611"/>
              <a:gd name="connsiteX680" fmla="*/ 2720397 w 3521106"/>
              <a:gd name="connsiteY680" fmla="*/ 337208 h 766611"/>
              <a:gd name="connsiteX681" fmla="*/ 2739341 w 3521106"/>
              <a:gd name="connsiteY681" fmla="*/ 337208 h 766611"/>
              <a:gd name="connsiteX682" fmla="*/ 942161 w 3521106"/>
              <a:gd name="connsiteY682" fmla="*/ 488762 h 766611"/>
              <a:gd name="connsiteX683" fmla="*/ 985102 w 3521106"/>
              <a:gd name="connsiteY683" fmla="*/ 488762 h 766611"/>
              <a:gd name="connsiteX684" fmla="*/ 985102 w 3521106"/>
              <a:gd name="connsiteY684" fmla="*/ 463503 h 766611"/>
              <a:gd name="connsiteX685" fmla="*/ 915639 w 3521106"/>
              <a:gd name="connsiteY685" fmla="*/ 463503 h 766611"/>
              <a:gd name="connsiteX686" fmla="*/ 915639 w 3521106"/>
              <a:gd name="connsiteY686" fmla="*/ 563276 h 766611"/>
              <a:gd name="connsiteX687" fmla="*/ 942161 w 3521106"/>
              <a:gd name="connsiteY687" fmla="*/ 563276 h 766611"/>
              <a:gd name="connsiteX688" fmla="*/ 942161 w 3521106"/>
              <a:gd name="connsiteY688" fmla="*/ 488762 h 766611"/>
              <a:gd name="connsiteX689" fmla="*/ 1015412 w 3521106"/>
              <a:gd name="connsiteY689" fmla="*/ 559487 h 766611"/>
              <a:gd name="connsiteX690" fmla="*/ 995205 w 3521106"/>
              <a:gd name="connsiteY690" fmla="*/ 540543 h 766611"/>
              <a:gd name="connsiteX691" fmla="*/ 987628 w 3521106"/>
              <a:gd name="connsiteY691" fmla="*/ 514021 h 766611"/>
              <a:gd name="connsiteX692" fmla="*/ 995205 w 3521106"/>
              <a:gd name="connsiteY692" fmla="*/ 487499 h 766611"/>
              <a:gd name="connsiteX693" fmla="*/ 1015412 w 3521106"/>
              <a:gd name="connsiteY693" fmla="*/ 468555 h 766611"/>
              <a:gd name="connsiteX694" fmla="*/ 1043198 w 3521106"/>
              <a:gd name="connsiteY694" fmla="*/ 460977 h 766611"/>
              <a:gd name="connsiteX695" fmla="*/ 1070982 w 3521106"/>
              <a:gd name="connsiteY695" fmla="*/ 468555 h 766611"/>
              <a:gd name="connsiteX696" fmla="*/ 1091190 w 3521106"/>
              <a:gd name="connsiteY696" fmla="*/ 487499 h 766611"/>
              <a:gd name="connsiteX697" fmla="*/ 1098767 w 3521106"/>
              <a:gd name="connsiteY697" fmla="*/ 514021 h 766611"/>
              <a:gd name="connsiteX698" fmla="*/ 1091190 w 3521106"/>
              <a:gd name="connsiteY698" fmla="*/ 540543 h 766611"/>
              <a:gd name="connsiteX699" fmla="*/ 1070982 w 3521106"/>
              <a:gd name="connsiteY699" fmla="*/ 559487 h 766611"/>
              <a:gd name="connsiteX700" fmla="*/ 1043198 w 3521106"/>
              <a:gd name="connsiteY700" fmla="*/ 567065 h 766611"/>
              <a:gd name="connsiteX701" fmla="*/ 1015412 w 3521106"/>
              <a:gd name="connsiteY701" fmla="*/ 559487 h 766611"/>
              <a:gd name="connsiteX702" fmla="*/ 1058353 w 3521106"/>
              <a:gd name="connsiteY702" fmla="*/ 536754 h 766611"/>
              <a:gd name="connsiteX703" fmla="*/ 1068457 w 3521106"/>
              <a:gd name="connsiteY703" fmla="*/ 526651 h 766611"/>
              <a:gd name="connsiteX704" fmla="*/ 1072245 w 3521106"/>
              <a:gd name="connsiteY704" fmla="*/ 512758 h 766611"/>
              <a:gd name="connsiteX705" fmla="*/ 1068457 w 3521106"/>
              <a:gd name="connsiteY705" fmla="*/ 498866 h 766611"/>
              <a:gd name="connsiteX706" fmla="*/ 1058353 w 3521106"/>
              <a:gd name="connsiteY706" fmla="*/ 488762 h 766611"/>
              <a:gd name="connsiteX707" fmla="*/ 1044461 w 3521106"/>
              <a:gd name="connsiteY707" fmla="*/ 484973 h 766611"/>
              <a:gd name="connsiteX708" fmla="*/ 1030568 w 3521106"/>
              <a:gd name="connsiteY708" fmla="*/ 488762 h 766611"/>
              <a:gd name="connsiteX709" fmla="*/ 1020464 w 3521106"/>
              <a:gd name="connsiteY709" fmla="*/ 498866 h 766611"/>
              <a:gd name="connsiteX710" fmla="*/ 1016675 w 3521106"/>
              <a:gd name="connsiteY710" fmla="*/ 512758 h 766611"/>
              <a:gd name="connsiteX711" fmla="*/ 1020464 w 3521106"/>
              <a:gd name="connsiteY711" fmla="*/ 526651 h 766611"/>
              <a:gd name="connsiteX712" fmla="*/ 1030568 w 3521106"/>
              <a:gd name="connsiteY712" fmla="*/ 536754 h 766611"/>
              <a:gd name="connsiteX713" fmla="*/ 1044461 w 3521106"/>
              <a:gd name="connsiteY713" fmla="*/ 540543 h 766611"/>
              <a:gd name="connsiteX714" fmla="*/ 1058353 w 3521106"/>
              <a:gd name="connsiteY714" fmla="*/ 536754 h 766611"/>
              <a:gd name="connsiteX715" fmla="*/ 1116449 w 3521106"/>
              <a:gd name="connsiteY715" fmla="*/ 563276 h 766611"/>
              <a:gd name="connsiteX716" fmla="*/ 1116449 w 3521106"/>
              <a:gd name="connsiteY716" fmla="*/ 463503 h 766611"/>
              <a:gd name="connsiteX717" fmla="*/ 1160652 w 3521106"/>
              <a:gd name="connsiteY717" fmla="*/ 463503 h 766611"/>
              <a:gd name="connsiteX718" fmla="*/ 1179596 w 3521106"/>
              <a:gd name="connsiteY718" fmla="*/ 468555 h 766611"/>
              <a:gd name="connsiteX719" fmla="*/ 1192226 w 3521106"/>
              <a:gd name="connsiteY719" fmla="*/ 481184 h 766611"/>
              <a:gd name="connsiteX720" fmla="*/ 1197277 w 3521106"/>
              <a:gd name="connsiteY720" fmla="*/ 498866 h 766611"/>
              <a:gd name="connsiteX721" fmla="*/ 1192226 w 3521106"/>
              <a:gd name="connsiteY721" fmla="*/ 516547 h 766611"/>
              <a:gd name="connsiteX722" fmla="*/ 1179596 w 3521106"/>
              <a:gd name="connsiteY722" fmla="*/ 529176 h 766611"/>
              <a:gd name="connsiteX723" fmla="*/ 1160652 w 3521106"/>
              <a:gd name="connsiteY723" fmla="*/ 534228 h 766611"/>
              <a:gd name="connsiteX724" fmla="*/ 1142971 w 3521106"/>
              <a:gd name="connsiteY724" fmla="*/ 534228 h 766611"/>
              <a:gd name="connsiteX725" fmla="*/ 1142971 w 3521106"/>
              <a:gd name="connsiteY725" fmla="*/ 564539 h 766611"/>
              <a:gd name="connsiteX726" fmla="*/ 1116449 w 3521106"/>
              <a:gd name="connsiteY726" fmla="*/ 564539 h 766611"/>
              <a:gd name="connsiteX727" fmla="*/ 1159389 w 3521106"/>
              <a:gd name="connsiteY727" fmla="*/ 508969 h 766611"/>
              <a:gd name="connsiteX728" fmla="*/ 1166967 w 3521106"/>
              <a:gd name="connsiteY728" fmla="*/ 505180 h 766611"/>
              <a:gd name="connsiteX729" fmla="*/ 1170756 w 3521106"/>
              <a:gd name="connsiteY729" fmla="*/ 497603 h 766611"/>
              <a:gd name="connsiteX730" fmla="*/ 1166967 w 3521106"/>
              <a:gd name="connsiteY730" fmla="*/ 490025 h 766611"/>
              <a:gd name="connsiteX731" fmla="*/ 1159389 w 3521106"/>
              <a:gd name="connsiteY731" fmla="*/ 486236 h 766611"/>
              <a:gd name="connsiteX732" fmla="*/ 1142971 w 3521106"/>
              <a:gd name="connsiteY732" fmla="*/ 486236 h 766611"/>
              <a:gd name="connsiteX733" fmla="*/ 1142971 w 3521106"/>
              <a:gd name="connsiteY733" fmla="*/ 507706 h 766611"/>
              <a:gd name="connsiteX734" fmla="*/ 1159389 w 3521106"/>
              <a:gd name="connsiteY734" fmla="*/ 507706 h 766611"/>
              <a:gd name="connsiteX735" fmla="*/ 1233903 w 3521106"/>
              <a:gd name="connsiteY735" fmla="*/ 559487 h 766611"/>
              <a:gd name="connsiteX736" fmla="*/ 1213696 w 3521106"/>
              <a:gd name="connsiteY736" fmla="*/ 540543 h 766611"/>
              <a:gd name="connsiteX737" fmla="*/ 1206118 w 3521106"/>
              <a:gd name="connsiteY737" fmla="*/ 514021 h 766611"/>
              <a:gd name="connsiteX738" fmla="*/ 1213696 w 3521106"/>
              <a:gd name="connsiteY738" fmla="*/ 487499 h 766611"/>
              <a:gd name="connsiteX739" fmla="*/ 1233903 w 3521106"/>
              <a:gd name="connsiteY739" fmla="*/ 468555 h 766611"/>
              <a:gd name="connsiteX740" fmla="*/ 1261688 w 3521106"/>
              <a:gd name="connsiteY740" fmla="*/ 460977 h 766611"/>
              <a:gd name="connsiteX741" fmla="*/ 1289473 w 3521106"/>
              <a:gd name="connsiteY741" fmla="*/ 468555 h 766611"/>
              <a:gd name="connsiteX742" fmla="*/ 1309680 w 3521106"/>
              <a:gd name="connsiteY742" fmla="*/ 487499 h 766611"/>
              <a:gd name="connsiteX743" fmla="*/ 1317258 w 3521106"/>
              <a:gd name="connsiteY743" fmla="*/ 514021 h 766611"/>
              <a:gd name="connsiteX744" fmla="*/ 1309680 w 3521106"/>
              <a:gd name="connsiteY744" fmla="*/ 540543 h 766611"/>
              <a:gd name="connsiteX745" fmla="*/ 1289473 w 3521106"/>
              <a:gd name="connsiteY745" fmla="*/ 559487 h 766611"/>
              <a:gd name="connsiteX746" fmla="*/ 1261688 w 3521106"/>
              <a:gd name="connsiteY746" fmla="*/ 567065 h 766611"/>
              <a:gd name="connsiteX747" fmla="*/ 1233903 w 3521106"/>
              <a:gd name="connsiteY747" fmla="*/ 559487 h 766611"/>
              <a:gd name="connsiteX748" fmla="*/ 1276843 w 3521106"/>
              <a:gd name="connsiteY748" fmla="*/ 536754 h 766611"/>
              <a:gd name="connsiteX749" fmla="*/ 1286947 w 3521106"/>
              <a:gd name="connsiteY749" fmla="*/ 526651 h 766611"/>
              <a:gd name="connsiteX750" fmla="*/ 1290736 w 3521106"/>
              <a:gd name="connsiteY750" fmla="*/ 512758 h 766611"/>
              <a:gd name="connsiteX751" fmla="*/ 1286947 w 3521106"/>
              <a:gd name="connsiteY751" fmla="*/ 498866 h 766611"/>
              <a:gd name="connsiteX752" fmla="*/ 1276843 w 3521106"/>
              <a:gd name="connsiteY752" fmla="*/ 488762 h 766611"/>
              <a:gd name="connsiteX753" fmla="*/ 1262951 w 3521106"/>
              <a:gd name="connsiteY753" fmla="*/ 484973 h 766611"/>
              <a:gd name="connsiteX754" fmla="*/ 1249059 w 3521106"/>
              <a:gd name="connsiteY754" fmla="*/ 488762 h 766611"/>
              <a:gd name="connsiteX755" fmla="*/ 1238955 w 3521106"/>
              <a:gd name="connsiteY755" fmla="*/ 498866 h 766611"/>
              <a:gd name="connsiteX756" fmla="*/ 1235166 w 3521106"/>
              <a:gd name="connsiteY756" fmla="*/ 512758 h 766611"/>
              <a:gd name="connsiteX757" fmla="*/ 1238955 w 3521106"/>
              <a:gd name="connsiteY757" fmla="*/ 526651 h 766611"/>
              <a:gd name="connsiteX758" fmla="*/ 1249059 w 3521106"/>
              <a:gd name="connsiteY758" fmla="*/ 536754 h 766611"/>
              <a:gd name="connsiteX759" fmla="*/ 1262951 w 3521106"/>
              <a:gd name="connsiteY759" fmla="*/ 540543 h 766611"/>
              <a:gd name="connsiteX760" fmla="*/ 1276843 w 3521106"/>
              <a:gd name="connsiteY760" fmla="*/ 536754 h 766611"/>
              <a:gd name="connsiteX761" fmla="*/ 1417031 w 3521106"/>
              <a:gd name="connsiteY761" fmla="*/ 538017 h 766611"/>
              <a:gd name="connsiteX762" fmla="*/ 1429661 w 3521106"/>
              <a:gd name="connsiteY762" fmla="*/ 538017 h 766611"/>
              <a:gd name="connsiteX763" fmla="*/ 1429661 w 3521106"/>
              <a:gd name="connsiteY763" fmla="*/ 584746 h 766611"/>
              <a:gd name="connsiteX764" fmla="*/ 1401876 w 3521106"/>
              <a:gd name="connsiteY764" fmla="*/ 584746 h 766611"/>
              <a:gd name="connsiteX765" fmla="*/ 1401876 w 3521106"/>
              <a:gd name="connsiteY765" fmla="*/ 563276 h 766611"/>
              <a:gd name="connsiteX766" fmla="*/ 1348831 w 3521106"/>
              <a:gd name="connsiteY766" fmla="*/ 563276 h 766611"/>
              <a:gd name="connsiteX767" fmla="*/ 1348831 w 3521106"/>
              <a:gd name="connsiteY767" fmla="*/ 584746 h 766611"/>
              <a:gd name="connsiteX768" fmla="*/ 1322310 w 3521106"/>
              <a:gd name="connsiteY768" fmla="*/ 584746 h 766611"/>
              <a:gd name="connsiteX769" fmla="*/ 1322310 w 3521106"/>
              <a:gd name="connsiteY769" fmla="*/ 538017 h 766611"/>
              <a:gd name="connsiteX770" fmla="*/ 1328625 w 3521106"/>
              <a:gd name="connsiteY770" fmla="*/ 538017 h 766611"/>
              <a:gd name="connsiteX771" fmla="*/ 1338728 w 3521106"/>
              <a:gd name="connsiteY771" fmla="*/ 522862 h 766611"/>
              <a:gd name="connsiteX772" fmla="*/ 1343780 w 3521106"/>
              <a:gd name="connsiteY772" fmla="*/ 495077 h 766611"/>
              <a:gd name="connsiteX773" fmla="*/ 1343780 w 3521106"/>
              <a:gd name="connsiteY773" fmla="*/ 463503 h 766611"/>
              <a:gd name="connsiteX774" fmla="*/ 1417031 w 3521106"/>
              <a:gd name="connsiteY774" fmla="*/ 463503 h 766611"/>
              <a:gd name="connsiteX775" fmla="*/ 1417031 w 3521106"/>
              <a:gd name="connsiteY775" fmla="*/ 538017 h 766611"/>
              <a:gd name="connsiteX776" fmla="*/ 1389246 w 3521106"/>
              <a:gd name="connsiteY776" fmla="*/ 538017 h 766611"/>
              <a:gd name="connsiteX777" fmla="*/ 1389246 w 3521106"/>
              <a:gd name="connsiteY777" fmla="*/ 490025 h 766611"/>
              <a:gd name="connsiteX778" fmla="*/ 1369039 w 3521106"/>
              <a:gd name="connsiteY778" fmla="*/ 490025 h 766611"/>
              <a:gd name="connsiteX779" fmla="*/ 1369039 w 3521106"/>
              <a:gd name="connsiteY779" fmla="*/ 496340 h 766611"/>
              <a:gd name="connsiteX780" fmla="*/ 1365250 w 3521106"/>
              <a:gd name="connsiteY780" fmla="*/ 524125 h 766611"/>
              <a:gd name="connsiteX781" fmla="*/ 1356410 w 3521106"/>
              <a:gd name="connsiteY781" fmla="*/ 539280 h 766611"/>
              <a:gd name="connsiteX782" fmla="*/ 1389246 w 3521106"/>
              <a:gd name="connsiteY782" fmla="*/ 539280 h 766611"/>
              <a:gd name="connsiteX783" fmla="*/ 1461234 w 3521106"/>
              <a:gd name="connsiteY783" fmla="*/ 563276 h 766611"/>
              <a:gd name="connsiteX784" fmla="*/ 1432187 w 3521106"/>
              <a:gd name="connsiteY784" fmla="*/ 563276 h 766611"/>
              <a:gd name="connsiteX785" fmla="*/ 1470075 w 3521106"/>
              <a:gd name="connsiteY785" fmla="*/ 463503 h 766611"/>
              <a:gd name="connsiteX786" fmla="*/ 1500386 w 3521106"/>
              <a:gd name="connsiteY786" fmla="*/ 463503 h 766611"/>
              <a:gd name="connsiteX787" fmla="*/ 1538274 w 3521106"/>
              <a:gd name="connsiteY787" fmla="*/ 563276 h 766611"/>
              <a:gd name="connsiteX788" fmla="*/ 1509226 w 3521106"/>
              <a:gd name="connsiteY788" fmla="*/ 563276 h 766611"/>
              <a:gd name="connsiteX789" fmla="*/ 1502912 w 3521106"/>
              <a:gd name="connsiteY789" fmla="*/ 544332 h 766611"/>
              <a:gd name="connsiteX790" fmla="*/ 1468812 w 3521106"/>
              <a:gd name="connsiteY790" fmla="*/ 544332 h 766611"/>
              <a:gd name="connsiteX791" fmla="*/ 1461234 w 3521106"/>
              <a:gd name="connsiteY791" fmla="*/ 563276 h 766611"/>
              <a:gd name="connsiteX792" fmla="*/ 1485230 w 3521106"/>
              <a:gd name="connsiteY792" fmla="*/ 488762 h 766611"/>
              <a:gd name="connsiteX793" fmla="*/ 1475127 w 3521106"/>
              <a:gd name="connsiteY793" fmla="*/ 521599 h 766611"/>
              <a:gd name="connsiteX794" fmla="*/ 1496597 w 3521106"/>
              <a:gd name="connsiteY794" fmla="*/ 521599 h 766611"/>
              <a:gd name="connsiteX795" fmla="*/ 1485230 w 3521106"/>
              <a:gd name="connsiteY795" fmla="*/ 488762 h 766611"/>
              <a:gd name="connsiteX796" fmla="*/ 1485230 w 3521106"/>
              <a:gd name="connsiteY796" fmla="*/ 488762 h 766611"/>
              <a:gd name="connsiteX797" fmla="*/ 1605210 w 3521106"/>
              <a:gd name="connsiteY797" fmla="*/ 505180 h 766611"/>
              <a:gd name="connsiteX798" fmla="*/ 1605210 w 3521106"/>
              <a:gd name="connsiteY798" fmla="*/ 505180 h 766611"/>
              <a:gd name="connsiteX799" fmla="*/ 1632995 w 3521106"/>
              <a:gd name="connsiteY799" fmla="*/ 539280 h 766611"/>
              <a:gd name="connsiteX800" fmla="*/ 1660780 w 3521106"/>
              <a:gd name="connsiteY800" fmla="*/ 505180 h 766611"/>
              <a:gd name="connsiteX801" fmla="*/ 1660780 w 3521106"/>
              <a:gd name="connsiteY801" fmla="*/ 505180 h 766611"/>
              <a:gd name="connsiteX802" fmla="*/ 1660780 w 3521106"/>
              <a:gd name="connsiteY802" fmla="*/ 563276 h 766611"/>
              <a:gd name="connsiteX803" fmla="*/ 1687302 w 3521106"/>
              <a:gd name="connsiteY803" fmla="*/ 563276 h 766611"/>
              <a:gd name="connsiteX804" fmla="*/ 1687302 w 3521106"/>
              <a:gd name="connsiteY804" fmla="*/ 463503 h 766611"/>
              <a:gd name="connsiteX805" fmla="*/ 1663306 w 3521106"/>
              <a:gd name="connsiteY805" fmla="*/ 463503 h 766611"/>
              <a:gd name="connsiteX806" fmla="*/ 1632995 w 3521106"/>
              <a:gd name="connsiteY806" fmla="*/ 501392 h 766611"/>
              <a:gd name="connsiteX807" fmla="*/ 1632995 w 3521106"/>
              <a:gd name="connsiteY807" fmla="*/ 501392 h 766611"/>
              <a:gd name="connsiteX808" fmla="*/ 1602685 w 3521106"/>
              <a:gd name="connsiteY808" fmla="*/ 463503 h 766611"/>
              <a:gd name="connsiteX809" fmla="*/ 1578689 w 3521106"/>
              <a:gd name="connsiteY809" fmla="*/ 463503 h 766611"/>
              <a:gd name="connsiteX810" fmla="*/ 1578689 w 3521106"/>
              <a:gd name="connsiteY810" fmla="*/ 563276 h 766611"/>
              <a:gd name="connsiteX811" fmla="*/ 1605210 w 3521106"/>
              <a:gd name="connsiteY811" fmla="*/ 563276 h 766611"/>
              <a:gd name="connsiteX812" fmla="*/ 1605210 w 3521106"/>
              <a:gd name="connsiteY812" fmla="*/ 505180 h 766611"/>
              <a:gd name="connsiteX813" fmla="*/ 1732769 w 3521106"/>
              <a:gd name="connsiteY813" fmla="*/ 559487 h 766611"/>
              <a:gd name="connsiteX814" fmla="*/ 1712561 w 3521106"/>
              <a:gd name="connsiteY814" fmla="*/ 540543 h 766611"/>
              <a:gd name="connsiteX815" fmla="*/ 1704984 w 3521106"/>
              <a:gd name="connsiteY815" fmla="*/ 514021 h 766611"/>
              <a:gd name="connsiteX816" fmla="*/ 1712561 w 3521106"/>
              <a:gd name="connsiteY816" fmla="*/ 487499 h 766611"/>
              <a:gd name="connsiteX817" fmla="*/ 1732769 w 3521106"/>
              <a:gd name="connsiteY817" fmla="*/ 468555 h 766611"/>
              <a:gd name="connsiteX818" fmla="*/ 1760554 w 3521106"/>
              <a:gd name="connsiteY818" fmla="*/ 460977 h 766611"/>
              <a:gd name="connsiteX819" fmla="*/ 1788338 w 3521106"/>
              <a:gd name="connsiteY819" fmla="*/ 468555 h 766611"/>
              <a:gd name="connsiteX820" fmla="*/ 1808546 w 3521106"/>
              <a:gd name="connsiteY820" fmla="*/ 487499 h 766611"/>
              <a:gd name="connsiteX821" fmla="*/ 1816123 w 3521106"/>
              <a:gd name="connsiteY821" fmla="*/ 514021 h 766611"/>
              <a:gd name="connsiteX822" fmla="*/ 1808546 w 3521106"/>
              <a:gd name="connsiteY822" fmla="*/ 540543 h 766611"/>
              <a:gd name="connsiteX823" fmla="*/ 1788338 w 3521106"/>
              <a:gd name="connsiteY823" fmla="*/ 559487 h 766611"/>
              <a:gd name="connsiteX824" fmla="*/ 1760554 w 3521106"/>
              <a:gd name="connsiteY824" fmla="*/ 567065 h 766611"/>
              <a:gd name="connsiteX825" fmla="*/ 1732769 w 3521106"/>
              <a:gd name="connsiteY825" fmla="*/ 559487 h 766611"/>
              <a:gd name="connsiteX826" fmla="*/ 1774446 w 3521106"/>
              <a:gd name="connsiteY826" fmla="*/ 536754 h 766611"/>
              <a:gd name="connsiteX827" fmla="*/ 1784549 w 3521106"/>
              <a:gd name="connsiteY827" fmla="*/ 526651 h 766611"/>
              <a:gd name="connsiteX828" fmla="*/ 1788338 w 3521106"/>
              <a:gd name="connsiteY828" fmla="*/ 512758 h 766611"/>
              <a:gd name="connsiteX829" fmla="*/ 1784549 w 3521106"/>
              <a:gd name="connsiteY829" fmla="*/ 498866 h 766611"/>
              <a:gd name="connsiteX830" fmla="*/ 1774446 w 3521106"/>
              <a:gd name="connsiteY830" fmla="*/ 488762 h 766611"/>
              <a:gd name="connsiteX831" fmla="*/ 1760554 w 3521106"/>
              <a:gd name="connsiteY831" fmla="*/ 484973 h 766611"/>
              <a:gd name="connsiteX832" fmla="*/ 1746661 w 3521106"/>
              <a:gd name="connsiteY832" fmla="*/ 488762 h 766611"/>
              <a:gd name="connsiteX833" fmla="*/ 1736557 w 3521106"/>
              <a:gd name="connsiteY833" fmla="*/ 498866 h 766611"/>
              <a:gd name="connsiteX834" fmla="*/ 1732769 w 3521106"/>
              <a:gd name="connsiteY834" fmla="*/ 512758 h 766611"/>
              <a:gd name="connsiteX835" fmla="*/ 1736557 w 3521106"/>
              <a:gd name="connsiteY835" fmla="*/ 526651 h 766611"/>
              <a:gd name="connsiteX836" fmla="*/ 1746661 w 3521106"/>
              <a:gd name="connsiteY836" fmla="*/ 536754 h 766611"/>
              <a:gd name="connsiteX837" fmla="*/ 1760554 w 3521106"/>
              <a:gd name="connsiteY837" fmla="*/ 540543 h 766611"/>
              <a:gd name="connsiteX838" fmla="*/ 1774446 w 3521106"/>
              <a:gd name="connsiteY838" fmla="*/ 536754 h 766611"/>
              <a:gd name="connsiteX839" fmla="*/ 1854012 w 3521106"/>
              <a:gd name="connsiteY839" fmla="*/ 559487 h 766611"/>
              <a:gd name="connsiteX840" fmla="*/ 1881797 w 3521106"/>
              <a:gd name="connsiteY840" fmla="*/ 567065 h 766611"/>
              <a:gd name="connsiteX841" fmla="*/ 1908318 w 3521106"/>
              <a:gd name="connsiteY841" fmla="*/ 560750 h 766611"/>
              <a:gd name="connsiteX842" fmla="*/ 1927263 w 3521106"/>
              <a:gd name="connsiteY842" fmla="*/ 546858 h 766611"/>
              <a:gd name="connsiteX843" fmla="*/ 1909582 w 3521106"/>
              <a:gd name="connsiteY843" fmla="*/ 530439 h 766611"/>
              <a:gd name="connsiteX844" fmla="*/ 1896952 w 3521106"/>
              <a:gd name="connsiteY844" fmla="*/ 539280 h 766611"/>
              <a:gd name="connsiteX845" fmla="*/ 1881797 w 3521106"/>
              <a:gd name="connsiteY845" fmla="*/ 541806 h 766611"/>
              <a:gd name="connsiteX846" fmla="*/ 1867905 w 3521106"/>
              <a:gd name="connsiteY846" fmla="*/ 538017 h 766611"/>
              <a:gd name="connsiteX847" fmla="*/ 1857800 w 3521106"/>
              <a:gd name="connsiteY847" fmla="*/ 527913 h 766611"/>
              <a:gd name="connsiteX848" fmla="*/ 1854012 w 3521106"/>
              <a:gd name="connsiteY848" fmla="*/ 514021 h 766611"/>
              <a:gd name="connsiteX849" fmla="*/ 1857800 w 3521106"/>
              <a:gd name="connsiteY849" fmla="*/ 500129 h 766611"/>
              <a:gd name="connsiteX850" fmla="*/ 1867905 w 3521106"/>
              <a:gd name="connsiteY850" fmla="*/ 490025 h 766611"/>
              <a:gd name="connsiteX851" fmla="*/ 1881797 w 3521106"/>
              <a:gd name="connsiteY851" fmla="*/ 486236 h 766611"/>
              <a:gd name="connsiteX852" fmla="*/ 1896952 w 3521106"/>
              <a:gd name="connsiteY852" fmla="*/ 488762 h 766611"/>
              <a:gd name="connsiteX853" fmla="*/ 1909582 w 3521106"/>
              <a:gd name="connsiteY853" fmla="*/ 497603 h 766611"/>
              <a:gd name="connsiteX854" fmla="*/ 1927263 w 3521106"/>
              <a:gd name="connsiteY854" fmla="*/ 481184 h 766611"/>
              <a:gd name="connsiteX855" fmla="*/ 1908318 w 3521106"/>
              <a:gd name="connsiteY855" fmla="*/ 467292 h 766611"/>
              <a:gd name="connsiteX856" fmla="*/ 1881797 w 3521106"/>
              <a:gd name="connsiteY856" fmla="*/ 462240 h 766611"/>
              <a:gd name="connsiteX857" fmla="*/ 1854012 w 3521106"/>
              <a:gd name="connsiteY857" fmla="*/ 469818 h 766611"/>
              <a:gd name="connsiteX858" fmla="*/ 1833805 w 3521106"/>
              <a:gd name="connsiteY858" fmla="*/ 488762 h 766611"/>
              <a:gd name="connsiteX859" fmla="*/ 1826227 w 3521106"/>
              <a:gd name="connsiteY859" fmla="*/ 515284 h 766611"/>
              <a:gd name="connsiteX860" fmla="*/ 1833805 w 3521106"/>
              <a:gd name="connsiteY860" fmla="*/ 541806 h 766611"/>
              <a:gd name="connsiteX861" fmla="*/ 1854012 w 3521106"/>
              <a:gd name="connsiteY861" fmla="*/ 559487 h 766611"/>
              <a:gd name="connsiteX862" fmla="*/ 1968941 w 3521106"/>
              <a:gd name="connsiteY862" fmla="*/ 538017 h 766611"/>
              <a:gd name="connsiteX863" fmla="*/ 1979044 w 3521106"/>
              <a:gd name="connsiteY863" fmla="*/ 525388 h 766611"/>
              <a:gd name="connsiteX864" fmla="*/ 2004303 w 3521106"/>
              <a:gd name="connsiteY864" fmla="*/ 563276 h 766611"/>
              <a:gd name="connsiteX865" fmla="*/ 2035877 w 3521106"/>
              <a:gd name="connsiteY865" fmla="*/ 563276 h 766611"/>
              <a:gd name="connsiteX866" fmla="*/ 1997988 w 3521106"/>
              <a:gd name="connsiteY866" fmla="*/ 505180 h 766611"/>
              <a:gd name="connsiteX867" fmla="*/ 2033351 w 3521106"/>
              <a:gd name="connsiteY867" fmla="*/ 463503 h 766611"/>
              <a:gd name="connsiteX868" fmla="*/ 2001777 w 3521106"/>
              <a:gd name="connsiteY868" fmla="*/ 463503 h 766611"/>
              <a:gd name="connsiteX869" fmla="*/ 1968941 w 3521106"/>
              <a:gd name="connsiteY869" fmla="*/ 501392 h 766611"/>
              <a:gd name="connsiteX870" fmla="*/ 1968941 w 3521106"/>
              <a:gd name="connsiteY870" fmla="*/ 463503 h 766611"/>
              <a:gd name="connsiteX871" fmla="*/ 1942418 w 3521106"/>
              <a:gd name="connsiteY871" fmla="*/ 463503 h 766611"/>
              <a:gd name="connsiteX872" fmla="*/ 1942418 w 3521106"/>
              <a:gd name="connsiteY872" fmla="*/ 563276 h 766611"/>
              <a:gd name="connsiteX873" fmla="*/ 1968941 w 3521106"/>
              <a:gd name="connsiteY873" fmla="*/ 563276 h 766611"/>
              <a:gd name="connsiteX874" fmla="*/ 1968941 w 3521106"/>
              <a:gd name="connsiteY874" fmla="*/ 538017 h 766611"/>
              <a:gd name="connsiteX875" fmla="*/ 2047243 w 3521106"/>
              <a:gd name="connsiteY875" fmla="*/ 563276 h 766611"/>
              <a:gd name="connsiteX876" fmla="*/ 2047243 w 3521106"/>
              <a:gd name="connsiteY876" fmla="*/ 463503 h 766611"/>
              <a:gd name="connsiteX877" fmla="*/ 2091446 w 3521106"/>
              <a:gd name="connsiteY877" fmla="*/ 463503 h 766611"/>
              <a:gd name="connsiteX878" fmla="*/ 2110391 w 3521106"/>
              <a:gd name="connsiteY878" fmla="*/ 467292 h 766611"/>
              <a:gd name="connsiteX879" fmla="*/ 2121758 w 3521106"/>
              <a:gd name="connsiteY879" fmla="*/ 477395 h 766611"/>
              <a:gd name="connsiteX880" fmla="*/ 2125546 w 3521106"/>
              <a:gd name="connsiteY880" fmla="*/ 490025 h 766611"/>
              <a:gd name="connsiteX881" fmla="*/ 2121758 w 3521106"/>
              <a:gd name="connsiteY881" fmla="*/ 502654 h 766611"/>
              <a:gd name="connsiteX882" fmla="*/ 2111654 w 3521106"/>
              <a:gd name="connsiteY882" fmla="*/ 510232 h 766611"/>
              <a:gd name="connsiteX883" fmla="*/ 2120495 w 3521106"/>
              <a:gd name="connsiteY883" fmla="*/ 515284 h 766611"/>
              <a:gd name="connsiteX884" fmla="*/ 2128072 w 3521106"/>
              <a:gd name="connsiteY884" fmla="*/ 524125 h 766611"/>
              <a:gd name="connsiteX885" fmla="*/ 2130598 w 3521106"/>
              <a:gd name="connsiteY885" fmla="*/ 535491 h 766611"/>
              <a:gd name="connsiteX886" fmla="*/ 2126810 w 3521106"/>
              <a:gd name="connsiteY886" fmla="*/ 549384 h 766611"/>
              <a:gd name="connsiteX887" fmla="*/ 2114180 w 3521106"/>
              <a:gd name="connsiteY887" fmla="*/ 559487 h 766611"/>
              <a:gd name="connsiteX888" fmla="*/ 2095236 w 3521106"/>
              <a:gd name="connsiteY888" fmla="*/ 563276 h 766611"/>
              <a:gd name="connsiteX889" fmla="*/ 2047243 w 3521106"/>
              <a:gd name="connsiteY889" fmla="*/ 563276 h 766611"/>
              <a:gd name="connsiteX890" fmla="*/ 2090184 w 3521106"/>
              <a:gd name="connsiteY890" fmla="*/ 501392 h 766611"/>
              <a:gd name="connsiteX891" fmla="*/ 2096498 w 3521106"/>
              <a:gd name="connsiteY891" fmla="*/ 498866 h 766611"/>
              <a:gd name="connsiteX892" fmla="*/ 2099025 w 3521106"/>
              <a:gd name="connsiteY892" fmla="*/ 492551 h 766611"/>
              <a:gd name="connsiteX893" fmla="*/ 2096498 w 3521106"/>
              <a:gd name="connsiteY893" fmla="*/ 486236 h 766611"/>
              <a:gd name="connsiteX894" fmla="*/ 2090184 w 3521106"/>
              <a:gd name="connsiteY894" fmla="*/ 483710 h 766611"/>
              <a:gd name="connsiteX895" fmla="*/ 2075028 w 3521106"/>
              <a:gd name="connsiteY895" fmla="*/ 483710 h 766611"/>
              <a:gd name="connsiteX896" fmla="*/ 2075028 w 3521106"/>
              <a:gd name="connsiteY896" fmla="*/ 501392 h 766611"/>
              <a:gd name="connsiteX897" fmla="*/ 2090184 w 3521106"/>
              <a:gd name="connsiteY897" fmla="*/ 501392 h 766611"/>
              <a:gd name="connsiteX898" fmla="*/ 2093972 w 3521106"/>
              <a:gd name="connsiteY898" fmla="*/ 541806 h 766611"/>
              <a:gd name="connsiteX899" fmla="*/ 2101551 w 3521106"/>
              <a:gd name="connsiteY899" fmla="*/ 539280 h 766611"/>
              <a:gd name="connsiteX900" fmla="*/ 2104076 w 3521106"/>
              <a:gd name="connsiteY900" fmla="*/ 531702 h 766611"/>
              <a:gd name="connsiteX901" fmla="*/ 2101551 w 3521106"/>
              <a:gd name="connsiteY901" fmla="*/ 524125 h 766611"/>
              <a:gd name="connsiteX902" fmla="*/ 2093972 w 3521106"/>
              <a:gd name="connsiteY902" fmla="*/ 521599 h 766611"/>
              <a:gd name="connsiteX903" fmla="*/ 2075028 w 3521106"/>
              <a:gd name="connsiteY903" fmla="*/ 521599 h 766611"/>
              <a:gd name="connsiteX904" fmla="*/ 2075028 w 3521106"/>
              <a:gd name="connsiteY904" fmla="*/ 541806 h 766611"/>
              <a:gd name="connsiteX905" fmla="*/ 2093972 w 3521106"/>
              <a:gd name="connsiteY905" fmla="*/ 541806 h 766611"/>
              <a:gd name="connsiteX906" fmla="*/ 2148279 w 3521106"/>
              <a:gd name="connsiteY906" fmla="*/ 563276 h 766611"/>
              <a:gd name="connsiteX907" fmla="*/ 2148279 w 3521106"/>
              <a:gd name="connsiteY907" fmla="*/ 463503 h 766611"/>
              <a:gd name="connsiteX908" fmla="*/ 2174802 w 3521106"/>
              <a:gd name="connsiteY908" fmla="*/ 463503 h 766611"/>
              <a:gd name="connsiteX909" fmla="*/ 2174802 w 3521106"/>
              <a:gd name="connsiteY909" fmla="*/ 493814 h 766611"/>
              <a:gd name="connsiteX910" fmla="*/ 2191220 w 3521106"/>
              <a:gd name="connsiteY910" fmla="*/ 493814 h 766611"/>
              <a:gd name="connsiteX911" fmla="*/ 2210164 w 3521106"/>
              <a:gd name="connsiteY911" fmla="*/ 498866 h 766611"/>
              <a:gd name="connsiteX912" fmla="*/ 2222794 w 3521106"/>
              <a:gd name="connsiteY912" fmla="*/ 511495 h 766611"/>
              <a:gd name="connsiteX913" fmla="*/ 2227846 w 3521106"/>
              <a:gd name="connsiteY913" fmla="*/ 529176 h 766611"/>
              <a:gd name="connsiteX914" fmla="*/ 2222794 w 3521106"/>
              <a:gd name="connsiteY914" fmla="*/ 546858 h 766611"/>
              <a:gd name="connsiteX915" fmla="*/ 2210164 w 3521106"/>
              <a:gd name="connsiteY915" fmla="*/ 559487 h 766611"/>
              <a:gd name="connsiteX916" fmla="*/ 2191220 w 3521106"/>
              <a:gd name="connsiteY916" fmla="*/ 564539 h 766611"/>
              <a:gd name="connsiteX917" fmla="*/ 2148279 w 3521106"/>
              <a:gd name="connsiteY917" fmla="*/ 564539 h 766611"/>
              <a:gd name="connsiteX918" fmla="*/ 2189957 w 3521106"/>
              <a:gd name="connsiteY918" fmla="*/ 539280 h 766611"/>
              <a:gd name="connsiteX919" fmla="*/ 2197535 w 3521106"/>
              <a:gd name="connsiteY919" fmla="*/ 536754 h 766611"/>
              <a:gd name="connsiteX920" fmla="*/ 2201323 w 3521106"/>
              <a:gd name="connsiteY920" fmla="*/ 529176 h 766611"/>
              <a:gd name="connsiteX921" fmla="*/ 2197535 w 3521106"/>
              <a:gd name="connsiteY921" fmla="*/ 521599 h 766611"/>
              <a:gd name="connsiteX922" fmla="*/ 2189957 w 3521106"/>
              <a:gd name="connsiteY922" fmla="*/ 519073 h 766611"/>
              <a:gd name="connsiteX923" fmla="*/ 2174802 w 3521106"/>
              <a:gd name="connsiteY923" fmla="*/ 519073 h 766611"/>
              <a:gd name="connsiteX924" fmla="*/ 2174802 w 3521106"/>
              <a:gd name="connsiteY924" fmla="*/ 540543 h 766611"/>
              <a:gd name="connsiteX925" fmla="*/ 2189957 w 3521106"/>
              <a:gd name="connsiteY925" fmla="*/ 540543 h 766611"/>
              <a:gd name="connsiteX926" fmla="*/ 2265734 w 3521106"/>
              <a:gd name="connsiteY926" fmla="*/ 563276 h 766611"/>
              <a:gd name="connsiteX927" fmla="*/ 2239212 w 3521106"/>
              <a:gd name="connsiteY927" fmla="*/ 563276 h 766611"/>
              <a:gd name="connsiteX928" fmla="*/ 2239212 w 3521106"/>
              <a:gd name="connsiteY928" fmla="*/ 463503 h 766611"/>
              <a:gd name="connsiteX929" fmla="*/ 2265734 w 3521106"/>
              <a:gd name="connsiteY929" fmla="*/ 463503 h 766611"/>
              <a:gd name="connsiteX930" fmla="*/ 2265734 w 3521106"/>
              <a:gd name="connsiteY930" fmla="*/ 563276 h 766611"/>
              <a:gd name="connsiteX931" fmla="*/ 488762 w 3521106"/>
              <a:gd name="connsiteY931" fmla="*/ 0 h 766611"/>
              <a:gd name="connsiteX932" fmla="*/ 488762 w 3521106"/>
              <a:gd name="connsiteY932" fmla="*/ 0 h 766611"/>
              <a:gd name="connsiteX933" fmla="*/ 488762 w 3521106"/>
              <a:gd name="connsiteY933" fmla="*/ 56833 h 766611"/>
              <a:gd name="connsiteX934" fmla="*/ 538017 w 3521106"/>
              <a:gd name="connsiteY934" fmla="*/ 56833 h 766611"/>
              <a:gd name="connsiteX935" fmla="*/ 314475 w 3521106"/>
              <a:gd name="connsiteY935" fmla="*/ 232383 h 766611"/>
              <a:gd name="connsiteX936" fmla="*/ 169235 w 3521106"/>
              <a:gd name="connsiteY936" fmla="*/ 118717 h 766611"/>
              <a:gd name="connsiteX937" fmla="*/ 79566 w 3521106"/>
              <a:gd name="connsiteY937" fmla="*/ 188180 h 766611"/>
              <a:gd name="connsiteX938" fmla="*/ 79566 w 3521106"/>
              <a:gd name="connsiteY938" fmla="*/ 260168 h 766611"/>
              <a:gd name="connsiteX939" fmla="*/ 169235 w 3521106"/>
              <a:gd name="connsiteY939" fmla="*/ 190706 h 766611"/>
              <a:gd name="connsiteX940" fmla="*/ 314475 w 3521106"/>
              <a:gd name="connsiteY940" fmla="*/ 304371 h 766611"/>
              <a:gd name="connsiteX941" fmla="*/ 577169 w 3521106"/>
              <a:gd name="connsiteY941" fmla="*/ 98510 h 766611"/>
              <a:gd name="connsiteX942" fmla="*/ 577169 w 3521106"/>
              <a:gd name="connsiteY942" fmla="*/ 147765 h 766611"/>
              <a:gd name="connsiteX943" fmla="*/ 634002 w 3521106"/>
              <a:gd name="connsiteY943" fmla="*/ 147765 h 766611"/>
              <a:gd name="connsiteX944" fmla="*/ 634002 w 3521106"/>
              <a:gd name="connsiteY944" fmla="*/ 0 h 766611"/>
              <a:gd name="connsiteX945" fmla="*/ 488762 w 3521106"/>
              <a:gd name="connsiteY945" fmla="*/ 0 h 766611"/>
              <a:gd name="connsiteX946" fmla="*/ 578431 w 3521106"/>
              <a:gd name="connsiteY946" fmla="*/ 174287 h 766611"/>
              <a:gd name="connsiteX947" fmla="*/ 562013 w 3521106"/>
              <a:gd name="connsiteY947" fmla="*/ 174287 h 766611"/>
              <a:gd name="connsiteX948" fmla="*/ 512758 w 3521106"/>
              <a:gd name="connsiteY948" fmla="*/ 298056 h 766611"/>
              <a:gd name="connsiteX949" fmla="*/ 512758 w 3521106"/>
              <a:gd name="connsiteY949" fmla="*/ 359941 h 766611"/>
              <a:gd name="connsiteX950" fmla="*/ 493814 w 3521106"/>
              <a:gd name="connsiteY950" fmla="*/ 378885 h 766611"/>
              <a:gd name="connsiteX951" fmla="*/ 493814 w 3521106"/>
              <a:gd name="connsiteY951" fmla="*/ 457188 h 766611"/>
              <a:gd name="connsiteX952" fmla="*/ 477395 w 3521106"/>
              <a:gd name="connsiteY952" fmla="*/ 473607 h 766611"/>
              <a:gd name="connsiteX953" fmla="*/ 477395 w 3521106"/>
              <a:gd name="connsiteY953" fmla="*/ 529176 h 766611"/>
              <a:gd name="connsiteX954" fmla="*/ 449611 w 3521106"/>
              <a:gd name="connsiteY954" fmla="*/ 538017 h 766611"/>
              <a:gd name="connsiteX955" fmla="*/ 449611 w 3521106"/>
              <a:gd name="connsiteY955" fmla="*/ 454662 h 766611"/>
              <a:gd name="connsiteX956" fmla="*/ 407933 w 3521106"/>
              <a:gd name="connsiteY956" fmla="*/ 454662 h 766611"/>
              <a:gd name="connsiteX957" fmla="*/ 361204 w 3521106"/>
              <a:gd name="connsiteY957" fmla="*/ 431929 h 766611"/>
              <a:gd name="connsiteX958" fmla="*/ 314475 w 3521106"/>
              <a:gd name="connsiteY958" fmla="*/ 454662 h 766611"/>
              <a:gd name="connsiteX959" fmla="*/ 272797 w 3521106"/>
              <a:gd name="connsiteY959" fmla="*/ 454662 h 766611"/>
              <a:gd name="connsiteX960" fmla="*/ 272797 w 3521106"/>
              <a:gd name="connsiteY960" fmla="*/ 588535 h 766611"/>
              <a:gd name="connsiteX961" fmla="*/ 242487 w 3521106"/>
              <a:gd name="connsiteY961" fmla="*/ 596113 h 766611"/>
              <a:gd name="connsiteX962" fmla="*/ 242487 w 3521106"/>
              <a:gd name="connsiteY962" fmla="*/ 520336 h 766611"/>
              <a:gd name="connsiteX963" fmla="*/ 222279 w 3521106"/>
              <a:gd name="connsiteY963" fmla="*/ 524125 h 766611"/>
              <a:gd name="connsiteX964" fmla="*/ 222279 w 3521106"/>
              <a:gd name="connsiteY964" fmla="*/ 444559 h 766611"/>
              <a:gd name="connsiteX965" fmla="*/ 200809 w 3521106"/>
              <a:gd name="connsiteY965" fmla="*/ 447085 h 766611"/>
              <a:gd name="connsiteX966" fmla="*/ 173024 w 3521106"/>
              <a:gd name="connsiteY966" fmla="*/ 294268 h 766611"/>
              <a:gd name="connsiteX967" fmla="*/ 188180 w 3521106"/>
              <a:gd name="connsiteY967" fmla="*/ 305634 h 766611"/>
              <a:gd name="connsiteX968" fmla="*/ 181865 w 3521106"/>
              <a:gd name="connsiteY968" fmla="*/ 284164 h 766611"/>
              <a:gd name="connsiteX969" fmla="*/ 199546 w 3521106"/>
              <a:gd name="connsiteY969" fmla="*/ 271534 h 766611"/>
              <a:gd name="connsiteX970" fmla="*/ 178076 w 3521106"/>
              <a:gd name="connsiteY970" fmla="*/ 271534 h 766611"/>
              <a:gd name="connsiteX971" fmla="*/ 171761 w 3521106"/>
              <a:gd name="connsiteY971" fmla="*/ 250064 h 766611"/>
              <a:gd name="connsiteX972" fmla="*/ 165447 w 3521106"/>
              <a:gd name="connsiteY972" fmla="*/ 271534 h 766611"/>
              <a:gd name="connsiteX973" fmla="*/ 143976 w 3521106"/>
              <a:gd name="connsiteY973" fmla="*/ 271534 h 766611"/>
              <a:gd name="connsiteX974" fmla="*/ 161658 w 3521106"/>
              <a:gd name="connsiteY974" fmla="*/ 284164 h 766611"/>
              <a:gd name="connsiteX975" fmla="*/ 155343 w 3521106"/>
              <a:gd name="connsiteY975" fmla="*/ 305634 h 766611"/>
              <a:gd name="connsiteX976" fmla="*/ 170498 w 3521106"/>
              <a:gd name="connsiteY976" fmla="*/ 294268 h 766611"/>
              <a:gd name="connsiteX977" fmla="*/ 141451 w 3521106"/>
              <a:gd name="connsiteY977" fmla="*/ 445822 h 766611"/>
              <a:gd name="connsiteX978" fmla="*/ 121243 w 3521106"/>
              <a:gd name="connsiteY978" fmla="*/ 443296 h 766611"/>
              <a:gd name="connsiteX979" fmla="*/ 121243 w 3521106"/>
              <a:gd name="connsiteY979" fmla="*/ 522862 h 766611"/>
              <a:gd name="connsiteX980" fmla="*/ 101036 w 3521106"/>
              <a:gd name="connsiteY980" fmla="*/ 519073 h 766611"/>
              <a:gd name="connsiteX981" fmla="*/ 101036 w 3521106"/>
              <a:gd name="connsiteY981" fmla="*/ 637790 h 766611"/>
              <a:gd name="connsiteX982" fmla="*/ 88407 w 3521106"/>
              <a:gd name="connsiteY982" fmla="*/ 641579 h 766611"/>
              <a:gd name="connsiteX983" fmla="*/ 85881 w 3521106"/>
              <a:gd name="connsiteY983" fmla="*/ 640316 h 766611"/>
              <a:gd name="connsiteX984" fmla="*/ 55570 w 3521106"/>
              <a:gd name="connsiteY984" fmla="*/ 586009 h 766611"/>
              <a:gd name="connsiteX985" fmla="*/ 55570 w 3521106"/>
              <a:gd name="connsiteY985" fmla="*/ 56833 h 766611"/>
              <a:gd name="connsiteX986" fmla="*/ 464766 w 3521106"/>
              <a:gd name="connsiteY986" fmla="*/ 56833 h 766611"/>
              <a:gd name="connsiteX987" fmla="*/ 464766 w 3521106"/>
              <a:gd name="connsiteY987" fmla="*/ 0 h 766611"/>
              <a:gd name="connsiteX988" fmla="*/ 0 w 3521106"/>
              <a:gd name="connsiteY988" fmla="*/ 0 h 766611"/>
              <a:gd name="connsiteX989" fmla="*/ 0 w 3521106"/>
              <a:gd name="connsiteY989" fmla="*/ 588535 h 766611"/>
              <a:gd name="connsiteX990" fmla="*/ 132610 w 3521106"/>
              <a:gd name="connsiteY990" fmla="*/ 713567 h 766611"/>
              <a:gd name="connsiteX991" fmla="*/ 194494 w 3521106"/>
              <a:gd name="connsiteY991" fmla="*/ 713567 h 766611"/>
              <a:gd name="connsiteX992" fmla="*/ 318264 w 3521106"/>
              <a:gd name="connsiteY992" fmla="*/ 766611 h 766611"/>
              <a:gd name="connsiteX993" fmla="*/ 442033 w 3521106"/>
              <a:gd name="connsiteY993" fmla="*/ 713567 h 766611"/>
              <a:gd name="connsiteX994" fmla="*/ 503917 w 3521106"/>
              <a:gd name="connsiteY994" fmla="*/ 713567 h 766611"/>
              <a:gd name="connsiteX995" fmla="*/ 636527 w 3521106"/>
              <a:gd name="connsiteY995" fmla="*/ 588535 h 766611"/>
              <a:gd name="connsiteX996" fmla="*/ 636527 w 3521106"/>
              <a:gd name="connsiteY996" fmla="*/ 174287 h 766611"/>
              <a:gd name="connsiteX997" fmla="*/ 578431 w 3521106"/>
              <a:gd name="connsiteY997" fmla="*/ 174287 h 766611"/>
              <a:gd name="connsiteX998" fmla="*/ 578431 w 3521106"/>
              <a:gd name="connsiteY998" fmla="*/ 174287 h 766611"/>
              <a:gd name="connsiteX999" fmla="*/ 578431 w 3521106"/>
              <a:gd name="connsiteY999" fmla="*/ 588535 h 766611"/>
              <a:gd name="connsiteX1000" fmla="*/ 501392 w 3521106"/>
              <a:gd name="connsiteY1000" fmla="*/ 656734 h 766611"/>
              <a:gd name="connsiteX1001" fmla="*/ 439507 w 3521106"/>
              <a:gd name="connsiteY1001" fmla="*/ 656734 h 766611"/>
              <a:gd name="connsiteX1002" fmla="*/ 317001 w 3521106"/>
              <a:gd name="connsiteY1002" fmla="*/ 692097 h 766611"/>
              <a:gd name="connsiteX1003" fmla="*/ 314475 w 3521106"/>
              <a:gd name="connsiteY1003" fmla="*/ 693360 h 766611"/>
              <a:gd name="connsiteX1004" fmla="*/ 311949 w 3521106"/>
              <a:gd name="connsiteY1004" fmla="*/ 692097 h 766611"/>
              <a:gd name="connsiteX1005" fmla="*/ 189443 w 3521106"/>
              <a:gd name="connsiteY1005" fmla="*/ 656734 h 766611"/>
              <a:gd name="connsiteX1006" fmla="*/ 138925 w 3521106"/>
              <a:gd name="connsiteY1006" fmla="*/ 656734 h 766611"/>
              <a:gd name="connsiteX1007" fmla="*/ 138925 w 3521106"/>
              <a:gd name="connsiteY1007" fmla="*/ 573380 h 766611"/>
              <a:gd name="connsiteX1008" fmla="*/ 159132 w 3521106"/>
              <a:gd name="connsiteY1008" fmla="*/ 577169 h 766611"/>
              <a:gd name="connsiteX1009" fmla="*/ 159132 w 3521106"/>
              <a:gd name="connsiteY1009" fmla="*/ 495077 h 766611"/>
              <a:gd name="connsiteX1010" fmla="*/ 167972 w 3521106"/>
              <a:gd name="connsiteY1010" fmla="*/ 495077 h 766611"/>
              <a:gd name="connsiteX1011" fmla="*/ 178076 w 3521106"/>
              <a:gd name="connsiteY1011" fmla="*/ 496340 h 766611"/>
              <a:gd name="connsiteX1012" fmla="*/ 178076 w 3521106"/>
              <a:gd name="connsiteY1012" fmla="*/ 578431 h 766611"/>
              <a:gd name="connsiteX1013" fmla="*/ 198283 w 3521106"/>
              <a:gd name="connsiteY1013" fmla="*/ 574643 h 766611"/>
              <a:gd name="connsiteX1014" fmla="*/ 198283 w 3521106"/>
              <a:gd name="connsiteY1014" fmla="*/ 656734 h 766611"/>
              <a:gd name="connsiteX1015" fmla="*/ 314475 w 3521106"/>
              <a:gd name="connsiteY1015" fmla="*/ 622635 h 766611"/>
              <a:gd name="connsiteX1016" fmla="*/ 314475 w 3521106"/>
              <a:gd name="connsiteY1016" fmla="*/ 498866 h 766611"/>
              <a:gd name="connsiteX1017" fmla="*/ 323316 w 3521106"/>
              <a:gd name="connsiteY1017" fmla="*/ 498866 h 766611"/>
              <a:gd name="connsiteX1018" fmla="*/ 359941 w 3521106"/>
              <a:gd name="connsiteY1018" fmla="*/ 481184 h 766611"/>
              <a:gd name="connsiteX1019" fmla="*/ 396567 w 3521106"/>
              <a:gd name="connsiteY1019" fmla="*/ 498866 h 766611"/>
              <a:gd name="connsiteX1020" fmla="*/ 405407 w 3521106"/>
              <a:gd name="connsiteY1020" fmla="*/ 498866 h 766611"/>
              <a:gd name="connsiteX1021" fmla="*/ 405407 w 3521106"/>
              <a:gd name="connsiteY1021" fmla="*/ 593587 h 766611"/>
              <a:gd name="connsiteX1022" fmla="*/ 519073 w 3521106"/>
              <a:gd name="connsiteY1022" fmla="*/ 559487 h 766611"/>
              <a:gd name="connsiteX1023" fmla="*/ 519073 w 3521106"/>
              <a:gd name="connsiteY1023" fmla="*/ 493814 h 766611"/>
              <a:gd name="connsiteX1024" fmla="*/ 550647 w 3521106"/>
              <a:gd name="connsiteY1024" fmla="*/ 463503 h 766611"/>
              <a:gd name="connsiteX1025" fmla="*/ 550647 w 3521106"/>
              <a:gd name="connsiteY1025" fmla="*/ 399092 h 766611"/>
              <a:gd name="connsiteX1026" fmla="*/ 535491 w 3521106"/>
              <a:gd name="connsiteY1026" fmla="*/ 412985 h 766611"/>
              <a:gd name="connsiteX1027" fmla="*/ 535491 w 3521106"/>
              <a:gd name="connsiteY1027" fmla="*/ 399092 h 766611"/>
              <a:gd name="connsiteX1028" fmla="*/ 569591 w 3521106"/>
              <a:gd name="connsiteY1028" fmla="*/ 363730 h 766611"/>
              <a:gd name="connsiteX1029" fmla="*/ 569591 w 3521106"/>
              <a:gd name="connsiteY1029" fmla="*/ 298056 h 766611"/>
              <a:gd name="connsiteX1030" fmla="*/ 555698 w 3521106"/>
              <a:gd name="connsiteY1030" fmla="*/ 315738 h 766611"/>
              <a:gd name="connsiteX1031" fmla="*/ 555698 w 3521106"/>
              <a:gd name="connsiteY1031" fmla="*/ 310686 h 766611"/>
              <a:gd name="connsiteX1032" fmla="*/ 578431 w 3521106"/>
              <a:gd name="connsiteY1032" fmla="*/ 250064 h 766611"/>
              <a:gd name="connsiteX1033" fmla="*/ 578431 w 3521106"/>
              <a:gd name="connsiteY1033" fmla="*/ 588535 h 766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</a:cxnLst>
            <a:rect l="l" t="t" r="r" b="b"/>
            <a:pathLst>
              <a:path w="3521106" h="766611">
                <a:moveTo>
                  <a:pt x="1000257" y="195757"/>
                </a:moveTo>
                <a:lnTo>
                  <a:pt x="1012887" y="195757"/>
                </a:lnTo>
                <a:lnTo>
                  <a:pt x="1012887" y="242487"/>
                </a:lnTo>
                <a:lnTo>
                  <a:pt x="985102" y="242487"/>
                </a:lnTo>
                <a:lnTo>
                  <a:pt x="985102" y="221016"/>
                </a:lnTo>
                <a:lnTo>
                  <a:pt x="932058" y="221016"/>
                </a:lnTo>
                <a:lnTo>
                  <a:pt x="932058" y="242487"/>
                </a:lnTo>
                <a:lnTo>
                  <a:pt x="905536" y="242487"/>
                </a:lnTo>
                <a:lnTo>
                  <a:pt x="905536" y="195757"/>
                </a:lnTo>
                <a:lnTo>
                  <a:pt x="911851" y="195757"/>
                </a:lnTo>
                <a:cubicBezTo>
                  <a:pt x="915639" y="193231"/>
                  <a:pt x="918165" y="188180"/>
                  <a:pt x="921954" y="180602"/>
                </a:cubicBezTo>
                <a:cubicBezTo>
                  <a:pt x="924480" y="173024"/>
                  <a:pt x="927006" y="164184"/>
                  <a:pt x="927006" y="152817"/>
                </a:cubicBezTo>
                <a:lnTo>
                  <a:pt x="927006" y="121243"/>
                </a:lnTo>
                <a:lnTo>
                  <a:pt x="1000257" y="121243"/>
                </a:lnTo>
                <a:lnTo>
                  <a:pt x="1000257" y="195757"/>
                </a:lnTo>
                <a:close/>
                <a:moveTo>
                  <a:pt x="972472" y="195757"/>
                </a:moveTo>
                <a:lnTo>
                  <a:pt x="972472" y="147765"/>
                </a:lnTo>
                <a:lnTo>
                  <a:pt x="952265" y="147765"/>
                </a:lnTo>
                <a:lnTo>
                  <a:pt x="952265" y="154080"/>
                </a:lnTo>
                <a:cubicBezTo>
                  <a:pt x="952265" y="164184"/>
                  <a:pt x="951002" y="174287"/>
                  <a:pt x="948476" y="181865"/>
                </a:cubicBezTo>
                <a:cubicBezTo>
                  <a:pt x="945950" y="189443"/>
                  <a:pt x="943424" y="194494"/>
                  <a:pt x="939635" y="197020"/>
                </a:cubicBezTo>
                <a:lnTo>
                  <a:pt x="972472" y="197020"/>
                </a:lnTo>
                <a:close/>
                <a:moveTo>
                  <a:pt x="1103819" y="197020"/>
                </a:moveTo>
                <a:lnTo>
                  <a:pt x="1053301" y="197020"/>
                </a:lnTo>
                <a:lnTo>
                  <a:pt x="1053301" y="181865"/>
                </a:lnTo>
                <a:lnTo>
                  <a:pt x="1091190" y="181865"/>
                </a:lnTo>
                <a:lnTo>
                  <a:pt x="1091190" y="159132"/>
                </a:lnTo>
                <a:lnTo>
                  <a:pt x="1053301" y="159132"/>
                </a:lnTo>
                <a:lnTo>
                  <a:pt x="1053301" y="145239"/>
                </a:lnTo>
                <a:lnTo>
                  <a:pt x="1102556" y="145239"/>
                </a:lnTo>
                <a:lnTo>
                  <a:pt x="1102556" y="122506"/>
                </a:lnTo>
                <a:lnTo>
                  <a:pt x="1026779" y="122506"/>
                </a:lnTo>
                <a:lnTo>
                  <a:pt x="1026779" y="222279"/>
                </a:lnTo>
                <a:lnTo>
                  <a:pt x="1103819" y="222279"/>
                </a:lnTo>
                <a:lnTo>
                  <a:pt x="1103819" y="197020"/>
                </a:lnTo>
                <a:close/>
                <a:moveTo>
                  <a:pt x="1149285" y="147765"/>
                </a:moveTo>
                <a:lnTo>
                  <a:pt x="1184648" y="147765"/>
                </a:lnTo>
                <a:lnTo>
                  <a:pt x="1184648" y="222279"/>
                </a:lnTo>
                <a:lnTo>
                  <a:pt x="1211170" y="222279"/>
                </a:lnTo>
                <a:lnTo>
                  <a:pt x="1211170" y="122506"/>
                </a:lnTo>
                <a:lnTo>
                  <a:pt x="1122763" y="122506"/>
                </a:lnTo>
                <a:lnTo>
                  <a:pt x="1122763" y="222279"/>
                </a:lnTo>
                <a:lnTo>
                  <a:pt x="1149285" y="222279"/>
                </a:lnTo>
                <a:lnTo>
                  <a:pt x="1149285" y="147765"/>
                </a:lnTo>
                <a:close/>
                <a:moveTo>
                  <a:pt x="1251584" y="222279"/>
                </a:moveTo>
                <a:lnTo>
                  <a:pt x="1222536" y="222279"/>
                </a:lnTo>
                <a:lnTo>
                  <a:pt x="1260425" y="122506"/>
                </a:lnTo>
                <a:lnTo>
                  <a:pt x="1290736" y="122506"/>
                </a:lnTo>
                <a:lnTo>
                  <a:pt x="1328625" y="222279"/>
                </a:lnTo>
                <a:lnTo>
                  <a:pt x="1300839" y="222279"/>
                </a:lnTo>
                <a:lnTo>
                  <a:pt x="1294525" y="203335"/>
                </a:lnTo>
                <a:lnTo>
                  <a:pt x="1260425" y="203335"/>
                </a:lnTo>
                <a:lnTo>
                  <a:pt x="1251584" y="222279"/>
                </a:lnTo>
                <a:close/>
                <a:moveTo>
                  <a:pt x="1275580" y="147765"/>
                </a:moveTo>
                <a:lnTo>
                  <a:pt x="1265477" y="180602"/>
                </a:lnTo>
                <a:lnTo>
                  <a:pt x="1286947" y="180602"/>
                </a:lnTo>
                <a:lnTo>
                  <a:pt x="1275580" y="147765"/>
                </a:lnTo>
                <a:lnTo>
                  <a:pt x="1275580" y="147765"/>
                </a:lnTo>
                <a:close/>
                <a:moveTo>
                  <a:pt x="1341254" y="222279"/>
                </a:moveTo>
                <a:lnTo>
                  <a:pt x="1341254" y="122506"/>
                </a:lnTo>
                <a:lnTo>
                  <a:pt x="1385457" y="122506"/>
                </a:lnTo>
                <a:cubicBezTo>
                  <a:pt x="1393035" y="122506"/>
                  <a:pt x="1399349" y="123769"/>
                  <a:pt x="1404402" y="127558"/>
                </a:cubicBezTo>
                <a:cubicBezTo>
                  <a:pt x="1409453" y="130084"/>
                  <a:pt x="1414505" y="135136"/>
                  <a:pt x="1417031" y="140188"/>
                </a:cubicBezTo>
                <a:cubicBezTo>
                  <a:pt x="1419557" y="145239"/>
                  <a:pt x="1422082" y="151554"/>
                  <a:pt x="1422082" y="157869"/>
                </a:cubicBezTo>
                <a:cubicBezTo>
                  <a:pt x="1422082" y="164184"/>
                  <a:pt x="1420820" y="170498"/>
                  <a:pt x="1417031" y="175550"/>
                </a:cubicBezTo>
                <a:cubicBezTo>
                  <a:pt x="1414505" y="180602"/>
                  <a:pt x="1409453" y="184391"/>
                  <a:pt x="1404402" y="188180"/>
                </a:cubicBezTo>
                <a:cubicBezTo>
                  <a:pt x="1399349" y="190706"/>
                  <a:pt x="1391772" y="193231"/>
                  <a:pt x="1385457" y="193231"/>
                </a:cubicBezTo>
                <a:lnTo>
                  <a:pt x="1367776" y="193231"/>
                </a:lnTo>
                <a:lnTo>
                  <a:pt x="1367776" y="223542"/>
                </a:lnTo>
                <a:lnTo>
                  <a:pt x="1341254" y="223542"/>
                </a:lnTo>
                <a:close/>
                <a:moveTo>
                  <a:pt x="1384194" y="167972"/>
                </a:moveTo>
                <a:cubicBezTo>
                  <a:pt x="1386720" y="167972"/>
                  <a:pt x="1390509" y="166710"/>
                  <a:pt x="1391772" y="164184"/>
                </a:cubicBezTo>
                <a:cubicBezTo>
                  <a:pt x="1394298" y="161658"/>
                  <a:pt x="1395561" y="159132"/>
                  <a:pt x="1395561" y="156606"/>
                </a:cubicBezTo>
                <a:cubicBezTo>
                  <a:pt x="1395561" y="154080"/>
                  <a:pt x="1394298" y="151554"/>
                  <a:pt x="1391772" y="149028"/>
                </a:cubicBezTo>
                <a:cubicBezTo>
                  <a:pt x="1389246" y="146502"/>
                  <a:pt x="1386720" y="145239"/>
                  <a:pt x="1384194" y="145239"/>
                </a:cubicBezTo>
                <a:lnTo>
                  <a:pt x="1367776" y="145239"/>
                </a:lnTo>
                <a:lnTo>
                  <a:pt x="1367776" y="166710"/>
                </a:lnTo>
                <a:lnTo>
                  <a:pt x="1384194" y="166710"/>
                </a:lnTo>
                <a:close/>
                <a:moveTo>
                  <a:pt x="1483967" y="147765"/>
                </a:moveTo>
                <a:lnTo>
                  <a:pt x="1511752" y="147765"/>
                </a:lnTo>
                <a:lnTo>
                  <a:pt x="1511752" y="122506"/>
                </a:lnTo>
                <a:lnTo>
                  <a:pt x="1429661" y="122506"/>
                </a:lnTo>
                <a:lnTo>
                  <a:pt x="1429661" y="147765"/>
                </a:lnTo>
                <a:lnTo>
                  <a:pt x="1457446" y="147765"/>
                </a:lnTo>
                <a:lnTo>
                  <a:pt x="1457446" y="222279"/>
                </a:lnTo>
                <a:lnTo>
                  <a:pt x="1483967" y="222279"/>
                </a:lnTo>
                <a:lnTo>
                  <a:pt x="1483967" y="147765"/>
                </a:lnTo>
                <a:close/>
                <a:moveTo>
                  <a:pt x="1537011" y="222279"/>
                </a:moveTo>
                <a:lnTo>
                  <a:pt x="1507964" y="222279"/>
                </a:lnTo>
                <a:lnTo>
                  <a:pt x="1545852" y="122506"/>
                </a:lnTo>
                <a:lnTo>
                  <a:pt x="1576163" y="122506"/>
                </a:lnTo>
                <a:lnTo>
                  <a:pt x="1614051" y="222279"/>
                </a:lnTo>
                <a:lnTo>
                  <a:pt x="1585003" y="222279"/>
                </a:lnTo>
                <a:lnTo>
                  <a:pt x="1578689" y="203335"/>
                </a:lnTo>
                <a:lnTo>
                  <a:pt x="1544589" y="203335"/>
                </a:lnTo>
                <a:lnTo>
                  <a:pt x="1537011" y="222279"/>
                </a:lnTo>
                <a:close/>
                <a:moveTo>
                  <a:pt x="1561007" y="147765"/>
                </a:moveTo>
                <a:lnTo>
                  <a:pt x="1550904" y="180602"/>
                </a:lnTo>
                <a:lnTo>
                  <a:pt x="1572374" y="180602"/>
                </a:lnTo>
                <a:lnTo>
                  <a:pt x="1561007" y="147765"/>
                </a:lnTo>
                <a:lnTo>
                  <a:pt x="1561007" y="147765"/>
                </a:lnTo>
                <a:close/>
                <a:moveTo>
                  <a:pt x="1651940" y="162921"/>
                </a:moveTo>
                <a:lnTo>
                  <a:pt x="1651940" y="162921"/>
                </a:lnTo>
                <a:lnTo>
                  <a:pt x="1679725" y="197020"/>
                </a:lnTo>
                <a:lnTo>
                  <a:pt x="1707510" y="162921"/>
                </a:lnTo>
                <a:lnTo>
                  <a:pt x="1707510" y="162921"/>
                </a:lnTo>
                <a:lnTo>
                  <a:pt x="1707510" y="221016"/>
                </a:lnTo>
                <a:lnTo>
                  <a:pt x="1734031" y="221016"/>
                </a:lnTo>
                <a:lnTo>
                  <a:pt x="1734031" y="122506"/>
                </a:lnTo>
                <a:lnTo>
                  <a:pt x="1710036" y="122506"/>
                </a:lnTo>
                <a:lnTo>
                  <a:pt x="1679725" y="160395"/>
                </a:lnTo>
                <a:lnTo>
                  <a:pt x="1679725" y="160395"/>
                </a:lnTo>
                <a:lnTo>
                  <a:pt x="1649414" y="122506"/>
                </a:lnTo>
                <a:lnTo>
                  <a:pt x="1625418" y="122506"/>
                </a:lnTo>
                <a:lnTo>
                  <a:pt x="1625418" y="222279"/>
                </a:lnTo>
                <a:lnTo>
                  <a:pt x="1651940" y="222279"/>
                </a:lnTo>
                <a:lnTo>
                  <a:pt x="1651940" y="162921"/>
                </a:lnTo>
                <a:close/>
                <a:moveTo>
                  <a:pt x="1835068" y="197020"/>
                </a:moveTo>
                <a:lnTo>
                  <a:pt x="1784549" y="197020"/>
                </a:lnTo>
                <a:lnTo>
                  <a:pt x="1784549" y="181865"/>
                </a:lnTo>
                <a:lnTo>
                  <a:pt x="1822438" y="181865"/>
                </a:lnTo>
                <a:lnTo>
                  <a:pt x="1822438" y="159132"/>
                </a:lnTo>
                <a:lnTo>
                  <a:pt x="1784549" y="159132"/>
                </a:lnTo>
                <a:lnTo>
                  <a:pt x="1784549" y="145239"/>
                </a:lnTo>
                <a:lnTo>
                  <a:pt x="1833805" y="145239"/>
                </a:lnTo>
                <a:lnTo>
                  <a:pt x="1833805" y="122506"/>
                </a:lnTo>
                <a:lnTo>
                  <a:pt x="1758028" y="122506"/>
                </a:lnTo>
                <a:lnTo>
                  <a:pt x="1758028" y="222279"/>
                </a:lnTo>
                <a:lnTo>
                  <a:pt x="1835068" y="222279"/>
                </a:lnTo>
                <a:lnTo>
                  <a:pt x="1835068" y="197020"/>
                </a:lnTo>
                <a:close/>
                <a:moveTo>
                  <a:pt x="1880534" y="184391"/>
                </a:moveTo>
                <a:lnTo>
                  <a:pt x="1917159" y="184391"/>
                </a:lnTo>
                <a:lnTo>
                  <a:pt x="1917159" y="222279"/>
                </a:lnTo>
                <a:lnTo>
                  <a:pt x="1943682" y="222279"/>
                </a:lnTo>
                <a:lnTo>
                  <a:pt x="1943682" y="122506"/>
                </a:lnTo>
                <a:lnTo>
                  <a:pt x="1917159" y="122506"/>
                </a:lnTo>
                <a:lnTo>
                  <a:pt x="1917159" y="159132"/>
                </a:lnTo>
                <a:lnTo>
                  <a:pt x="1880534" y="159132"/>
                </a:lnTo>
                <a:lnTo>
                  <a:pt x="1880534" y="122506"/>
                </a:lnTo>
                <a:lnTo>
                  <a:pt x="1854012" y="122506"/>
                </a:lnTo>
                <a:lnTo>
                  <a:pt x="1854012" y="222279"/>
                </a:lnTo>
                <a:lnTo>
                  <a:pt x="1880534" y="222279"/>
                </a:lnTo>
                <a:lnTo>
                  <a:pt x="1880534" y="184391"/>
                </a:lnTo>
                <a:close/>
                <a:moveTo>
                  <a:pt x="2013144" y="147765"/>
                </a:moveTo>
                <a:lnTo>
                  <a:pt x="2040928" y="147765"/>
                </a:lnTo>
                <a:lnTo>
                  <a:pt x="2040928" y="122506"/>
                </a:lnTo>
                <a:lnTo>
                  <a:pt x="1958837" y="122506"/>
                </a:lnTo>
                <a:lnTo>
                  <a:pt x="1958837" y="147765"/>
                </a:lnTo>
                <a:lnTo>
                  <a:pt x="1986622" y="147765"/>
                </a:lnTo>
                <a:lnTo>
                  <a:pt x="1986622" y="222279"/>
                </a:lnTo>
                <a:lnTo>
                  <a:pt x="2013144" y="222279"/>
                </a:lnTo>
                <a:lnTo>
                  <a:pt x="2013144" y="147765"/>
                </a:lnTo>
                <a:close/>
                <a:moveTo>
                  <a:pt x="2092710" y="218490"/>
                </a:moveTo>
                <a:cubicBezTo>
                  <a:pt x="2100287" y="222279"/>
                  <a:pt x="2109128" y="223542"/>
                  <a:pt x="2119232" y="223542"/>
                </a:cubicBezTo>
                <a:cubicBezTo>
                  <a:pt x="2129335" y="223542"/>
                  <a:pt x="2139439" y="221016"/>
                  <a:pt x="2147017" y="215965"/>
                </a:cubicBezTo>
                <a:cubicBezTo>
                  <a:pt x="2155857" y="210913"/>
                  <a:pt x="2162172" y="204598"/>
                  <a:pt x="2167223" y="197020"/>
                </a:cubicBezTo>
                <a:cubicBezTo>
                  <a:pt x="2172276" y="189443"/>
                  <a:pt x="2174802" y="180602"/>
                  <a:pt x="2174802" y="170498"/>
                </a:cubicBezTo>
                <a:cubicBezTo>
                  <a:pt x="2174802" y="160395"/>
                  <a:pt x="2172276" y="151554"/>
                  <a:pt x="2168487" y="143976"/>
                </a:cubicBezTo>
                <a:cubicBezTo>
                  <a:pt x="2163435" y="136399"/>
                  <a:pt x="2157120" y="130084"/>
                  <a:pt x="2149543" y="125032"/>
                </a:cubicBezTo>
                <a:cubicBezTo>
                  <a:pt x="2141964" y="119980"/>
                  <a:pt x="2131861" y="117454"/>
                  <a:pt x="2121758" y="117454"/>
                </a:cubicBezTo>
                <a:cubicBezTo>
                  <a:pt x="2111654" y="117454"/>
                  <a:pt x="2102813" y="118717"/>
                  <a:pt x="2095236" y="122506"/>
                </a:cubicBezTo>
                <a:cubicBezTo>
                  <a:pt x="2087658" y="126295"/>
                  <a:pt x="2081343" y="131347"/>
                  <a:pt x="2076292" y="136399"/>
                </a:cubicBezTo>
                <a:lnTo>
                  <a:pt x="2093972" y="152817"/>
                </a:lnTo>
                <a:cubicBezTo>
                  <a:pt x="2097761" y="149028"/>
                  <a:pt x="2101551" y="146502"/>
                  <a:pt x="2105339" y="143976"/>
                </a:cubicBezTo>
                <a:cubicBezTo>
                  <a:pt x="2109128" y="141450"/>
                  <a:pt x="2114180" y="141450"/>
                  <a:pt x="2120495" y="141450"/>
                </a:cubicBezTo>
                <a:cubicBezTo>
                  <a:pt x="2125546" y="141450"/>
                  <a:pt x="2130598" y="142713"/>
                  <a:pt x="2135650" y="145239"/>
                </a:cubicBezTo>
                <a:cubicBezTo>
                  <a:pt x="2139439" y="147765"/>
                  <a:pt x="2143228" y="151554"/>
                  <a:pt x="2144491" y="156606"/>
                </a:cubicBezTo>
                <a:lnTo>
                  <a:pt x="2106602" y="156606"/>
                </a:lnTo>
                <a:lnTo>
                  <a:pt x="2106602" y="179339"/>
                </a:lnTo>
                <a:lnTo>
                  <a:pt x="2144491" y="179339"/>
                </a:lnTo>
                <a:cubicBezTo>
                  <a:pt x="2141964" y="184391"/>
                  <a:pt x="2139439" y="188180"/>
                  <a:pt x="2134387" y="190706"/>
                </a:cubicBezTo>
                <a:cubicBezTo>
                  <a:pt x="2129335" y="193231"/>
                  <a:pt x="2124284" y="195757"/>
                  <a:pt x="2119232" y="195757"/>
                </a:cubicBezTo>
                <a:cubicBezTo>
                  <a:pt x="2112917" y="195757"/>
                  <a:pt x="2107865" y="194494"/>
                  <a:pt x="2104076" y="193231"/>
                </a:cubicBezTo>
                <a:cubicBezTo>
                  <a:pt x="2100287" y="190706"/>
                  <a:pt x="2096498" y="188180"/>
                  <a:pt x="2091446" y="184391"/>
                </a:cubicBezTo>
                <a:lnTo>
                  <a:pt x="2073766" y="200809"/>
                </a:lnTo>
                <a:cubicBezTo>
                  <a:pt x="2078817" y="210913"/>
                  <a:pt x="2085132" y="214702"/>
                  <a:pt x="2092710" y="218490"/>
                </a:cubicBezTo>
                <a:moveTo>
                  <a:pt x="2219005" y="195757"/>
                </a:moveTo>
                <a:lnTo>
                  <a:pt x="2229108" y="183128"/>
                </a:lnTo>
                <a:lnTo>
                  <a:pt x="2254367" y="221016"/>
                </a:lnTo>
                <a:lnTo>
                  <a:pt x="2285941" y="221016"/>
                </a:lnTo>
                <a:lnTo>
                  <a:pt x="2248053" y="162921"/>
                </a:lnTo>
                <a:lnTo>
                  <a:pt x="2283415" y="121243"/>
                </a:lnTo>
                <a:lnTo>
                  <a:pt x="2251841" y="121243"/>
                </a:lnTo>
                <a:lnTo>
                  <a:pt x="2219005" y="159132"/>
                </a:lnTo>
                <a:lnTo>
                  <a:pt x="2219005" y="121243"/>
                </a:lnTo>
                <a:lnTo>
                  <a:pt x="2192483" y="121243"/>
                </a:lnTo>
                <a:lnTo>
                  <a:pt x="2192483" y="221016"/>
                </a:lnTo>
                <a:lnTo>
                  <a:pt x="2219005" y="221016"/>
                </a:lnTo>
                <a:lnTo>
                  <a:pt x="2219005" y="195757"/>
                </a:lnTo>
                <a:close/>
                <a:moveTo>
                  <a:pt x="2313726" y="217228"/>
                </a:moveTo>
                <a:cubicBezTo>
                  <a:pt x="2304885" y="212176"/>
                  <a:pt x="2298571" y="205861"/>
                  <a:pt x="2293519" y="198283"/>
                </a:cubicBezTo>
                <a:cubicBezTo>
                  <a:pt x="2288467" y="190706"/>
                  <a:pt x="2285941" y="181865"/>
                  <a:pt x="2285941" y="171761"/>
                </a:cubicBezTo>
                <a:cubicBezTo>
                  <a:pt x="2285941" y="161658"/>
                  <a:pt x="2288467" y="152817"/>
                  <a:pt x="2293519" y="145239"/>
                </a:cubicBezTo>
                <a:cubicBezTo>
                  <a:pt x="2298571" y="137662"/>
                  <a:pt x="2304885" y="131347"/>
                  <a:pt x="2313726" y="126295"/>
                </a:cubicBezTo>
                <a:cubicBezTo>
                  <a:pt x="2322567" y="121243"/>
                  <a:pt x="2331407" y="118717"/>
                  <a:pt x="2341511" y="118717"/>
                </a:cubicBezTo>
                <a:cubicBezTo>
                  <a:pt x="2351615" y="118717"/>
                  <a:pt x="2361718" y="121243"/>
                  <a:pt x="2369296" y="126295"/>
                </a:cubicBezTo>
                <a:cubicBezTo>
                  <a:pt x="2378136" y="131347"/>
                  <a:pt x="2384451" y="137662"/>
                  <a:pt x="2389503" y="145239"/>
                </a:cubicBezTo>
                <a:cubicBezTo>
                  <a:pt x="2394555" y="152817"/>
                  <a:pt x="2397081" y="161658"/>
                  <a:pt x="2397081" y="171761"/>
                </a:cubicBezTo>
                <a:cubicBezTo>
                  <a:pt x="2397081" y="181865"/>
                  <a:pt x="2394555" y="190706"/>
                  <a:pt x="2389503" y="198283"/>
                </a:cubicBezTo>
                <a:cubicBezTo>
                  <a:pt x="2384451" y="205861"/>
                  <a:pt x="2378136" y="212176"/>
                  <a:pt x="2369296" y="217228"/>
                </a:cubicBezTo>
                <a:cubicBezTo>
                  <a:pt x="2360456" y="222279"/>
                  <a:pt x="2351615" y="224805"/>
                  <a:pt x="2341511" y="224805"/>
                </a:cubicBezTo>
                <a:cubicBezTo>
                  <a:pt x="2332671" y="224805"/>
                  <a:pt x="2322567" y="222279"/>
                  <a:pt x="2313726" y="217228"/>
                </a:cubicBezTo>
                <a:moveTo>
                  <a:pt x="2356666" y="195757"/>
                </a:moveTo>
                <a:cubicBezTo>
                  <a:pt x="2360456" y="193231"/>
                  <a:pt x="2364244" y="189443"/>
                  <a:pt x="2366770" y="185654"/>
                </a:cubicBezTo>
                <a:cubicBezTo>
                  <a:pt x="2369296" y="181865"/>
                  <a:pt x="2370559" y="176813"/>
                  <a:pt x="2370559" y="171761"/>
                </a:cubicBezTo>
                <a:cubicBezTo>
                  <a:pt x="2370559" y="166710"/>
                  <a:pt x="2369296" y="161658"/>
                  <a:pt x="2366770" y="157869"/>
                </a:cubicBezTo>
                <a:cubicBezTo>
                  <a:pt x="2364244" y="154080"/>
                  <a:pt x="2360456" y="150291"/>
                  <a:pt x="2356666" y="147765"/>
                </a:cubicBezTo>
                <a:cubicBezTo>
                  <a:pt x="2352877" y="145239"/>
                  <a:pt x="2347826" y="143976"/>
                  <a:pt x="2342774" y="143976"/>
                </a:cubicBezTo>
                <a:cubicBezTo>
                  <a:pt x="2337722" y="143976"/>
                  <a:pt x="2332671" y="145239"/>
                  <a:pt x="2328882" y="147765"/>
                </a:cubicBezTo>
                <a:cubicBezTo>
                  <a:pt x="2325092" y="150291"/>
                  <a:pt x="2321304" y="154080"/>
                  <a:pt x="2318778" y="157869"/>
                </a:cubicBezTo>
                <a:cubicBezTo>
                  <a:pt x="2316252" y="161658"/>
                  <a:pt x="2314989" y="166710"/>
                  <a:pt x="2314989" y="171761"/>
                </a:cubicBezTo>
                <a:cubicBezTo>
                  <a:pt x="2314989" y="176813"/>
                  <a:pt x="2316252" y="181865"/>
                  <a:pt x="2318778" y="185654"/>
                </a:cubicBezTo>
                <a:cubicBezTo>
                  <a:pt x="2321304" y="189443"/>
                  <a:pt x="2325092" y="193231"/>
                  <a:pt x="2328882" y="195757"/>
                </a:cubicBezTo>
                <a:cubicBezTo>
                  <a:pt x="2332671" y="198283"/>
                  <a:pt x="2337722" y="199546"/>
                  <a:pt x="2342774" y="199546"/>
                </a:cubicBezTo>
                <a:cubicBezTo>
                  <a:pt x="2347826" y="199546"/>
                  <a:pt x="2352877" y="198283"/>
                  <a:pt x="2356666" y="195757"/>
                </a:cubicBezTo>
                <a:moveTo>
                  <a:pt x="2442547" y="184391"/>
                </a:moveTo>
                <a:lnTo>
                  <a:pt x="2479173" y="184391"/>
                </a:lnTo>
                <a:lnTo>
                  <a:pt x="2479173" y="222279"/>
                </a:lnTo>
                <a:lnTo>
                  <a:pt x="2505695" y="222279"/>
                </a:lnTo>
                <a:lnTo>
                  <a:pt x="2505695" y="122506"/>
                </a:lnTo>
                <a:lnTo>
                  <a:pt x="2479173" y="122506"/>
                </a:lnTo>
                <a:lnTo>
                  <a:pt x="2479173" y="159132"/>
                </a:lnTo>
                <a:lnTo>
                  <a:pt x="2442547" y="159132"/>
                </a:lnTo>
                <a:lnTo>
                  <a:pt x="2442547" y="122506"/>
                </a:lnTo>
                <a:lnTo>
                  <a:pt x="2416025" y="122506"/>
                </a:lnTo>
                <a:lnTo>
                  <a:pt x="2416025" y="222279"/>
                </a:lnTo>
                <a:lnTo>
                  <a:pt x="2442547" y="222279"/>
                </a:lnTo>
                <a:lnTo>
                  <a:pt x="2442547" y="184391"/>
                </a:lnTo>
                <a:close/>
                <a:moveTo>
                  <a:pt x="2549898" y="217228"/>
                </a:moveTo>
                <a:cubicBezTo>
                  <a:pt x="2541057" y="212176"/>
                  <a:pt x="2534743" y="205861"/>
                  <a:pt x="2529691" y="198283"/>
                </a:cubicBezTo>
                <a:cubicBezTo>
                  <a:pt x="2524639" y="190706"/>
                  <a:pt x="2522113" y="181865"/>
                  <a:pt x="2522113" y="171761"/>
                </a:cubicBezTo>
                <a:cubicBezTo>
                  <a:pt x="2522113" y="161658"/>
                  <a:pt x="2524639" y="152817"/>
                  <a:pt x="2529691" y="145239"/>
                </a:cubicBezTo>
                <a:cubicBezTo>
                  <a:pt x="2534743" y="137662"/>
                  <a:pt x="2541057" y="131347"/>
                  <a:pt x="2549898" y="126295"/>
                </a:cubicBezTo>
                <a:cubicBezTo>
                  <a:pt x="2558738" y="121243"/>
                  <a:pt x="2567579" y="118717"/>
                  <a:pt x="2577683" y="118717"/>
                </a:cubicBezTo>
                <a:cubicBezTo>
                  <a:pt x="2587787" y="118717"/>
                  <a:pt x="2597890" y="121243"/>
                  <a:pt x="2605468" y="126295"/>
                </a:cubicBezTo>
                <a:cubicBezTo>
                  <a:pt x="2614308" y="131347"/>
                  <a:pt x="2620623" y="137662"/>
                  <a:pt x="2625675" y="145239"/>
                </a:cubicBezTo>
                <a:cubicBezTo>
                  <a:pt x="2630727" y="152817"/>
                  <a:pt x="2633253" y="161658"/>
                  <a:pt x="2633253" y="171761"/>
                </a:cubicBezTo>
                <a:cubicBezTo>
                  <a:pt x="2633253" y="181865"/>
                  <a:pt x="2630727" y="190706"/>
                  <a:pt x="2625675" y="198283"/>
                </a:cubicBezTo>
                <a:cubicBezTo>
                  <a:pt x="2620623" y="205861"/>
                  <a:pt x="2614308" y="212176"/>
                  <a:pt x="2605468" y="217228"/>
                </a:cubicBezTo>
                <a:cubicBezTo>
                  <a:pt x="2596627" y="222279"/>
                  <a:pt x="2587787" y="224805"/>
                  <a:pt x="2577683" y="224805"/>
                </a:cubicBezTo>
                <a:cubicBezTo>
                  <a:pt x="2567579" y="224805"/>
                  <a:pt x="2557476" y="222279"/>
                  <a:pt x="2549898" y="217228"/>
                </a:cubicBezTo>
                <a:moveTo>
                  <a:pt x="2591575" y="195757"/>
                </a:moveTo>
                <a:cubicBezTo>
                  <a:pt x="2595364" y="193231"/>
                  <a:pt x="2599153" y="189443"/>
                  <a:pt x="2601679" y="185654"/>
                </a:cubicBezTo>
                <a:cubicBezTo>
                  <a:pt x="2604205" y="181865"/>
                  <a:pt x="2605468" y="176813"/>
                  <a:pt x="2605468" y="171761"/>
                </a:cubicBezTo>
                <a:cubicBezTo>
                  <a:pt x="2605468" y="166710"/>
                  <a:pt x="2604205" y="161658"/>
                  <a:pt x="2601679" y="157869"/>
                </a:cubicBezTo>
                <a:cubicBezTo>
                  <a:pt x="2599153" y="154080"/>
                  <a:pt x="2595364" y="150291"/>
                  <a:pt x="2591575" y="147765"/>
                </a:cubicBezTo>
                <a:cubicBezTo>
                  <a:pt x="2587787" y="145239"/>
                  <a:pt x="2582735" y="143976"/>
                  <a:pt x="2577683" y="143976"/>
                </a:cubicBezTo>
                <a:cubicBezTo>
                  <a:pt x="2572631" y="143976"/>
                  <a:pt x="2567579" y="145239"/>
                  <a:pt x="2563790" y="147765"/>
                </a:cubicBezTo>
                <a:cubicBezTo>
                  <a:pt x="2560002" y="150291"/>
                  <a:pt x="2556213" y="154080"/>
                  <a:pt x="2553687" y="157869"/>
                </a:cubicBezTo>
                <a:cubicBezTo>
                  <a:pt x="2551161" y="161658"/>
                  <a:pt x="2549898" y="166710"/>
                  <a:pt x="2549898" y="171761"/>
                </a:cubicBezTo>
                <a:cubicBezTo>
                  <a:pt x="2549898" y="176813"/>
                  <a:pt x="2551161" y="181865"/>
                  <a:pt x="2553687" y="185654"/>
                </a:cubicBezTo>
                <a:cubicBezTo>
                  <a:pt x="2556213" y="189443"/>
                  <a:pt x="2560002" y="193231"/>
                  <a:pt x="2563790" y="195757"/>
                </a:cubicBezTo>
                <a:cubicBezTo>
                  <a:pt x="2567579" y="198283"/>
                  <a:pt x="2572631" y="199546"/>
                  <a:pt x="2577683" y="199546"/>
                </a:cubicBezTo>
                <a:cubicBezTo>
                  <a:pt x="2582735" y="199546"/>
                  <a:pt x="2587787" y="198283"/>
                  <a:pt x="2591575" y="195757"/>
                </a:cubicBezTo>
                <a:moveTo>
                  <a:pt x="2677456" y="162921"/>
                </a:moveTo>
                <a:lnTo>
                  <a:pt x="2677456" y="162921"/>
                </a:lnTo>
                <a:lnTo>
                  <a:pt x="2705241" y="197020"/>
                </a:lnTo>
                <a:lnTo>
                  <a:pt x="2733026" y="162921"/>
                </a:lnTo>
                <a:lnTo>
                  <a:pt x="2733026" y="162921"/>
                </a:lnTo>
                <a:lnTo>
                  <a:pt x="2733026" y="221016"/>
                </a:lnTo>
                <a:lnTo>
                  <a:pt x="2759548" y="221016"/>
                </a:lnTo>
                <a:lnTo>
                  <a:pt x="2759548" y="122506"/>
                </a:lnTo>
                <a:lnTo>
                  <a:pt x="2735551" y="122506"/>
                </a:lnTo>
                <a:lnTo>
                  <a:pt x="2705241" y="160395"/>
                </a:lnTo>
                <a:lnTo>
                  <a:pt x="2705241" y="160395"/>
                </a:lnTo>
                <a:lnTo>
                  <a:pt x="2674930" y="122506"/>
                </a:lnTo>
                <a:lnTo>
                  <a:pt x="2650934" y="122506"/>
                </a:lnTo>
                <a:lnTo>
                  <a:pt x="2650934" y="222279"/>
                </a:lnTo>
                <a:lnTo>
                  <a:pt x="2677456" y="222279"/>
                </a:lnTo>
                <a:lnTo>
                  <a:pt x="2677456" y="162921"/>
                </a:lnTo>
                <a:close/>
                <a:moveTo>
                  <a:pt x="2847954" y="166710"/>
                </a:moveTo>
                <a:lnTo>
                  <a:pt x="2847954" y="166710"/>
                </a:lnTo>
                <a:lnTo>
                  <a:pt x="2847954" y="221016"/>
                </a:lnTo>
                <a:lnTo>
                  <a:pt x="2874476" y="221016"/>
                </a:lnTo>
                <a:lnTo>
                  <a:pt x="2874476" y="122506"/>
                </a:lnTo>
                <a:lnTo>
                  <a:pt x="2850480" y="122506"/>
                </a:lnTo>
                <a:lnTo>
                  <a:pt x="2808803" y="176813"/>
                </a:lnTo>
                <a:lnTo>
                  <a:pt x="2808803" y="176813"/>
                </a:lnTo>
                <a:lnTo>
                  <a:pt x="2808803" y="122506"/>
                </a:lnTo>
                <a:lnTo>
                  <a:pt x="2782281" y="122506"/>
                </a:lnTo>
                <a:lnTo>
                  <a:pt x="2782281" y="222279"/>
                </a:lnTo>
                <a:lnTo>
                  <a:pt x="2806277" y="222279"/>
                </a:lnTo>
                <a:lnTo>
                  <a:pt x="2847954" y="166710"/>
                </a:lnTo>
                <a:close/>
                <a:moveTo>
                  <a:pt x="2954042" y="222279"/>
                </a:moveTo>
                <a:lnTo>
                  <a:pt x="2980564" y="222279"/>
                </a:lnTo>
                <a:lnTo>
                  <a:pt x="2980564" y="122506"/>
                </a:lnTo>
                <a:lnTo>
                  <a:pt x="2954042" y="122506"/>
                </a:lnTo>
                <a:lnTo>
                  <a:pt x="2954042" y="164184"/>
                </a:lnTo>
                <a:cubicBezTo>
                  <a:pt x="2952779" y="165447"/>
                  <a:pt x="2950253" y="166710"/>
                  <a:pt x="2947728" y="166710"/>
                </a:cubicBezTo>
                <a:cubicBezTo>
                  <a:pt x="2945202" y="167972"/>
                  <a:pt x="2941413" y="167972"/>
                  <a:pt x="2938887" y="167972"/>
                </a:cubicBezTo>
                <a:cubicBezTo>
                  <a:pt x="2933835" y="167972"/>
                  <a:pt x="2930046" y="166710"/>
                  <a:pt x="2927520" y="164184"/>
                </a:cubicBezTo>
                <a:cubicBezTo>
                  <a:pt x="2924994" y="161658"/>
                  <a:pt x="2923731" y="157869"/>
                  <a:pt x="2923731" y="152817"/>
                </a:cubicBezTo>
                <a:lnTo>
                  <a:pt x="2923731" y="122506"/>
                </a:lnTo>
                <a:lnTo>
                  <a:pt x="2897210" y="122506"/>
                </a:lnTo>
                <a:lnTo>
                  <a:pt x="2897210" y="152817"/>
                </a:lnTo>
                <a:cubicBezTo>
                  <a:pt x="2897210" y="160395"/>
                  <a:pt x="2898472" y="167972"/>
                  <a:pt x="2902261" y="174287"/>
                </a:cubicBezTo>
                <a:cubicBezTo>
                  <a:pt x="2904787" y="180602"/>
                  <a:pt x="2909839" y="184391"/>
                  <a:pt x="2914891" y="188180"/>
                </a:cubicBezTo>
                <a:cubicBezTo>
                  <a:pt x="2919943" y="191969"/>
                  <a:pt x="2927520" y="193231"/>
                  <a:pt x="2933835" y="193231"/>
                </a:cubicBezTo>
                <a:cubicBezTo>
                  <a:pt x="2937624" y="193231"/>
                  <a:pt x="2941413" y="193231"/>
                  <a:pt x="2945202" y="191969"/>
                </a:cubicBezTo>
                <a:cubicBezTo>
                  <a:pt x="2948990" y="190706"/>
                  <a:pt x="2952779" y="190706"/>
                  <a:pt x="2954042" y="189443"/>
                </a:cubicBezTo>
                <a:lnTo>
                  <a:pt x="2954042" y="222279"/>
                </a:lnTo>
                <a:close/>
                <a:moveTo>
                  <a:pt x="3081600" y="197020"/>
                </a:moveTo>
                <a:lnTo>
                  <a:pt x="3031082" y="197020"/>
                </a:lnTo>
                <a:lnTo>
                  <a:pt x="3031082" y="181865"/>
                </a:lnTo>
                <a:lnTo>
                  <a:pt x="3068971" y="181865"/>
                </a:lnTo>
                <a:lnTo>
                  <a:pt x="3068971" y="159132"/>
                </a:lnTo>
                <a:lnTo>
                  <a:pt x="3031082" y="159132"/>
                </a:lnTo>
                <a:lnTo>
                  <a:pt x="3031082" y="145239"/>
                </a:lnTo>
                <a:lnTo>
                  <a:pt x="3080338" y="145239"/>
                </a:lnTo>
                <a:lnTo>
                  <a:pt x="3080338" y="122506"/>
                </a:lnTo>
                <a:lnTo>
                  <a:pt x="3004561" y="122506"/>
                </a:lnTo>
                <a:lnTo>
                  <a:pt x="3004561" y="222279"/>
                </a:lnTo>
                <a:lnTo>
                  <a:pt x="3081600" y="222279"/>
                </a:lnTo>
                <a:lnTo>
                  <a:pt x="3081600" y="197020"/>
                </a:lnTo>
                <a:close/>
                <a:moveTo>
                  <a:pt x="3118226" y="217228"/>
                </a:moveTo>
                <a:cubicBezTo>
                  <a:pt x="3127066" y="222279"/>
                  <a:pt x="3135907" y="224805"/>
                  <a:pt x="3146010" y="224805"/>
                </a:cubicBezTo>
                <a:cubicBezTo>
                  <a:pt x="3156115" y="224805"/>
                  <a:pt x="3164955" y="222279"/>
                  <a:pt x="3172533" y="218490"/>
                </a:cubicBezTo>
                <a:cubicBezTo>
                  <a:pt x="3180110" y="214702"/>
                  <a:pt x="3186425" y="209650"/>
                  <a:pt x="3191477" y="204598"/>
                </a:cubicBezTo>
                <a:lnTo>
                  <a:pt x="3173795" y="188180"/>
                </a:lnTo>
                <a:cubicBezTo>
                  <a:pt x="3170007" y="191969"/>
                  <a:pt x="3166218" y="194494"/>
                  <a:pt x="3161166" y="197020"/>
                </a:cubicBezTo>
                <a:cubicBezTo>
                  <a:pt x="3157377" y="199546"/>
                  <a:pt x="3152325" y="199546"/>
                  <a:pt x="3146010" y="199546"/>
                </a:cubicBezTo>
                <a:cubicBezTo>
                  <a:pt x="3140959" y="199546"/>
                  <a:pt x="3135907" y="198283"/>
                  <a:pt x="3132118" y="195757"/>
                </a:cubicBezTo>
                <a:cubicBezTo>
                  <a:pt x="3128330" y="193231"/>
                  <a:pt x="3124541" y="189443"/>
                  <a:pt x="3122015" y="185654"/>
                </a:cubicBezTo>
                <a:cubicBezTo>
                  <a:pt x="3119489" y="181865"/>
                  <a:pt x="3118226" y="176813"/>
                  <a:pt x="3118226" y="171761"/>
                </a:cubicBezTo>
                <a:cubicBezTo>
                  <a:pt x="3118226" y="166710"/>
                  <a:pt x="3119489" y="161658"/>
                  <a:pt x="3122015" y="157869"/>
                </a:cubicBezTo>
                <a:cubicBezTo>
                  <a:pt x="3124541" y="154080"/>
                  <a:pt x="3128330" y="150291"/>
                  <a:pt x="3132118" y="147765"/>
                </a:cubicBezTo>
                <a:cubicBezTo>
                  <a:pt x="3135907" y="145239"/>
                  <a:pt x="3140959" y="143976"/>
                  <a:pt x="3146010" y="143976"/>
                </a:cubicBezTo>
                <a:cubicBezTo>
                  <a:pt x="3152325" y="143976"/>
                  <a:pt x="3157377" y="145239"/>
                  <a:pt x="3161166" y="146502"/>
                </a:cubicBezTo>
                <a:cubicBezTo>
                  <a:pt x="3164955" y="149028"/>
                  <a:pt x="3168744" y="151554"/>
                  <a:pt x="3173795" y="155343"/>
                </a:cubicBezTo>
                <a:lnTo>
                  <a:pt x="3191477" y="138925"/>
                </a:lnTo>
                <a:cubicBezTo>
                  <a:pt x="3186425" y="133873"/>
                  <a:pt x="3180110" y="128821"/>
                  <a:pt x="3172533" y="125032"/>
                </a:cubicBezTo>
                <a:cubicBezTo>
                  <a:pt x="3164955" y="121243"/>
                  <a:pt x="3156115" y="119980"/>
                  <a:pt x="3146010" y="119980"/>
                </a:cubicBezTo>
                <a:cubicBezTo>
                  <a:pt x="3135907" y="119980"/>
                  <a:pt x="3125803" y="122506"/>
                  <a:pt x="3118226" y="127558"/>
                </a:cubicBezTo>
                <a:cubicBezTo>
                  <a:pt x="3109385" y="132610"/>
                  <a:pt x="3103071" y="138925"/>
                  <a:pt x="3098018" y="146502"/>
                </a:cubicBezTo>
                <a:cubicBezTo>
                  <a:pt x="3092967" y="154080"/>
                  <a:pt x="3090441" y="162921"/>
                  <a:pt x="3090441" y="173024"/>
                </a:cubicBezTo>
                <a:cubicBezTo>
                  <a:pt x="3090441" y="183128"/>
                  <a:pt x="3092967" y="191969"/>
                  <a:pt x="3098018" y="199546"/>
                </a:cubicBezTo>
                <a:cubicBezTo>
                  <a:pt x="3103071" y="207124"/>
                  <a:pt x="3110648" y="213439"/>
                  <a:pt x="3118226" y="217228"/>
                </a:cubicBezTo>
                <a:moveTo>
                  <a:pt x="3233154" y="195757"/>
                </a:moveTo>
                <a:lnTo>
                  <a:pt x="3243258" y="183128"/>
                </a:lnTo>
                <a:lnTo>
                  <a:pt x="3268517" y="221016"/>
                </a:lnTo>
                <a:lnTo>
                  <a:pt x="3300091" y="221016"/>
                </a:lnTo>
                <a:lnTo>
                  <a:pt x="3262202" y="162921"/>
                </a:lnTo>
                <a:lnTo>
                  <a:pt x="3297565" y="121243"/>
                </a:lnTo>
                <a:lnTo>
                  <a:pt x="3265991" y="121243"/>
                </a:lnTo>
                <a:lnTo>
                  <a:pt x="3233154" y="159132"/>
                </a:lnTo>
                <a:lnTo>
                  <a:pt x="3233154" y="121243"/>
                </a:lnTo>
                <a:lnTo>
                  <a:pt x="3206633" y="121243"/>
                </a:lnTo>
                <a:lnTo>
                  <a:pt x="3206633" y="221016"/>
                </a:lnTo>
                <a:lnTo>
                  <a:pt x="3233154" y="221016"/>
                </a:lnTo>
                <a:lnTo>
                  <a:pt x="3233154" y="195757"/>
                </a:lnTo>
                <a:close/>
                <a:moveTo>
                  <a:pt x="3327876" y="217228"/>
                </a:moveTo>
                <a:cubicBezTo>
                  <a:pt x="3319035" y="212176"/>
                  <a:pt x="3312720" y="205861"/>
                  <a:pt x="3307669" y="198283"/>
                </a:cubicBezTo>
                <a:cubicBezTo>
                  <a:pt x="3302617" y="190706"/>
                  <a:pt x="3300091" y="181865"/>
                  <a:pt x="3300091" y="171761"/>
                </a:cubicBezTo>
                <a:cubicBezTo>
                  <a:pt x="3300091" y="161658"/>
                  <a:pt x="3302617" y="152817"/>
                  <a:pt x="3307669" y="145239"/>
                </a:cubicBezTo>
                <a:cubicBezTo>
                  <a:pt x="3312720" y="137662"/>
                  <a:pt x="3319035" y="131347"/>
                  <a:pt x="3327876" y="126295"/>
                </a:cubicBezTo>
                <a:cubicBezTo>
                  <a:pt x="3336716" y="121243"/>
                  <a:pt x="3345557" y="118717"/>
                  <a:pt x="3355661" y="118717"/>
                </a:cubicBezTo>
                <a:cubicBezTo>
                  <a:pt x="3365764" y="118717"/>
                  <a:pt x="3375868" y="121243"/>
                  <a:pt x="3383446" y="126295"/>
                </a:cubicBezTo>
                <a:cubicBezTo>
                  <a:pt x="3392286" y="131347"/>
                  <a:pt x="3398601" y="137662"/>
                  <a:pt x="3403653" y="145239"/>
                </a:cubicBezTo>
                <a:cubicBezTo>
                  <a:pt x="3408705" y="152817"/>
                  <a:pt x="3411230" y="161658"/>
                  <a:pt x="3411230" y="171761"/>
                </a:cubicBezTo>
                <a:cubicBezTo>
                  <a:pt x="3411230" y="181865"/>
                  <a:pt x="3408705" y="190706"/>
                  <a:pt x="3403653" y="198283"/>
                </a:cubicBezTo>
                <a:cubicBezTo>
                  <a:pt x="3398601" y="205861"/>
                  <a:pt x="3392286" y="212176"/>
                  <a:pt x="3383446" y="217228"/>
                </a:cubicBezTo>
                <a:cubicBezTo>
                  <a:pt x="3374605" y="222279"/>
                  <a:pt x="3365764" y="224805"/>
                  <a:pt x="3355661" y="224805"/>
                </a:cubicBezTo>
                <a:cubicBezTo>
                  <a:pt x="3346820" y="224805"/>
                  <a:pt x="3336716" y="222279"/>
                  <a:pt x="3327876" y="217228"/>
                </a:cubicBezTo>
                <a:moveTo>
                  <a:pt x="3370816" y="195757"/>
                </a:moveTo>
                <a:cubicBezTo>
                  <a:pt x="3374605" y="193231"/>
                  <a:pt x="3378394" y="189443"/>
                  <a:pt x="3380920" y="185654"/>
                </a:cubicBezTo>
                <a:cubicBezTo>
                  <a:pt x="3383446" y="181865"/>
                  <a:pt x="3384708" y="176813"/>
                  <a:pt x="3384708" y="171761"/>
                </a:cubicBezTo>
                <a:cubicBezTo>
                  <a:pt x="3384708" y="166710"/>
                  <a:pt x="3383446" y="161658"/>
                  <a:pt x="3380920" y="157869"/>
                </a:cubicBezTo>
                <a:cubicBezTo>
                  <a:pt x="3378394" y="154080"/>
                  <a:pt x="3374605" y="150291"/>
                  <a:pt x="3370816" y="147765"/>
                </a:cubicBezTo>
                <a:cubicBezTo>
                  <a:pt x="3367027" y="145239"/>
                  <a:pt x="3361975" y="143976"/>
                  <a:pt x="3356923" y="143976"/>
                </a:cubicBezTo>
                <a:cubicBezTo>
                  <a:pt x="3351872" y="143976"/>
                  <a:pt x="3346820" y="145239"/>
                  <a:pt x="3343031" y="147765"/>
                </a:cubicBezTo>
                <a:cubicBezTo>
                  <a:pt x="3339242" y="150291"/>
                  <a:pt x="3335453" y="154080"/>
                  <a:pt x="3332928" y="157869"/>
                </a:cubicBezTo>
                <a:cubicBezTo>
                  <a:pt x="3330402" y="161658"/>
                  <a:pt x="3329138" y="166710"/>
                  <a:pt x="3329138" y="171761"/>
                </a:cubicBezTo>
                <a:cubicBezTo>
                  <a:pt x="3329138" y="176813"/>
                  <a:pt x="3330402" y="181865"/>
                  <a:pt x="3332928" y="185654"/>
                </a:cubicBezTo>
                <a:cubicBezTo>
                  <a:pt x="3335453" y="189443"/>
                  <a:pt x="3339242" y="193231"/>
                  <a:pt x="3343031" y="195757"/>
                </a:cubicBezTo>
                <a:cubicBezTo>
                  <a:pt x="3346820" y="198283"/>
                  <a:pt x="3351872" y="199546"/>
                  <a:pt x="3356923" y="199546"/>
                </a:cubicBezTo>
                <a:cubicBezTo>
                  <a:pt x="3361975" y="199546"/>
                  <a:pt x="3367027" y="198283"/>
                  <a:pt x="3370816" y="195757"/>
                </a:cubicBezTo>
                <a:moveTo>
                  <a:pt x="3452908" y="222279"/>
                </a:moveTo>
                <a:lnTo>
                  <a:pt x="3428912" y="222279"/>
                </a:lnTo>
                <a:lnTo>
                  <a:pt x="3428912" y="122506"/>
                </a:lnTo>
                <a:lnTo>
                  <a:pt x="3455433" y="122506"/>
                </a:lnTo>
                <a:lnTo>
                  <a:pt x="3455433" y="176813"/>
                </a:lnTo>
                <a:lnTo>
                  <a:pt x="3455433" y="176813"/>
                </a:lnTo>
                <a:lnTo>
                  <a:pt x="3497111" y="122506"/>
                </a:lnTo>
                <a:lnTo>
                  <a:pt x="3521107" y="122506"/>
                </a:lnTo>
                <a:lnTo>
                  <a:pt x="3521107" y="222279"/>
                </a:lnTo>
                <a:lnTo>
                  <a:pt x="3494585" y="222279"/>
                </a:lnTo>
                <a:lnTo>
                  <a:pt x="3494585" y="167972"/>
                </a:lnTo>
                <a:lnTo>
                  <a:pt x="3494585" y="167972"/>
                </a:lnTo>
                <a:lnTo>
                  <a:pt x="3452908" y="222279"/>
                </a:lnTo>
                <a:close/>
                <a:moveTo>
                  <a:pt x="3456697" y="104825"/>
                </a:moveTo>
                <a:cubicBezTo>
                  <a:pt x="3451645" y="99773"/>
                  <a:pt x="3449119" y="94721"/>
                  <a:pt x="3449119" y="87144"/>
                </a:cubicBezTo>
                <a:lnTo>
                  <a:pt x="3466800" y="87144"/>
                </a:lnTo>
                <a:cubicBezTo>
                  <a:pt x="3466800" y="89670"/>
                  <a:pt x="3468063" y="92195"/>
                  <a:pt x="3469326" y="93458"/>
                </a:cubicBezTo>
                <a:cubicBezTo>
                  <a:pt x="3470589" y="94721"/>
                  <a:pt x="3473115" y="95984"/>
                  <a:pt x="3475641" y="95984"/>
                </a:cubicBezTo>
                <a:cubicBezTo>
                  <a:pt x="3478167" y="95984"/>
                  <a:pt x="3479430" y="94721"/>
                  <a:pt x="3481956" y="93458"/>
                </a:cubicBezTo>
                <a:cubicBezTo>
                  <a:pt x="3483218" y="92195"/>
                  <a:pt x="3484482" y="89670"/>
                  <a:pt x="3484482" y="87144"/>
                </a:cubicBezTo>
                <a:lnTo>
                  <a:pt x="3502163" y="87144"/>
                </a:lnTo>
                <a:cubicBezTo>
                  <a:pt x="3502163" y="93458"/>
                  <a:pt x="3499637" y="99773"/>
                  <a:pt x="3495848" y="104825"/>
                </a:cubicBezTo>
                <a:cubicBezTo>
                  <a:pt x="3490797" y="109877"/>
                  <a:pt x="3484482" y="111140"/>
                  <a:pt x="3476904" y="111140"/>
                </a:cubicBezTo>
                <a:cubicBezTo>
                  <a:pt x="3468063" y="112403"/>
                  <a:pt x="3461748" y="109877"/>
                  <a:pt x="3456697" y="104825"/>
                </a:cubicBezTo>
                <a:moveTo>
                  <a:pt x="942161" y="318264"/>
                </a:moveTo>
                <a:lnTo>
                  <a:pt x="977524" y="318264"/>
                </a:lnTo>
                <a:lnTo>
                  <a:pt x="977524" y="392778"/>
                </a:lnTo>
                <a:lnTo>
                  <a:pt x="1004046" y="392778"/>
                </a:lnTo>
                <a:lnTo>
                  <a:pt x="1004046" y="293005"/>
                </a:lnTo>
                <a:lnTo>
                  <a:pt x="915639" y="293005"/>
                </a:lnTo>
                <a:lnTo>
                  <a:pt x="915639" y="392778"/>
                </a:lnTo>
                <a:lnTo>
                  <a:pt x="942161" y="392778"/>
                </a:lnTo>
                <a:lnTo>
                  <a:pt x="942161" y="318264"/>
                </a:lnTo>
                <a:close/>
                <a:moveTo>
                  <a:pt x="1048249" y="387726"/>
                </a:moveTo>
                <a:cubicBezTo>
                  <a:pt x="1039408" y="382674"/>
                  <a:pt x="1033094" y="376359"/>
                  <a:pt x="1028042" y="368782"/>
                </a:cubicBezTo>
                <a:cubicBezTo>
                  <a:pt x="1022990" y="361204"/>
                  <a:pt x="1020464" y="352363"/>
                  <a:pt x="1020464" y="342260"/>
                </a:cubicBezTo>
                <a:cubicBezTo>
                  <a:pt x="1020464" y="332156"/>
                  <a:pt x="1022990" y="323315"/>
                  <a:pt x="1028042" y="315738"/>
                </a:cubicBezTo>
                <a:cubicBezTo>
                  <a:pt x="1033094" y="308160"/>
                  <a:pt x="1039408" y="301845"/>
                  <a:pt x="1048249" y="296793"/>
                </a:cubicBezTo>
                <a:cubicBezTo>
                  <a:pt x="1057090" y="291742"/>
                  <a:pt x="1065931" y="289216"/>
                  <a:pt x="1076034" y="289216"/>
                </a:cubicBezTo>
                <a:cubicBezTo>
                  <a:pt x="1086138" y="289216"/>
                  <a:pt x="1096241" y="291742"/>
                  <a:pt x="1103819" y="296793"/>
                </a:cubicBezTo>
                <a:cubicBezTo>
                  <a:pt x="1112660" y="301845"/>
                  <a:pt x="1118975" y="308160"/>
                  <a:pt x="1124026" y="315738"/>
                </a:cubicBezTo>
                <a:cubicBezTo>
                  <a:pt x="1129078" y="323315"/>
                  <a:pt x="1131604" y="332156"/>
                  <a:pt x="1131604" y="342260"/>
                </a:cubicBezTo>
                <a:cubicBezTo>
                  <a:pt x="1131604" y="352363"/>
                  <a:pt x="1129078" y="361204"/>
                  <a:pt x="1124026" y="368782"/>
                </a:cubicBezTo>
                <a:cubicBezTo>
                  <a:pt x="1118975" y="376359"/>
                  <a:pt x="1112660" y="382674"/>
                  <a:pt x="1103819" y="387726"/>
                </a:cubicBezTo>
                <a:cubicBezTo>
                  <a:pt x="1094979" y="392778"/>
                  <a:pt x="1086138" y="395304"/>
                  <a:pt x="1076034" y="395304"/>
                </a:cubicBezTo>
                <a:cubicBezTo>
                  <a:pt x="1067194" y="395304"/>
                  <a:pt x="1057090" y="392778"/>
                  <a:pt x="1048249" y="387726"/>
                </a:cubicBezTo>
                <a:moveTo>
                  <a:pt x="1091190" y="366256"/>
                </a:moveTo>
                <a:cubicBezTo>
                  <a:pt x="1094979" y="363730"/>
                  <a:pt x="1098767" y="359941"/>
                  <a:pt x="1101293" y="356152"/>
                </a:cubicBezTo>
                <a:cubicBezTo>
                  <a:pt x="1103819" y="352363"/>
                  <a:pt x="1105082" y="347311"/>
                  <a:pt x="1105082" y="342260"/>
                </a:cubicBezTo>
                <a:cubicBezTo>
                  <a:pt x="1105082" y="337208"/>
                  <a:pt x="1103819" y="332156"/>
                  <a:pt x="1101293" y="328367"/>
                </a:cubicBezTo>
                <a:cubicBezTo>
                  <a:pt x="1098767" y="324578"/>
                  <a:pt x="1094979" y="320790"/>
                  <a:pt x="1091190" y="318264"/>
                </a:cubicBezTo>
                <a:cubicBezTo>
                  <a:pt x="1087401" y="315738"/>
                  <a:pt x="1082349" y="314475"/>
                  <a:pt x="1077297" y="314475"/>
                </a:cubicBezTo>
                <a:cubicBezTo>
                  <a:pt x="1072245" y="314475"/>
                  <a:pt x="1067194" y="315738"/>
                  <a:pt x="1063405" y="318264"/>
                </a:cubicBezTo>
                <a:cubicBezTo>
                  <a:pt x="1059616" y="320790"/>
                  <a:pt x="1055827" y="324578"/>
                  <a:pt x="1053301" y="328367"/>
                </a:cubicBezTo>
                <a:cubicBezTo>
                  <a:pt x="1050775" y="332156"/>
                  <a:pt x="1049512" y="337208"/>
                  <a:pt x="1049512" y="342260"/>
                </a:cubicBezTo>
                <a:cubicBezTo>
                  <a:pt x="1049512" y="347311"/>
                  <a:pt x="1050775" y="352363"/>
                  <a:pt x="1053301" y="356152"/>
                </a:cubicBezTo>
                <a:cubicBezTo>
                  <a:pt x="1055827" y="359941"/>
                  <a:pt x="1059616" y="363730"/>
                  <a:pt x="1063405" y="366256"/>
                </a:cubicBezTo>
                <a:cubicBezTo>
                  <a:pt x="1067194" y="368782"/>
                  <a:pt x="1072245" y="370045"/>
                  <a:pt x="1077297" y="370045"/>
                </a:cubicBezTo>
                <a:cubicBezTo>
                  <a:pt x="1082349" y="370045"/>
                  <a:pt x="1087401" y="368782"/>
                  <a:pt x="1091190" y="366256"/>
                </a:cubicBezTo>
                <a:moveTo>
                  <a:pt x="1156863" y="324578"/>
                </a:moveTo>
                <a:cubicBezTo>
                  <a:pt x="1156863" y="335945"/>
                  <a:pt x="1155600" y="346049"/>
                  <a:pt x="1154337" y="352363"/>
                </a:cubicBezTo>
                <a:cubicBezTo>
                  <a:pt x="1153074" y="358678"/>
                  <a:pt x="1150548" y="363730"/>
                  <a:pt x="1149285" y="366256"/>
                </a:cubicBezTo>
                <a:cubicBezTo>
                  <a:pt x="1146759" y="368782"/>
                  <a:pt x="1144234" y="370045"/>
                  <a:pt x="1141708" y="370045"/>
                </a:cubicBezTo>
                <a:cubicBezTo>
                  <a:pt x="1140445" y="370045"/>
                  <a:pt x="1137919" y="370045"/>
                  <a:pt x="1135393" y="368782"/>
                </a:cubicBezTo>
                <a:lnTo>
                  <a:pt x="1135393" y="394041"/>
                </a:lnTo>
                <a:cubicBezTo>
                  <a:pt x="1136656" y="395304"/>
                  <a:pt x="1139182" y="395304"/>
                  <a:pt x="1141708" y="396567"/>
                </a:cubicBezTo>
                <a:cubicBezTo>
                  <a:pt x="1144234" y="396567"/>
                  <a:pt x="1146759" y="397830"/>
                  <a:pt x="1149285" y="397830"/>
                </a:cubicBezTo>
                <a:cubicBezTo>
                  <a:pt x="1156863" y="397830"/>
                  <a:pt x="1163177" y="395304"/>
                  <a:pt x="1168230" y="391515"/>
                </a:cubicBezTo>
                <a:cubicBezTo>
                  <a:pt x="1173282" y="387726"/>
                  <a:pt x="1177070" y="380148"/>
                  <a:pt x="1179596" y="370045"/>
                </a:cubicBezTo>
                <a:cubicBezTo>
                  <a:pt x="1182122" y="359941"/>
                  <a:pt x="1184648" y="344786"/>
                  <a:pt x="1184648" y="327104"/>
                </a:cubicBezTo>
                <a:lnTo>
                  <a:pt x="1184648" y="320790"/>
                </a:lnTo>
                <a:lnTo>
                  <a:pt x="1207381" y="320790"/>
                </a:lnTo>
                <a:lnTo>
                  <a:pt x="1207381" y="395304"/>
                </a:lnTo>
                <a:lnTo>
                  <a:pt x="1233903" y="395304"/>
                </a:lnTo>
                <a:lnTo>
                  <a:pt x="1233903" y="295531"/>
                </a:lnTo>
                <a:lnTo>
                  <a:pt x="1158126" y="295531"/>
                </a:lnTo>
                <a:lnTo>
                  <a:pt x="1156863" y="324578"/>
                </a:lnTo>
                <a:close/>
                <a:moveTo>
                  <a:pt x="1321046" y="337208"/>
                </a:moveTo>
                <a:lnTo>
                  <a:pt x="1321046" y="337208"/>
                </a:lnTo>
                <a:lnTo>
                  <a:pt x="1321046" y="391515"/>
                </a:lnTo>
                <a:lnTo>
                  <a:pt x="1347569" y="391515"/>
                </a:lnTo>
                <a:lnTo>
                  <a:pt x="1347569" y="291742"/>
                </a:lnTo>
                <a:lnTo>
                  <a:pt x="1323572" y="291742"/>
                </a:lnTo>
                <a:lnTo>
                  <a:pt x="1281895" y="346049"/>
                </a:lnTo>
                <a:lnTo>
                  <a:pt x="1281895" y="346049"/>
                </a:lnTo>
                <a:lnTo>
                  <a:pt x="1281895" y="291742"/>
                </a:lnTo>
                <a:lnTo>
                  <a:pt x="1255374" y="291742"/>
                </a:lnTo>
                <a:lnTo>
                  <a:pt x="1255374" y="391515"/>
                </a:lnTo>
                <a:lnTo>
                  <a:pt x="1279369" y="391515"/>
                </a:lnTo>
                <a:lnTo>
                  <a:pt x="1321046" y="337208"/>
                </a:lnTo>
                <a:close/>
                <a:moveTo>
                  <a:pt x="1418294" y="318264"/>
                </a:moveTo>
                <a:lnTo>
                  <a:pt x="1446079" y="318264"/>
                </a:lnTo>
                <a:lnTo>
                  <a:pt x="1446079" y="293005"/>
                </a:lnTo>
                <a:lnTo>
                  <a:pt x="1363987" y="293005"/>
                </a:lnTo>
                <a:lnTo>
                  <a:pt x="1363987" y="318264"/>
                </a:lnTo>
                <a:lnTo>
                  <a:pt x="1391772" y="318264"/>
                </a:lnTo>
                <a:lnTo>
                  <a:pt x="1391772" y="392778"/>
                </a:lnTo>
                <a:lnTo>
                  <a:pt x="1418294" y="392778"/>
                </a:lnTo>
                <a:lnTo>
                  <a:pt x="1418294" y="318264"/>
                </a:lnTo>
                <a:close/>
                <a:moveTo>
                  <a:pt x="1525645" y="337208"/>
                </a:moveTo>
                <a:lnTo>
                  <a:pt x="1525645" y="337208"/>
                </a:lnTo>
                <a:lnTo>
                  <a:pt x="1525645" y="391515"/>
                </a:lnTo>
                <a:lnTo>
                  <a:pt x="1552167" y="391515"/>
                </a:lnTo>
                <a:lnTo>
                  <a:pt x="1552167" y="291742"/>
                </a:lnTo>
                <a:lnTo>
                  <a:pt x="1528171" y="291742"/>
                </a:lnTo>
                <a:lnTo>
                  <a:pt x="1486493" y="346049"/>
                </a:lnTo>
                <a:lnTo>
                  <a:pt x="1486493" y="346049"/>
                </a:lnTo>
                <a:lnTo>
                  <a:pt x="1486493" y="291742"/>
                </a:lnTo>
                <a:lnTo>
                  <a:pt x="1459971" y="291742"/>
                </a:lnTo>
                <a:lnTo>
                  <a:pt x="1459971" y="391515"/>
                </a:lnTo>
                <a:lnTo>
                  <a:pt x="1483967" y="391515"/>
                </a:lnTo>
                <a:lnTo>
                  <a:pt x="1525645" y="337208"/>
                </a:lnTo>
                <a:close/>
                <a:moveTo>
                  <a:pt x="1602685" y="366256"/>
                </a:moveTo>
                <a:lnTo>
                  <a:pt x="1612788" y="353626"/>
                </a:lnTo>
                <a:lnTo>
                  <a:pt x="1638047" y="391515"/>
                </a:lnTo>
                <a:lnTo>
                  <a:pt x="1669621" y="391515"/>
                </a:lnTo>
                <a:lnTo>
                  <a:pt x="1631733" y="333419"/>
                </a:lnTo>
                <a:lnTo>
                  <a:pt x="1667095" y="291742"/>
                </a:lnTo>
                <a:lnTo>
                  <a:pt x="1635521" y="291742"/>
                </a:lnTo>
                <a:lnTo>
                  <a:pt x="1602685" y="329630"/>
                </a:lnTo>
                <a:lnTo>
                  <a:pt x="1602685" y="291742"/>
                </a:lnTo>
                <a:lnTo>
                  <a:pt x="1576163" y="291742"/>
                </a:lnTo>
                <a:lnTo>
                  <a:pt x="1576163" y="391515"/>
                </a:lnTo>
                <a:lnTo>
                  <a:pt x="1602685" y="391515"/>
                </a:lnTo>
                <a:lnTo>
                  <a:pt x="1602685" y="366256"/>
                </a:lnTo>
                <a:close/>
                <a:moveTo>
                  <a:pt x="1746661" y="337208"/>
                </a:moveTo>
                <a:lnTo>
                  <a:pt x="1746661" y="337208"/>
                </a:lnTo>
                <a:lnTo>
                  <a:pt x="1746661" y="391515"/>
                </a:lnTo>
                <a:lnTo>
                  <a:pt x="1773183" y="391515"/>
                </a:lnTo>
                <a:lnTo>
                  <a:pt x="1773183" y="291742"/>
                </a:lnTo>
                <a:lnTo>
                  <a:pt x="1749187" y="291742"/>
                </a:lnTo>
                <a:lnTo>
                  <a:pt x="1707510" y="346049"/>
                </a:lnTo>
                <a:lnTo>
                  <a:pt x="1707510" y="346049"/>
                </a:lnTo>
                <a:lnTo>
                  <a:pt x="1707510" y="291742"/>
                </a:lnTo>
                <a:lnTo>
                  <a:pt x="1680987" y="291742"/>
                </a:lnTo>
                <a:lnTo>
                  <a:pt x="1680987" y="391515"/>
                </a:lnTo>
                <a:lnTo>
                  <a:pt x="1704984" y="391515"/>
                </a:lnTo>
                <a:lnTo>
                  <a:pt x="1746661" y="337208"/>
                </a:lnTo>
                <a:close/>
                <a:moveTo>
                  <a:pt x="1895689" y="337208"/>
                </a:moveTo>
                <a:lnTo>
                  <a:pt x="1895689" y="337208"/>
                </a:lnTo>
                <a:lnTo>
                  <a:pt x="1895689" y="391515"/>
                </a:lnTo>
                <a:lnTo>
                  <a:pt x="1922211" y="391515"/>
                </a:lnTo>
                <a:lnTo>
                  <a:pt x="1922211" y="291742"/>
                </a:lnTo>
                <a:lnTo>
                  <a:pt x="1898215" y="291742"/>
                </a:lnTo>
                <a:lnTo>
                  <a:pt x="1856538" y="346049"/>
                </a:lnTo>
                <a:lnTo>
                  <a:pt x="1856538" y="346049"/>
                </a:lnTo>
                <a:lnTo>
                  <a:pt x="1856538" y="291742"/>
                </a:lnTo>
                <a:lnTo>
                  <a:pt x="1830016" y="291742"/>
                </a:lnTo>
                <a:lnTo>
                  <a:pt x="1830016" y="391515"/>
                </a:lnTo>
                <a:lnTo>
                  <a:pt x="1854012" y="391515"/>
                </a:lnTo>
                <a:lnTo>
                  <a:pt x="1895689" y="337208"/>
                </a:lnTo>
                <a:close/>
                <a:moveTo>
                  <a:pt x="1977781" y="392778"/>
                </a:moveTo>
                <a:lnTo>
                  <a:pt x="1977781" y="293005"/>
                </a:lnTo>
                <a:lnTo>
                  <a:pt x="2021984" y="293005"/>
                </a:lnTo>
                <a:cubicBezTo>
                  <a:pt x="2029562" y="293005"/>
                  <a:pt x="2035877" y="294268"/>
                  <a:pt x="2040928" y="298056"/>
                </a:cubicBezTo>
                <a:cubicBezTo>
                  <a:pt x="2045980" y="300582"/>
                  <a:pt x="2051033" y="305634"/>
                  <a:pt x="2053558" y="310686"/>
                </a:cubicBezTo>
                <a:cubicBezTo>
                  <a:pt x="2056084" y="315738"/>
                  <a:pt x="2058610" y="322052"/>
                  <a:pt x="2058610" y="328367"/>
                </a:cubicBezTo>
                <a:cubicBezTo>
                  <a:pt x="2058610" y="334682"/>
                  <a:pt x="2057347" y="340997"/>
                  <a:pt x="2053558" y="346049"/>
                </a:cubicBezTo>
                <a:cubicBezTo>
                  <a:pt x="2051033" y="351100"/>
                  <a:pt x="2045980" y="354889"/>
                  <a:pt x="2040928" y="358678"/>
                </a:cubicBezTo>
                <a:cubicBezTo>
                  <a:pt x="2035877" y="361204"/>
                  <a:pt x="2029562" y="363730"/>
                  <a:pt x="2021984" y="363730"/>
                </a:cubicBezTo>
                <a:lnTo>
                  <a:pt x="2004303" y="363730"/>
                </a:lnTo>
                <a:lnTo>
                  <a:pt x="2004303" y="394041"/>
                </a:lnTo>
                <a:lnTo>
                  <a:pt x="1977781" y="394041"/>
                </a:lnTo>
                <a:close/>
                <a:moveTo>
                  <a:pt x="2021984" y="338471"/>
                </a:moveTo>
                <a:cubicBezTo>
                  <a:pt x="2024510" y="338471"/>
                  <a:pt x="2028299" y="337208"/>
                  <a:pt x="2029562" y="334682"/>
                </a:cubicBezTo>
                <a:cubicBezTo>
                  <a:pt x="2032088" y="332156"/>
                  <a:pt x="2033351" y="329630"/>
                  <a:pt x="2033351" y="327104"/>
                </a:cubicBezTo>
                <a:cubicBezTo>
                  <a:pt x="2033351" y="324578"/>
                  <a:pt x="2032088" y="322052"/>
                  <a:pt x="2029562" y="319527"/>
                </a:cubicBezTo>
                <a:cubicBezTo>
                  <a:pt x="2027036" y="317001"/>
                  <a:pt x="2024510" y="315738"/>
                  <a:pt x="2021984" y="315738"/>
                </a:cubicBezTo>
                <a:lnTo>
                  <a:pt x="2005566" y="315738"/>
                </a:lnTo>
                <a:lnTo>
                  <a:pt x="2005566" y="337208"/>
                </a:lnTo>
                <a:lnTo>
                  <a:pt x="2021984" y="337208"/>
                </a:lnTo>
                <a:close/>
                <a:moveTo>
                  <a:pt x="2087658" y="392778"/>
                </a:moveTo>
                <a:lnTo>
                  <a:pt x="2058610" y="392778"/>
                </a:lnTo>
                <a:lnTo>
                  <a:pt x="2096498" y="293005"/>
                </a:lnTo>
                <a:lnTo>
                  <a:pt x="2126810" y="293005"/>
                </a:lnTo>
                <a:lnTo>
                  <a:pt x="2164698" y="392778"/>
                </a:lnTo>
                <a:lnTo>
                  <a:pt x="2135650" y="392778"/>
                </a:lnTo>
                <a:lnTo>
                  <a:pt x="2129335" y="373833"/>
                </a:lnTo>
                <a:lnTo>
                  <a:pt x="2095236" y="373833"/>
                </a:lnTo>
                <a:lnTo>
                  <a:pt x="2087658" y="392778"/>
                </a:lnTo>
                <a:close/>
                <a:moveTo>
                  <a:pt x="2110391" y="318264"/>
                </a:moveTo>
                <a:lnTo>
                  <a:pt x="2100287" y="351100"/>
                </a:lnTo>
                <a:lnTo>
                  <a:pt x="2121758" y="351100"/>
                </a:lnTo>
                <a:lnTo>
                  <a:pt x="2110391" y="318264"/>
                </a:lnTo>
                <a:lnTo>
                  <a:pt x="2110391" y="318264"/>
                </a:lnTo>
                <a:close/>
                <a:moveTo>
                  <a:pt x="2182379" y="390252"/>
                </a:moveTo>
                <a:cubicBezTo>
                  <a:pt x="2189957" y="394041"/>
                  <a:pt x="2197535" y="395304"/>
                  <a:pt x="2206375" y="395304"/>
                </a:cubicBezTo>
                <a:cubicBezTo>
                  <a:pt x="2215216" y="395304"/>
                  <a:pt x="2222794" y="394041"/>
                  <a:pt x="2229108" y="391515"/>
                </a:cubicBezTo>
                <a:cubicBezTo>
                  <a:pt x="2235423" y="388989"/>
                  <a:pt x="2240475" y="385200"/>
                  <a:pt x="2243001" y="380148"/>
                </a:cubicBezTo>
                <a:cubicBezTo>
                  <a:pt x="2246790" y="375096"/>
                  <a:pt x="2248053" y="370045"/>
                  <a:pt x="2248053" y="364993"/>
                </a:cubicBezTo>
                <a:cubicBezTo>
                  <a:pt x="2248053" y="361204"/>
                  <a:pt x="2246790" y="356152"/>
                  <a:pt x="2245527" y="353626"/>
                </a:cubicBezTo>
                <a:cubicBezTo>
                  <a:pt x="2243001" y="349837"/>
                  <a:pt x="2240475" y="347311"/>
                  <a:pt x="2237949" y="344786"/>
                </a:cubicBezTo>
                <a:cubicBezTo>
                  <a:pt x="2235423" y="342260"/>
                  <a:pt x="2231634" y="340997"/>
                  <a:pt x="2227846" y="339734"/>
                </a:cubicBezTo>
                <a:cubicBezTo>
                  <a:pt x="2232897" y="338471"/>
                  <a:pt x="2236686" y="335945"/>
                  <a:pt x="2240475" y="332156"/>
                </a:cubicBezTo>
                <a:cubicBezTo>
                  <a:pt x="2244264" y="328367"/>
                  <a:pt x="2245527" y="323315"/>
                  <a:pt x="2245527" y="318264"/>
                </a:cubicBezTo>
                <a:cubicBezTo>
                  <a:pt x="2245527" y="313212"/>
                  <a:pt x="2244264" y="308160"/>
                  <a:pt x="2240475" y="304371"/>
                </a:cubicBezTo>
                <a:cubicBezTo>
                  <a:pt x="2237949" y="300582"/>
                  <a:pt x="2232897" y="296793"/>
                  <a:pt x="2227846" y="294268"/>
                </a:cubicBezTo>
                <a:cubicBezTo>
                  <a:pt x="2221531" y="291742"/>
                  <a:pt x="2215216" y="290479"/>
                  <a:pt x="2207638" y="290479"/>
                </a:cubicBezTo>
                <a:cubicBezTo>
                  <a:pt x="2200061" y="290479"/>
                  <a:pt x="2192483" y="291742"/>
                  <a:pt x="2186168" y="295531"/>
                </a:cubicBezTo>
                <a:cubicBezTo>
                  <a:pt x="2179853" y="299319"/>
                  <a:pt x="2174802" y="301845"/>
                  <a:pt x="2171013" y="305634"/>
                </a:cubicBezTo>
                <a:lnTo>
                  <a:pt x="2186168" y="323315"/>
                </a:lnTo>
                <a:cubicBezTo>
                  <a:pt x="2188694" y="320790"/>
                  <a:pt x="2191220" y="319527"/>
                  <a:pt x="2193746" y="318264"/>
                </a:cubicBezTo>
                <a:cubicBezTo>
                  <a:pt x="2196272" y="317001"/>
                  <a:pt x="2200061" y="315738"/>
                  <a:pt x="2203849" y="315738"/>
                </a:cubicBezTo>
                <a:cubicBezTo>
                  <a:pt x="2207638" y="315738"/>
                  <a:pt x="2211427" y="317001"/>
                  <a:pt x="2213953" y="318264"/>
                </a:cubicBezTo>
                <a:cubicBezTo>
                  <a:pt x="2216479" y="319527"/>
                  <a:pt x="2216479" y="322052"/>
                  <a:pt x="2216479" y="324578"/>
                </a:cubicBezTo>
                <a:cubicBezTo>
                  <a:pt x="2216479" y="327104"/>
                  <a:pt x="2215216" y="328367"/>
                  <a:pt x="2213953" y="329630"/>
                </a:cubicBezTo>
                <a:cubicBezTo>
                  <a:pt x="2211427" y="330893"/>
                  <a:pt x="2208901" y="332156"/>
                  <a:pt x="2205112" y="332156"/>
                </a:cubicBezTo>
                <a:lnTo>
                  <a:pt x="2195009" y="332156"/>
                </a:lnTo>
                <a:lnTo>
                  <a:pt x="2195009" y="353626"/>
                </a:lnTo>
                <a:lnTo>
                  <a:pt x="2207638" y="353626"/>
                </a:lnTo>
                <a:cubicBezTo>
                  <a:pt x="2211427" y="353626"/>
                  <a:pt x="2215216" y="354889"/>
                  <a:pt x="2217742" y="356152"/>
                </a:cubicBezTo>
                <a:cubicBezTo>
                  <a:pt x="2220268" y="357415"/>
                  <a:pt x="2221531" y="359941"/>
                  <a:pt x="2221531" y="362467"/>
                </a:cubicBezTo>
                <a:cubicBezTo>
                  <a:pt x="2221531" y="364993"/>
                  <a:pt x="2220268" y="366256"/>
                  <a:pt x="2217742" y="368782"/>
                </a:cubicBezTo>
                <a:cubicBezTo>
                  <a:pt x="2215216" y="370045"/>
                  <a:pt x="2211427" y="371308"/>
                  <a:pt x="2207638" y="371308"/>
                </a:cubicBezTo>
                <a:cubicBezTo>
                  <a:pt x="2202587" y="371308"/>
                  <a:pt x="2198797" y="370045"/>
                  <a:pt x="2195009" y="368782"/>
                </a:cubicBezTo>
                <a:cubicBezTo>
                  <a:pt x="2191220" y="367519"/>
                  <a:pt x="2187431" y="364993"/>
                  <a:pt x="2184905" y="362467"/>
                </a:cubicBezTo>
                <a:lnTo>
                  <a:pt x="2169750" y="380148"/>
                </a:lnTo>
                <a:cubicBezTo>
                  <a:pt x="2168487" y="382674"/>
                  <a:pt x="2174802" y="386463"/>
                  <a:pt x="2182379" y="390252"/>
                </a:cubicBezTo>
                <a:moveTo>
                  <a:pt x="2264471" y="392778"/>
                </a:moveTo>
                <a:lnTo>
                  <a:pt x="2264471" y="293005"/>
                </a:lnTo>
                <a:lnTo>
                  <a:pt x="2308674" y="293005"/>
                </a:lnTo>
                <a:cubicBezTo>
                  <a:pt x="2316252" y="293005"/>
                  <a:pt x="2322567" y="294268"/>
                  <a:pt x="2327618" y="296793"/>
                </a:cubicBezTo>
                <a:cubicBezTo>
                  <a:pt x="2332671" y="299319"/>
                  <a:pt x="2336459" y="301845"/>
                  <a:pt x="2338985" y="305634"/>
                </a:cubicBezTo>
                <a:cubicBezTo>
                  <a:pt x="2341511" y="309423"/>
                  <a:pt x="2342774" y="314475"/>
                  <a:pt x="2342774" y="318264"/>
                </a:cubicBezTo>
                <a:cubicBezTo>
                  <a:pt x="2342774" y="323315"/>
                  <a:pt x="2341511" y="327104"/>
                  <a:pt x="2338985" y="330893"/>
                </a:cubicBezTo>
                <a:cubicBezTo>
                  <a:pt x="2336459" y="334682"/>
                  <a:pt x="2332671" y="337208"/>
                  <a:pt x="2328882" y="338471"/>
                </a:cubicBezTo>
                <a:cubicBezTo>
                  <a:pt x="2331407" y="339734"/>
                  <a:pt x="2335197" y="340997"/>
                  <a:pt x="2337722" y="343523"/>
                </a:cubicBezTo>
                <a:cubicBezTo>
                  <a:pt x="2340248" y="346049"/>
                  <a:pt x="2342774" y="348574"/>
                  <a:pt x="2345300" y="352363"/>
                </a:cubicBezTo>
                <a:cubicBezTo>
                  <a:pt x="2347826" y="356152"/>
                  <a:pt x="2347826" y="359941"/>
                  <a:pt x="2347826" y="363730"/>
                </a:cubicBezTo>
                <a:cubicBezTo>
                  <a:pt x="2347826" y="368782"/>
                  <a:pt x="2346563" y="373833"/>
                  <a:pt x="2344037" y="377622"/>
                </a:cubicBezTo>
                <a:cubicBezTo>
                  <a:pt x="2341511" y="381411"/>
                  <a:pt x="2336459" y="385200"/>
                  <a:pt x="2331407" y="387726"/>
                </a:cubicBezTo>
                <a:cubicBezTo>
                  <a:pt x="2326356" y="390252"/>
                  <a:pt x="2320041" y="391515"/>
                  <a:pt x="2312463" y="391515"/>
                </a:cubicBezTo>
                <a:lnTo>
                  <a:pt x="2264471" y="391515"/>
                </a:lnTo>
                <a:close/>
                <a:moveTo>
                  <a:pt x="2307411" y="330893"/>
                </a:moveTo>
                <a:cubicBezTo>
                  <a:pt x="2309938" y="330893"/>
                  <a:pt x="2312463" y="329630"/>
                  <a:pt x="2313726" y="328367"/>
                </a:cubicBezTo>
                <a:cubicBezTo>
                  <a:pt x="2314989" y="327104"/>
                  <a:pt x="2316252" y="324578"/>
                  <a:pt x="2316252" y="322052"/>
                </a:cubicBezTo>
                <a:cubicBezTo>
                  <a:pt x="2316252" y="319527"/>
                  <a:pt x="2314989" y="317001"/>
                  <a:pt x="2313726" y="315738"/>
                </a:cubicBezTo>
                <a:cubicBezTo>
                  <a:pt x="2312463" y="314475"/>
                  <a:pt x="2309938" y="313212"/>
                  <a:pt x="2307411" y="313212"/>
                </a:cubicBezTo>
                <a:lnTo>
                  <a:pt x="2292256" y="313212"/>
                </a:lnTo>
                <a:lnTo>
                  <a:pt x="2292256" y="330893"/>
                </a:lnTo>
                <a:lnTo>
                  <a:pt x="2307411" y="330893"/>
                </a:lnTo>
                <a:close/>
                <a:moveTo>
                  <a:pt x="2311200" y="371308"/>
                </a:moveTo>
                <a:cubicBezTo>
                  <a:pt x="2313726" y="371308"/>
                  <a:pt x="2317515" y="370045"/>
                  <a:pt x="2318778" y="368782"/>
                </a:cubicBezTo>
                <a:cubicBezTo>
                  <a:pt x="2321304" y="367519"/>
                  <a:pt x="2321304" y="364993"/>
                  <a:pt x="2321304" y="361204"/>
                </a:cubicBezTo>
                <a:cubicBezTo>
                  <a:pt x="2321304" y="358678"/>
                  <a:pt x="2320041" y="356152"/>
                  <a:pt x="2318778" y="353626"/>
                </a:cubicBezTo>
                <a:cubicBezTo>
                  <a:pt x="2316252" y="352363"/>
                  <a:pt x="2313726" y="351100"/>
                  <a:pt x="2311200" y="351100"/>
                </a:cubicBezTo>
                <a:lnTo>
                  <a:pt x="2292256" y="351100"/>
                </a:lnTo>
                <a:lnTo>
                  <a:pt x="2292256" y="371308"/>
                </a:lnTo>
                <a:lnTo>
                  <a:pt x="2311200" y="371308"/>
                </a:lnTo>
                <a:close/>
                <a:moveTo>
                  <a:pt x="2431181" y="337208"/>
                </a:moveTo>
                <a:lnTo>
                  <a:pt x="2431181" y="337208"/>
                </a:lnTo>
                <a:lnTo>
                  <a:pt x="2431181" y="391515"/>
                </a:lnTo>
                <a:lnTo>
                  <a:pt x="2457702" y="391515"/>
                </a:lnTo>
                <a:lnTo>
                  <a:pt x="2457702" y="291742"/>
                </a:lnTo>
                <a:lnTo>
                  <a:pt x="2433707" y="291742"/>
                </a:lnTo>
                <a:lnTo>
                  <a:pt x="2392029" y="346049"/>
                </a:lnTo>
                <a:lnTo>
                  <a:pt x="2392029" y="346049"/>
                </a:lnTo>
                <a:lnTo>
                  <a:pt x="2392029" y="291742"/>
                </a:lnTo>
                <a:lnTo>
                  <a:pt x="2365507" y="291742"/>
                </a:lnTo>
                <a:lnTo>
                  <a:pt x="2365507" y="391515"/>
                </a:lnTo>
                <a:lnTo>
                  <a:pt x="2389503" y="391515"/>
                </a:lnTo>
                <a:lnTo>
                  <a:pt x="2431181" y="337208"/>
                </a:lnTo>
                <a:close/>
                <a:moveTo>
                  <a:pt x="2528428" y="318264"/>
                </a:moveTo>
                <a:lnTo>
                  <a:pt x="2556213" y="318264"/>
                </a:lnTo>
                <a:lnTo>
                  <a:pt x="2556213" y="293005"/>
                </a:lnTo>
                <a:lnTo>
                  <a:pt x="2474121" y="293005"/>
                </a:lnTo>
                <a:lnTo>
                  <a:pt x="2474121" y="318264"/>
                </a:lnTo>
                <a:lnTo>
                  <a:pt x="2501905" y="318264"/>
                </a:lnTo>
                <a:lnTo>
                  <a:pt x="2501905" y="392778"/>
                </a:lnTo>
                <a:lnTo>
                  <a:pt x="2528428" y="392778"/>
                </a:lnTo>
                <a:lnTo>
                  <a:pt x="2528428" y="318264"/>
                </a:lnTo>
                <a:close/>
                <a:moveTo>
                  <a:pt x="2635779" y="337208"/>
                </a:moveTo>
                <a:lnTo>
                  <a:pt x="2635779" y="337208"/>
                </a:lnTo>
                <a:lnTo>
                  <a:pt x="2635779" y="391515"/>
                </a:lnTo>
                <a:lnTo>
                  <a:pt x="2662300" y="391515"/>
                </a:lnTo>
                <a:lnTo>
                  <a:pt x="2662300" y="291742"/>
                </a:lnTo>
                <a:lnTo>
                  <a:pt x="2639567" y="291742"/>
                </a:lnTo>
                <a:lnTo>
                  <a:pt x="2597890" y="346049"/>
                </a:lnTo>
                <a:lnTo>
                  <a:pt x="2597890" y="346049"/>
                </a:lnTo>
                <a:lnTo>
                  <a:pt x="2597890" y="291742"/>
                </a:lnTo>
                <a:lnTo>
                  <a:pt x="2571368" y="291742"/>
                </a:lnTo>
                <a:lnTo>
                  <a:pt x="2571368" y="391515"/>
                </a:lnTo>
                <a:lnTo>
                  <a:pt x="2595364" y="391515"/>
                </a:lnTo>
                <a:lnTo>
                  <a:pt x="2635779" y="337208"/>
                </a:lnTo>
                <a:close/>
                <a:moveTo>
                  <a:pt x="2767125" y="293005"/>
                </a:moveTo>
                <a:lnTo>
                  <a:pt x="2767125" y="392778"/>
                </a:lnTo>
                <a:lnTo>
                  <a:pt x="2740603" y="392778"/>
                </a:lnTo>
                <a:lnTo>
                  <a:pt x="2740603" y="361204"/>
                </a:lnTo>
                <a:lnTo>
                  <a:pt x="2726711" y="361204"/>
                </a:lnTo>
                <a:lnTo>
                  <a:pt x="2709030" y="392778"/>
                </a:lnTo>
                <a:lnTo>
                  <a:pt x="2679982" y="392778"/>
                </a:lnTo>
                <a:lnTo>
                  <a:pt x="2701452" y="357415"/>
                </a:lnTo>
                <a:cubicBezTo>
                  <a:pt x="2696400" y="354889"/>
                  <a:pt x="2691348" y="349837"/>
                  <a:pt x="2688823" y="344786"/>
                </a:cubicBezTo>
                <a:cubicBezTo>
                  <a:pt x="2686297" y="339734"/>
                  <a:pt x="2683771" y="333419"/>
                  <a:pt x="2683771" y="327104"/>
                </a:cubicBezTo>
                <a:cubicBezTo>
                  <a:pt x="2683771" y="320790"/>
                  <a:pt x="2685033" y="314475"/>
                  <a:pt x="2688823" y="309423"/>
                </a:cubicBezTo>
                <a:cubicBezTo>
                  <a:pt x="2691348" y="304371"/>
                  <a:pt x="2696400" y="300582"/>
                  <a:pt x="2701452" y="296793"/>
                </a:cubicBezTo>
                <a:cubicBezTo>
                  <a:pt x="2706504" y="294268"/>
                  <a:pt x="2712818" y="291742"/>
                  <a:pt x="2720397" y="291742"/>
                </a:cubicBezTo>
                <a:lnTo>
                  <a:pt x="2767125" y="291742"/>
                </a:lnTo>
                <a:close/>
                <a:moveTo>
                  <a:pt x="2739341" y="337208"/>
                </a:moveTo>
                <a:lnTo>
                  <a:pt x="2739341" y="317001"/>
                </a:lnTo>
                <a:lnTo>
                  <a:pt x="2720397" y="317001"/>
                </a:lnTo>
                <a:cubicBezTo>
                  <a:pt x="2717871" y="317001"/>
                  <a:pt x="2715344" y="318264"/>
                  <a:pt x="2712818" y="319527"/>
                </a:cubicBezTo>
                <a:cubicBezTo>
                  <a:pt x="2710292" y="320790"/>
                  <a:pt x="2710292" y="323315"/>
                  <a:pt x="2710292" y="327104"/>
                </a:cubicBezTo>
                <a:cubicBezTo>
                  <a:pt x="2710292" y="329630"/>
                  <a:pt x="2711556" y="332156"/>
                  <a:pt x="2712818" y="334682"/>
                </a:cubicBezTo>
                <a:cubicBezTo>
                  <a:pt x="2715344" y="337208"/>
                  <a:pt x="2717871" y="337208"/>
                  <a:pt x="2720397" y="337208"/>
                </a:cubicBezTo>
                <a:lnTo>
                  <a:pt x="2739341" y="337208"/>
                </a:lnTo>
                <a:close/>
                <a:moveTo>
                  <a:pt x="942161" y="488762"/>
                </a:moveTo>
                <a:lnTo>
                  <a:pt x="985102" y="488762"/>
                </a:lnTo>
                <a:lnTo>
                  <a:pt x="985102" y="463503"/>
                </a:lnTo>
                <a:lnTo>
                  <a:pt x="915639" y="463503"/>
                </a:lnTo>
                <a:lnTo>
                  <a:pt x="915639" y="563276"/>
                </a:lnTo>
                <a:lnTo>
                  <a:pt x="942161" y="563276"/>
                </a:lnTo>
                <a:lnTo>
                  <a:pt x="942161" y="488762"/>
                </a:lnTo>
                <a:close/>
                <a:moveTo>
                  <a:pt x="1015412" y="559487"/>
                </a:moveTo>
                <a:cubicBezTo>
                  <a:pt x="1006572" y="554435"/>
                  <a:pt x="1000257" y="548121"/>
                  <a:pt x="995205" y="540543"/>
                </a:cubicBezTo>
                <a:cubicBezTo>
                  <a:pt x="990153" y="532965"/>
                  <a:pt x="987628" y="524125"/>
                  <a:pt x="987628" y="514021"/>
                </a:cubicBezTo>
                <a:cubicBezTo>
                  <a:pt x="987628" y="503917"/>
                  <a:pt x="990153" y="495077"/>
                  <a:pt x="995205" y="487499"/>
                </a:cubicBezTo>
                <a:cubicBezTo>
                  <a:pt x="1000257" y="479921"/>
                  <a:pt x="1006572" y="473607"/>
                  <a:pt x="1015412" y="468555"/>
                </a:cubicBezTo>
                <a:cubicBezTo>
                  <a:pt x="1024253" y="463503"/>
                  <a:pt x="1033094" y="460977"/>
                  <a:pt x="1043198" y="460977"/>
                </a:cubicBezTo>
                <a:cubicBezTo>
                  <a:pt x="1053301" y="460977"/>
                  <a:pt x="1063405" y="463503"/>
                  <a:pt x="1070982" y="468555"/>
                </a:cubicBezTo>
                <a:cubicBezTo>
                  <a:pt x="1079823" y="473607"/>
                  <a:pt x="1086138" y="479921"/>
                  <a:pt x="1091190" y="487499"/>
                </a:cubicBezTo>
                <a:cubicBezTo>
                  <a:pt x="1096241" y="495077"/>
                  <a:pt x="1098767" y="503917"/>
                  <a:pt x="1098767" y="514021"/>
                </a:cubicBezTo>
                <a:cubicBezTo>
                  <a:pt x="1098767" y="524125"/>
                  <a:pt x="1096241" y="532965"/>
                  <a:pt x="1091190" y="540543"/>
                </a:cubicBezTo>
                <a:cubicBezTo>
                  <a:pt x="1086138" y="548121"/>
                  <a:pt x="1079823" y="554435"/>
                  <a:pt x="1070982" y="559487"/>
                </a:cubicBezTo>
                <a:cubicBezTo>
                  <a:pt x="1062142" y="564539"/>
                  <a:pt x="1053301" y="567065"/>
                  <a:pt x="1043198" y="567065"/>
                </a:cubicBezTo>
                <a:cubicBezTo>
                  <a:pt x="1033094" y="565802"/>
                  <a:pt x="1024253" y="563276"/>
                  <a:pt x="1015412" y="559487"/>
                </a:cubicBezTo>
                <a:moveTo>
                  <a:pt x="1058353" y="536754"/>
                </a:moveTo>
                <a:cubicBezTo>
                  <a:pt x="1062142" y="534228"/>
                  <a:pt x="1065931" y="530439"/>
                  <a:pt x="1068457" y="526651"/>
                </a:cubicBezTo>
                <a:cubicBezTo>
                  <a:pt x="1070982" y="522862"/>
                  <a:pt x="1072245" y="517810"/>
                  <a:pt x="1072245" y="512758"/>
                </a:cubicBezTo>
                <a:cubicBezTo>
                  <a:pt x="1072245" y="507706"/>
                  <a:pt x="1070982" y="502654"/>
                  <a:pt x="1068457" y="498866"/>
                </a:cubicBezTo>
                <a:cubicBezTo>
                  <a:pt x="1065931" y="495077"/>
                  <a:pt x="1062142" y="491288"/>
                  <a:pt x="1058353" y="488762"/>
                </a:cubicBezTo>
                <a:cubicBezTo>
                  <a:pt x="1054564" y="486236"/>
                  <a:pt x="1049512" y="484973"/>
                  <a:pt x="1044461" y="484973"/>
                </a:cubicBezTo>
                <a:cubicBezTo>
                  <a:pt x="1039408" y="484973"/>
                  <a:pt x="1034357" y="486236"/>
                  <a:pt x="1030568" y="488762"/>
                </a:cubicBezTo>
                <a:cubicBezTo>
                  <a:pt x="1026779" y="491288"/>
                  <a:pt x="1022990" y="495077"/>
                  <a:pt x="1020464" y="498866"/>
                </a:cubicBezTo>
                <a:cubicBezTo>
                  <a:pt x="1017938" y="502654"/>
                  <a:pt x="1016675" y="507706"/>
                  <a:pt x="1016675" y="512758"/>
                </a:cubicBezTo>
                <a:cubicBezTo>
                  <a:pt x="1016675" y="517810"/>
                  <a:pt x="1017938" y="522862"/>
                  <a:pt x="1020464" y="526651"/>
                </a:cubicBezTo>
                <a:cubicBezTo>
                  <a:pt x="1022990" y="530439"/>
                  <a:pt x="1026779" y="534228"/>
                  <a:pt x="1030568" y="536754"/>
                </a:cubicBezTo>
                <a:cubicBezTo>
                  <a:pt x="1034357" y="539280"/>
                  <a:pt x="1039408" y="540543"/>
                  <a:pt x="1044461" y="540543"/>
                </a:cubicBezTo>
                <a:cubicBezTo>
                  <a:pt x="1048249" y="540543"/>
                  <a:pt x="1053301" y="539280"/>
                  <a:pt x="1058353" y="536754"/>
                </a:cubicBezTo>
                <a:moveTo>
                  <a:pt x="1116449" y="563276"/>
                </a:moveTo>
                <a:lnTo>
                  <a:pt x="1116449" y="463503"/>
                </a:lnTo>
                <a:lnTo>
                  <a:pt x="1160652" y="463503"/>
                </a:lnTo>
                <a:cubicBezTo>
                  <a:pt x="1168230" y="463503"/>
                  <a:pt x="1174544" y="464766"/>
                  <a:pt x="1179596" y="468555"/>
                </a:cubicBezTo>
                <a:cubicBezTo>
                  <a:pt x="1184648" y="471081"/>
                  <a:pt x="1189700" y="476132"/>
                  <a:pt x="1192226" y="481184"/>
                </a:cubicBezTo>
                <a:cubicBezTo>
                  <a:pt x="1194751" y="486236"/>
                  <a:pt x="1197277" y="492551"/>
                  <a:pt x="1197277" y="498866"/>
                </a:cubicBezTo>
                <a:cubicBezTo>
                  <a:pt x="1197277" y="505180"/>
                  <a:pt x="1196015" y="511495"/>
                  <a:pt x="1192226" y="516547"/>
                </a:cubicBezTo>
                <a:cubicBezTo>
                  <a:pt x="1189700" y="521599"/>
                  <a:pt x="1184648" y="525388"/>
                  <a:pt x="1179596" y="529176"/>
                </a:cubicBezTo>
                <a:cubicBezTo>
                  <a:pt x="1174544" y="531702"/>
                  <a:pt x="1168230" y="534228"/>
                  <a:pt x="1160652" y="534228"/>
                </a:cubicBezTo>
                <a:lnTo>
                  <a:pt x="1142971" y="534228"/>
                </a:lnTo>
                <a:lnTo>
                  <a:pt x="1142971" y="564539"/>
                </a:lnTo>
                <a:lnTo>
                  <a:pt x="1116449" y="564539"/>
                </a:lnTo>
                <a:close/>
                <a:moveTo>
                  <a:pt x="1159389" y="508969"/>
                </a:moveTo>
                <a:cubicBezTo>
                  <a:pt x="1161915" y="508969"/>
                  <a:pt x="1165704" y="507706"/>
                  <a:pt x="1166967" y="505180"/>
                </a:cubicBezTo>
                <a:cubicBezTo>
                  <a:pt x="1169492" y="502654"/>
                  <a:pt x="1170756" y="500129"/>
                  <a:pt x="1170756" y="497603"/>
                </a:cubicBezTo>
                <a:cubicBezTo>
                  <a:pt x="1170756" y="495077"/>
                  <a:pt x="1169492" y="492551"/>
                  <a:pt x="1166967" y="490025"/>
                </a:cubicBezTo>
                <a:cubicBezTo>
                  <a:pt x="1164441" y="487499"/>
                  <a:pt x="1161915" y="486236"/>
                  <a:pt x="1159389" y="486236"/>
                </a:cubicBezTo>
                <a:lnTo>
                  <a:pt x="1142971" y="486236"/>
                </a:lnTo>
                <a:lnTo>
                  <a:pt x="1142971" y="507706"/>
                </a:lnTo>
                <a:lnTo>
                  <a:pt x="1159389" y="507706"/>
                </a:lnTo>
                <a:close/>
                <a:moveTo>
                  <a:pt x="1233903" y="559487"/>
                </a:moveTo>
                <a:cubicBezTo>
                  <a:pt x="1225062" y="554435"/>
                  <a:pt x="1218748" y="548121"/>
                  <a:pt x="1213696" y="540543"/>
                </a:cubicBezTo>
                <a:cubicBezTo>
                  <a:pt x="1208644" y="532965"/>
                  <a:pt x="1206118" y="524125"/>
                  <a:pt x="1206118" y="514021"/>
                </a:cubicBezTo>
                <a:cubicBezTo>
                  <a:pt x="1206118" y="503917"/>
                  <a:pt x="1208644" y="495077"/>
                  <a:pt x="1213696" y="487499"/>
                </a:cubicBezTo>
                <a:cubicBezTo>
                  <a:pt x="1218748" y="479921"/>
                  <a:pt x="1225062" y="473607"/>
                  <a:pt x="1233903" y="468555"/>
                </a:cubicBezTo>
                <a:cubicBezTo>
                  <a:pt x="1242744" y="463503"/>
                  <a:pt x="1251584" y="460977"/>
                  <a:pt x="1261688" y="460977"/>
                </a:cubicBezTo>
                <a:cubicBezTo>
                  <a:pt x="1271792" y="460977"/>
                  <a:pt x="1281895" y="463503"/>
                  <a:pt x="1289473" y="468555"/>
                </a:cubicBezTo>
                <a:cubicBezTo>
                  <a:pt x="1298313" y="473607"/>
                  <a:pt x="1304628" y="479921"/>
                  <a:pt x="1309680" y="487499"/>
                </a:cubicBezTo>
                <a:cubicBezTo>
                  <a:pt x="1314732" y="495077"/>
                  <a:pt x="1317258" y="503917"/>
                  <a:pt x="1317258" y="514021"/>
                </a:cubicBezTo>
                <a:cubicBezTo>
                  <a:pt x="1317258" y="524125"/>
                  <a:pt x="1314732" y="532965"/>
                  <a:pt x="1309680" y="540543"/>
                </a:cubicBezTo>
                <a:cubicBezTo>
                  <a:pt x="1304628" y="548121"/>
                  <a:pt x="1298313" y="554435"/>
                  <a:pt x="1289473" y="559487"/>
                </a:cubicBezTo>
                <a:cubicBezTo>
                  <a:pt x="1280633" y="564539"/>
                  <a:pt x="1271792" y="567065"/>
                  <a:pt x="1261688" y="567065"/>
                </a:cubicBezTo>
                <a:cubicBezTo>
                  <a:pt x="1252847" y="565802"/>
                  <a:pt x="1242744" y="563276"/>
                  <a:pt x="1233903" y="559487"/>
                </a:cubicBezTo>
                <a:moveTo>
                  <a:pt x="1276843" y="536754"/>
                </a:moveTo>
                <a:cubicBezTo>
                  <a:pt x="1280633" y="534228"/>
                  <a:pt x="1284421" y="530439"/>
                  <a:pt x="1286947" y="526651"/>
                </a:cubicBezTo>
                <a:cubicBezTo>
                  <a:pt x="1289473" y="522862"/>
                  <a:pt x="1290736" y="517810"/>
                  <a:pt x="1290736" y="512758"/>
                </a:cubicBezTo>
                <a:cubicBezTo>
                  <a:pt x="1290736" y="507706"/>
                  <a:pt x="1289473" y="502654"/>
                  <a:pt x="1286947" y="498866"/>
                </a:cubicBezTo>
                <a:cubicBezTo>
                  <a:pt x="1284421" y="495077"/>
                  <a:pt x="1280633" y="491288"/>
                  <a:pt x="1276843" y="488762"/>
                </a:cubicBezTo>
                <a:cubicBezTo>
                  <a:pt x="1273054" y="486236"/>
                  <a:pt x="1268003" y="484973"/>
                  <a:pt x="1262951" y="484973"/>
                </a:cubicBezTo>
                <a:cubicBezTo>
                  <a:pt x="1257899" y="484973"/>
                  <a:pt x="1252847" y="486236"/>
                  <a:pt x="1249059" y="488762"/>
                </a:cubicBezTo>
                <a:cubicBezTo>
                  <a:pt x="1245269" y="491288"/>
                  <a:pt x="1241481" y="495077"/>
                  <a:pt x="1238955" y="498866"/>
                </a:cubicBezTo>
                <a:cubicBezTo>
                  <a:pt x="1236429" y="502654"/>
                  <a:pt x="1235166" y="507706"/>
                  <a:pt x="1235166" y="512758"/>
                </a:cubicBezTo>
                <a:cubicBezTo>
                  <a:pt x="1235166" y="517810"/>
                  <a:pt x="1236429" y="522862"/>
                  <a:pt x="1238955" y="526651"/>
                </a:cubicBezTo>
                <a:cubicBezTo>
                  <a:pt x="1241481" y="530439"/>
                  <a:pt x="1245269" y="534228"/>
                  <a:pt x="1249059" y="536754"/>
                </a:cubicBezTo>
                <a:cubicBezTo>
                  <a:pt x="1252847" y="539280"/>
                  <a:pt x="1257899" y="540543"/>
                  <a:pt x="1262951" y="540543"/>
                </a:cubicBezTo>
                <a:cubicBezTo>
                  <a:pt x="1268003" y="540543"/>
                  <a:pt x="1273054" y="539280"/>
                  <a:pt x="1276843" y="536754"/>
                </a:cubicBezTo>
                <a:moveTo>
                  <a:pt x="1417031" y="538017"/>
                </a:moveTo>
                <a:lnTo>
                  <a:pt x="1429661" y="538017"/>
                </a:lnTo>
                <a:lnTo>
                  <a:pt x="1429661" y="584746"/>
                </a:lnTo>
                <a:lnTo>
                  <a:pt x="1401876" y="584746"/>
                </a:lnTo>
                <a:lnTo>
                  <a:pt x="1401876" y="563276"/>
                </a:lnTo>
                <a:lnTo>
                  <a:pt x="1348831" y="563276"/>
                </a:lnTo>
                <a:lnTo>
                  <a:pt x="1348831" y="584746"/>
                </a:lnTo>
                <a:lnTo>
                  <a:pt x="1322310" y="584746"/>
                </a:lnTo>
                <a:lnTo>
                  <a:pt x="1322310" y="538017"/>
                </a:lnTo>
                <a:lnTo>
                  <a:pt x="1328625" y="538017"/>
                </a:lnTo>
                <a:cubicBezTo>
                  <a:pt x="1332413" y="535491"/>
                  <a:pt x="1334939" y="530439"/>
                  <a:pt x="1338728" y="522862"/>
                </a:cubicBezTo>
                <a:cubicBezTo>
                  <a:pt x="1341254" y="515284"/>
                  <a:pt x="1343780" y="506443"/>
                  <a:pt x="1343780" y="495077"/>
                </a:cubicBezTo>
                <a:lnTo>
                  <a:pt x="1343780" y="463503"/>
                </a:lnTo>
                <a:lnTo>
                  <a:pt x="1417031" y="463503"/>
                </a:lnTo>
                <a:lnTo>
                  <a:pt x="1417031" y="538017"/>
                </a:lnTo>
                <a:close/>
                <a:moveTo>
                  <a:pt x="1389246" y="538017"/>
                </a:moveTo>
                <a:lnTo>
                  <a:pt x="1389246" y="490025"/>
                </a:lnTo>
                <a:lnTo>
                  <a:pt x="1369039" y="490025"/>
                </a:lnTo>
                <a:lnTo>
                  <a:pt x="1369039" y="496340"/>
                </a:lnTo>
                <a:cubicBezTo>
                  <a:pt x="1369039" y="506443"/>
                  <a:pt x="1367776" y="516547"/>
                  <a:pt x="1365250" y="524125"/>
                </a:cubicBezTo>
                <a:cubicBezTo>
                  <a:pt x="1362724" y="531702"/>
                  <a:pt x="1360198" y="536754"/>
                  <a:pt x="1356410" y="539280"/>
                </a:cubicBezTo>
                <a:lnTo>
                  <a:pt x="1389246" y="539280"/>
                </a:lnTo>
                <a:close/>
                <a:moveTo>
                  <a:pt x="1461234" y="563276"/>
                </a:moveTo>
                <a:lnTo>
                  <a:pt x="1432187" y="563276"/>
                </a:lnTo>
                <a:lnTo>
                  <a:pt x="1470075" y="463503"/>
                </a:lnTo>
                <a:lnTo>
                  <a:pt x="1500386" y="463503"/>
                </a:lnTo>
                <a:lnTo>
                  <a:pt x="1538274" y="563276"/>
                </a:lnTo>
                <a:lnTo>
                  <a:pt x="1509226" y="563276"/>
                </a:lnTo>
                <a:lnTo>
                  <a:pt x="1502912" y="544332"/>
                </a:lnTo>
                <a:lnTo>
                  <a:pt x="1468812" y="544332"/>
                </a:lnTo>
                <a:lnTo>
                  <a:pt x="1461234" y="563276"/>
                </a:lnTo>
                <a:close/>
                <a:moveTo>
                  <a:pt x="1485230" y="488762"/>
                </a:moveTo>
                <a:lnTo>
                  <a:pt x="1475127" y="521599"/>
                </a:lnTo>
                <a:lnTo>
                  <a:pt x="1496597" y="521599"/>
                </a:lnTo>
                <a:lnTo>
                  <a:pt x="1485230" y="488762"/>
                </a:lnTo>
                <a:lnTo>
                  <a:pt x="1485230" y="488762"/>
                </a:lnTo>
                <a:close/>
                <a:moveTo>
                  <a:pt x="1605210" y="505180"/>
                </a:moveTo>
                <a:lnTo>
                  <a:pt x="1605210" y="505180"/>
                </a:lnTo>
                <a:lnTo>
                  <a:pt x="1632995" y="539280"/>
                </a:lnTo>
                <a:lnTo>
                  <a:pt x="1660780" y="505180"/>
                </a:lnTo>
                <a:lnTo>
                  <a:pt x="1660780" y="505180"/>
                </a:lnTo>
                <a:lnTo>
                  <a:pt x="1660780" y="563276"/>
                </a:lnTo>
                <a:lnTo>
                  <a:pt x="1687302" y="563276"/>
                </a:lnTo>
                <a:lnTo>
                  <a:pt x="1687302" y="463503"/>
                </a:lnTo>
                <a:lnTo>
                  <a:pt x="1663306" y="463503"/>
                </a:lnTo>
                <a:lnTo>
                  <a:pt x="1632995" y="501392"/>
                </a:lnTo>
                <a:lnTo>
                  <a:pt x="1632995" y="501392"/>
                </a:lnTo>
                <a:lnTo>
                  <a:pt x="1602685" y="463503"/>
                </a:lnTo>
                <a:lnTo>
                  <a:pt x="1578689" y="463503"/>
                </a:lnTo>
                <a:lnTo>
                  <a:pt x="1578689" y="563276"/>
                </a:lnTo>
                <a:lnTo>
                  <a:pt x="1605210" y="563276"/>
                </a:lnTo>
                <a:lnTo>
                  <a:pt x="1605210" y="505180"/>
                </a:lnTo>
                <a:close/>
                <a:moveTo>
                  <a:pt x="1732769" y="559487"/>
                </a:moveTo>
                <a:cubicBezTo>
                  <a:pt x="1723928" y="554435"/>
                  <a:pt x="1717613" y="548121"/>
                  <a:pt x="1712561" y="540543"/>
                </a:cubicBezTo>
                <a:cubicBezTo>
                  <a:pt x="1707510" y="532965"/>
                  <a:pt x="1704984" y="524125"/>
                  <a:pt x="1704984" y="514021"/>
                </a:cubicBezTo>
                <a:cubicBezTo>
                  <a:pt x="1704984" y="503917"/>
                  <a:pt x="1707510" y="495077"/>
                  <a:pt x="1712561" y="487499"/>
                </a:cubicBezTo>
                <a:cubicBezTo>
                  <a:pt x="1717613" y="479921"/>
                  <a:pt x="1723928" y="473607"/>
                  <a:pt x="1732769" y="468555"/>
                </a:cubicBezTo>
                <a:cubicBezTo>
                  <a:pt x="1741610" y="463503"/>
                  <a:pt x="1750450" y="460977"/>
                  <a:pt x="1760554" y="460977"/>
                </a:cubicBezTo>
                <a:cubicBezTo>
                  <a:pt x="1770657" y="460977"/>
                  <a:pt x="1780761" y="463503"/>
                  <a:pt x="1788338" y="468555"/>
                </a:cubicBezTo>
                <a:cubicBezTo>
                  <a:pt x="1797179" y="473607"/>
                  <a:pt x="1803494" y="479921"/>
                  <a:pt x="1808546" y="487499"/>
                </a:cubicBezTo>
                <a:cubicBezTo>
                  <a:pt x="1813597" y="495077"/>
                  <a:pt x="1816123" y="503917"/>
                  <a:pt x="1816123" y="514021"/>
                </a:cubicBezTo>
                <a:cubicBezTo>
                  <a:pt x="1816123" y="524125"/>
                  <a:pt x="1813597" y="532965"/>
                  <a:pt x="1808546" y="540543"/>
                </a:cubicBezTo>
                <a:cubicBezTo>
                  <a:pt x="1803494" y="548121"/>
                  <a:pt x="1797179" y="554435"/>
                  <a:pt x="1788338" y="559487"/>
                </a:cubicBezTo>
                <a:cubicBezTo>
                  <a:pt x="1779498" y="564539"/>
                  <a:pt x="1770657" y="567065"/>
                  <a:pt x="1760554" y="567065"/>
                </a:cubicBezTo>
                <a:cubicBezTo>
                  <a:pt x="1750450" y="565802"/>
                  <a:pt x="1740346" y="563276"/>
                  <a:pt x="1732769" y="559487"/>
                </a:cubicBezTo>
                <a:moveTo>
                  <a:pt x="1774446" y="536754"/>
                </a:moveTo>
                <a:cubicBezTo>
                  <a:pt x="1778235" y="534228"/>
                  <a:pt x="1782023" y="530439"/>
                  <a:pt x="1784549" y="526651"/>
                </a:cubicBezTo>
                <a:cubicBezTo>
                  <a:pt x="1787076" y="522862"/>
                  <a:pt x="1788338" y="517810"/>
                  <a:pt x="1788338" y="512758"/>
                </a:cubicBezTo>
                <a:cubicBezTo>
                  <a:pt x="1788338" y="507706"/>
                  <a:pt x="1787076" y="502654"/>
                  <a:pt x="1784549" y="498866"/>
                </a:cubicBezTo>
                <a:cubicBezTo>
                  <a:pt x="1782023" y="495077"/>
                  <a:pt x="1778235" y="491288"/>
                  <a:pt x="1774446" y="488762"/>
                </a:cubicBezTo>
                <a:cubicBezTo>
                  <a:pt x="1770657" y="486236"/>
                  <a:pt x="1765605" y="484973"/>
                  <a:pt x="1760554" y="484973"/>
                </a:cubicBezTo>
                <a:cubicBezTo>
                  <a:pt x="1755502" y="484973"/>
                  <a:pt x="1750450" y="486236"/>
                  <a:pt x="1746661" y="488762"/>
                </a:cubicBezTo>
                <a:cubicBezTo>
                  <a:pt x="1742872" y="491288"/>
                  <a:pt x="1739084" y="495077"/>
                  <a:pt x="1736557" y="498866"/>
                </a:cubicBezTo>
                <a:cubicBezTo>
                  <a:pt x="1734031" y="502654"/>
                  <a:pt x="1732769" y="507706"/>
                  <a:pt x="1732769" y="512758"/>
                </a:cubicBezTo>
                <a:cubicBezTo>
                  <a:pt x="1732769" y="517810"/>
                  <a:pt x="1734031" y="522862"/>
                  <a:pt x="1736557" y="526651"/>
                </a:cubicBezTo>
                <a:cubicBezTo>
                  <a:pt x="1739084" y="530439"/>
                  <a:pt x="1742872" y="534228"/>
                  <a:pt x="1746661" y="536754"/>
                </a:cubicBezTo>
                <a:cubicBezTo>
                  <a:pt x="1750450" y="539280"/>
                  <a:pt x="1755502" y="540543"/>
                  <a:pt x="1760554" y="540543"/>
                </a:cubicBezTo>
                <a:cubicBezTo>
                  <a:pt x="1765605" y="540543"/>
                  <a:pt x="1770657" y="539280"/>
                  <a:pt x="1774446" y="536754"/>
                </a:cubicBezTo>
                <a:moveTo>
                  <a:pt x="1854012" y="559487"/>
                </a:moveTo>
                <a:cubicBezTo>
                  <a:pt x="1862853" y="564539"/>
                  <a:pt x="1871693" y="567065"/>
                  <a:pt x="1881797" y="567065"/>
                </a:cubicBezTo>
                <a:cubicBezTo>
                  <a:pt x="1891900" y="567065"/>
                  <a:pt x="1900741" y="564539"/>
                  <a:pt x="1908318" y="560750"/>
                </a:cubicBezTo>
                <a:cubicBezTo>
                  <a:pt x="1915897" y="556961"/>
                  <a:pt x="1922211" y="551910"/>
                  <a:pt x="1927263" y="546858"/>
                </a:cubicBezTo>
                <a:lnTo>
                  <a:pt x="1909582" y="530439"/>
                </a:lnTo>
                <a:cubicBezTo>
                  <a:pt x="1905793" y="534228"/>
                  <a:pt x="1902004" y="536754"/>
                  <a:pt x="1896952" y="539280"/>
                </a:cubicBezTo>
                <a:cubicBezTo>
                  <a:pt x="1893164" y="541806"/>
                  <a:pt x="1888112" y="541806"/>
                  <a:pt x="1881797" y="541806"/>
                </a:cubicBezTo>
                <a:cubicBezTo>
                  <a:pt x="1876745" y="541806"/>
                  <a:pt x="1871693" y="540543"/>
                  <a:pt x="1867905" y="538017"/>
                </a:cubicBezTo>
                <a:cubicBezTo>
                  <a:pt x="1864115" y="535491"/>
                  <a:pt x="1860327" y="531702"/>
                  <a:pt x="1857800" y="527913"/>
                </a:cubicBezTo>
                <a:cubicBezTo>
                  <a:pt x="1855275" y="524125"/>
                  <a:pt x="1854012" y="519073"/>
                  <a:pt x="1854012" y="514021"/>
                </a:cubicBezTo>
                <a:cubicBezTo>
                  <a:pt x="1854012" y="508969"/>
                  <a:pt x="1855275" y="503917"/>
                  <a:pt x="1857800" y="500129"/>
                </a:cubicBezTo>
                <a:cubicBezTo>
                  <a:pt x="1860327" y="496340"/>
                  <a:pt x="1864115" y="492551"/>
                  <a:pt x="1867905" y="490025"/>
                </a:cubicBezTo>
                <a:cubicBezTo>
                  <a:pt x="1871693" y="487499"/>
                  <a:pt x="1876745" y="486236"/>
                  <a:pt x="1881797" y="486236"/>
                </a:cubicBezTo>
                <a:cubicBezTo>
                  <a:pt x="1888112" y="486236"/>
                  <a:pt x="1893164" y="487499"/>
                  <a:pt x="1896952" y="488762"/>
                </a:cubicBezTo>
                <a:cubicBezTo>
                  <a:pt x="1900741" y="491288"/>
                  <a:pt x="1904530" y="493814"/>
                  <a:pt x="1909582" y="497603"/>
                </a:cubicBezTo>
                <a:lnTo>
                  <a:pt x="1927263" y="481184"/>
                </a:lnTo>
                <a:cubicBezTo>
                  <a:pt x="1922211" y="476132"/>
                  <a:pt x="1915897" y="471081"/>
                  <a:pt x="1908318" y="467292"/>
                </a:cubicBezTo>
                <a:cubicBezTo>
                  <a:pt x="1900741" y="463503"/>
                  <a:pt x="1891900" y="462240"/>
                  <a:pt x="1881797" y="462240"/>
                </a:cubicBezTo>
                <a:cubicBezTo>
                  <a:pt x="1871693" y="462240"/>
                  <a:pt x="1861590" y="464766"/>
                  <a:pt x="1854012" y="469818"/>
                </a:cubicBezTo>
                <a:cubicBezTo>
                  <a:pt x="1845171" y="474870"/>
                  <a:pt x="1838856" y="481184"/>
                  <a:pt x="1833805" y="488762"/>
                </a:cubicBezTo>
                <a:cubicBezTo>
                  <a:pt x="1828753" y="496340"/>
                  <a:pt x="1826227" y="505180"/>
                  <a:pt x="1826227" y="515284"/>
                </a:cubicBezTo>
                <a:cubicBezTo>
                  <a:pt x="1826227" y="525388"/>
                  <a:pt x="1828753" y="534228"/>
                  <a:pt x="1833805" y="541806"/>
                </a:cubicBezTo>
                <a:cubicBezTo>
                  <a:pt x="1838856" y="548121"/>
                  <a:pt x="1846434" y="554435"/>
                  <a:pt x="1854012" y="559487"/>
                </a:cubicBezTo>
                <a:moveTo>
                  <a:pt x="1968941" y="538017"/>
                </a:moveTo>
                <a:lnTo>
                  <a:pt x="1979044" y="525388"/>
                </a:lnTo>
                <a:lnTo>
                  <a:pt x="2004303" y="563276"/>
                </a:lnTo>
                <a:lnTo>
                  <a:pt x="2035877" y="563276"/>
                </a:lnTo>
                <a:lnTo>
                  <a:pt x="1997988" y="505180"/>
                </a:lnTo>
                <a:lnTo>
                  <a:pt x="2033351" y="463503"/>
                </a:lnTo>
                <a:lnTo>
                  <a:pt x="2001777" y="463503"/>
                </a:lnTo>
                <a:lnTo>
                  <a:pt x="1968941" y="501392"/>
                </a:lnTo>
                <a:lnTo>
                  <a:pt x="1968941" y="463503"/>
                </a:lnTo>
                <a:lnTo>
                  <a:pt x="1942418" y="463503"/>
                </a:lnTo>
                <a:lnTo>
                  <a:pt x="1942418" y="563276"/>
                </a:lnTo>
                <a:lnTo>
                  <a:pt x="1968941" y="563276"/>
                </a:lnTo>
                <a:lnTo>
                  <a:pt x="1968941" y="538017"/>
                </a:lnTo>
                <a:close/>
                <a:moveTo>
                  <a:pt x="2047243" y="563276"/>
                </a:moveTo>
                <a:lnTo>
                  <a:pt x="2047243" y="463503"/>
                </a:lnTo>
                <a:lnTo>
                  <a:pt x="2091446" y="463503"/>
                </a:lnTo>
                <a:cubicBezTo>
                  <a:pt x="2099025" y="463503"/>
                  <a:pt x="2105339" y="464766"/>
                  <a:pt x="2110391" y="467292"/>
                </a:cubicBezTo>
                <a:cubicBezTo>
                  <a:pt x="2115443" y="469818"/>
                  <a:pt x="2119232" y="472344"/>
                  <a:pt x="2121758" y="477395"/>
                </a:cubicBezTo>
                <a:cubicBezTo>
                  <a:pt x="2124284" y="481184"/>
                  <a:pt x="2125546" y="486236"/>
                  <a:pt x="2125546" y="490025"/>
                </a:cubicBezTo>
                <a:cubicBezTo>
                  <a:pt x="2125546" y="495077"/>
                  <a:pt x="2124284" y="498866"/>
                  <a:pt x="2121758" y="502654"/>
                </a:cubicBezTo>
                <a:cubicBezTo>
                  <a:pt x="2119232" y="506443"/>
                  <a:pt x="2115443" y="508969"/>
                  <a:pt x="2111654" y="510232"/>
                </a:cubicBezTo>
                <a:cubicBezTo>
                  <a:pt x="2114180" y="511495"/>
                  <a:pt x="2117969" y="512758"/>
                  <a:pt x="2120495" y="515284"/>
                </a:cubicBezTo>
                <a:cubicBezTo>
                  <a:pt x="2123020" y="517810"/>
                  <a:pt x="2125546" y="520336"/>
                  <a:pt x="2128072" y="524125"/>
                </a:cubicBezTo>
                <a:cubicBezTo>
                  <a:pt x="2130598" y="527913"/>
                  <a:pt x="2130598" y="531702"/>
                  <a:pt x="2130598" y="535491"/>
                </a:cubicBezTo>
                <a:cubicBezTo>
                  <a:pt x="2130598" y="540543"/>
                  <a:pt x="2129335" y="545595"/>
                  <a:pt x="2126810" y="549384"/>
                </a:cubicBezTo>
                <a:cubicBezTo>
                  <a:pt x="2124284" y="553172"/>
                  <a:pt x="2119232" y="556961"/>
                  <a:pt x="2114180" y="559487"/>
                </a:cubicBezTo>
                <a:cubicBezTo>
                  <a:pt x="2109128" y="562013"/>
                  <a:pt x="2102813" y="563276"/>
                  <a:pt x="2095236" y="563276"/>
                </a:cubicBezTo>
                <a:lnTo>
                  <a:pt x="2047243" y="563276"/>
                </a:lnTo>
                <a:close/>
                <a:moveTo>
                  <a:pt x="2090184" y="501392"/>
                </a:moveTo>
                <a:cubicBezTo>
                  <a:pt x="2092710" y="501392"/>
                  <a:pt x="2095236" y="500129"/>
                  <a:pt x="2096498" y="498866"/>
                </a:cubicBezTo>
                <a:cubicBezTo>
                  <a:pt x="2097761" y="497603"/>
                  <a:pt x="2099025" y="495077"/>
                  <a:pt x="2099025" y="492551"/>
                </a:cubicBezTo>
                <a:cubicBezTo>
                  <a:pt x="2099025" y="490025"/>
                  <a:pt x="2097761" y="487499"/>
                  <a:pt x="2096498" y="486236"/>
                </a:cubicBezTo>
                <a:cubicBezTo>
                  <a:pt x="2095236" y="484973"/>
                  <a:pt x="2092710" y="483710"/>
                  <a:pt x="2090184" y="483710"/>
                </a:cubicBezTo>
                <a:lnTo>
                  <a:pt x="2075028" y="483710"/>
                </a:lnTo>
                <a:lnTo>
                  <a:pt x="2075028" y="501392"/>
                </a:lnTo>
                <a:lnTo>
                  <a:pt x="2090184" y="501392"/>
                </a:lnTo>
                <a:close/>
                <a:moveTo>
                  <a:pt x="2093972" y="541806"/>
                </a:moveTo>
                <a:cubicBezTo>
                  <a:pt x="2096498" y="541806"/>
                  <a:pt x="2100287" y="540543"/>
                  <a:pt x="2101551" y="539280"/>
                </a:cubicBezTo>
                <a:cubicBezTo>
                  <a:pt x="2104076" y="538017"/>
                  <a:pt x="2104076" y="535491"/>
                  <a:pt x="2104076" y="531702"/>
                </a:cubicBezTo>
                <a:cubicBezTo>
                  <a:pt x="2104076" y="529176"/>
                  <a:pt x="2102813" y="526651"/>
                  <a:pt x="2101551" y="524125"/>
                </a:cubicBezTo>
                <a:cubicBezTo>
                  <a:pt x="2099025" y="522862"/>
                  <a:pt x="2096498" y="521599"/>
                  <a:pt x="2093972" y="521599"/>
                </a:cubicBezTo>
                <a:lnTo>
                  <a:pt x="2075028" y="521599"/>
                </a:lnTo>
                <a:lnTo>
                  <a:pt x="2075028" y="541806"/>
                </a:lnTo>
                <a:lnTo>
                  <a:pt x="2093972" y="541806"/>
                </a:lnTo>
                <a:close/>
                <a:moveTo>
                  <a:pt x="2148279" y="563276"/>
                </a:moveTo>
                <a:lnTo>
                  <a:pt x="2148279" y="463503"/>
                </a:lnTo>
                <a:lnTo>
                  <a:pt x="2174802" y="463503"/>
                </a:lnTo>
                <a:lnTo>
                  <a:pt x="2174802" y="493814"/>
                </a:lnTo>
                <a:lnTo>
                  <a:pt x="2191220" y="493814"/>
                </a:lnTo>
                <a:cubicBezTo>
                  <a:pt x="2198797" y="493814"/>
                  <a:pt x="2205112" y="495077"/>
                  <a:pt x="2210164" y="498866"/>
                </a:cubicBezTo>
                <a:cubicBezTo>
                  <a:pt x="2215216" y="501392"/>
                  <a:pt x="2220268" y="506443"/>
                  <a:pt x="2222794" y="511495"/>
                </a:cubicBezTo>
                <a:cubicBezTo>
                  <a:pt x="2225320" y="516547"/>
                  <a:pt x="2227846" y="522862"/>
                  <a:pt x="2227846" y="529176"/>
                </a:cubicBezTo>
                <a:cubicBezTo>
                  <a:pt x="2227846" y="535491"/>
                  <a:pt x="2226582" y="541806"/>
                  <a:pt x="2222794" y="546858"/>
                </a:cubicBezTo>
                <a:cubicBezTo>
                  <a:pt x="2220268" y="551910"/>
                  <a:pt x="2215216" y="555698"/>
                  <a:pt x="2210164" y="559487"/>
                </a:cubicBezTo>
                <a:cubicBezTo>
                  <a:pt x="2205112" y="562013"/>
                  <a:pt x="2198797" y="564539"/>
                  <a:pt x="2191220" y="564539"/>
                </a:cubicBezTo>
                <a:lnTo>
                  <a:pt x="2148279" y="564539"/>
                </a:lnTo>
                <a:close/>
                <a:moveTo>
                  <a:pt x="2189957" y="539280"/>
                </a:moveTo>
                <a:cubicBezTo>
                  <a:pt x="2193746" y="539280"/>
                  <a:pt x="2196272" y="538017"/>
                  <a:pt x="2197535" y="536754"/>
                </a:cubicBezTo>
                <a:cubicBezTo>
                  <a:pt x="2200061" y="534228"/>
                  <a:pt x="2201323" y="531702"/>
                  <a:pt x="2201323" y="529176"/>
                </a:cubicBezTo>
                <a:cubicBezTo>
                  <a:pt x="2201323" y="526651"/>
                  <a:pt x="2200061" y="524125"/>
                  <a:pt x="2197535" y="521599"/>
                </a:cubicBezTo>
                <a:cubicBezTo>
                  <a:pt x="2195009" y="519073"/>
                  <a:pt x="2192483" y="519073"/>
                  <a:pt x="2189957" y="519073"/>
                </a:cubicBezTo>
                <a:lnTo>
                  <a:pt x="2174802" y="519073"/>
                </a:lnTo>
                <a:lnTo>
                  <a:pt x="2174802" y="540543"/>
                </a:lnTo>
                <a:lnTo>
                  <a:pt x="2189957" y="540543"/>
                </a:lnTo>
                <a:close/>
                <a:moveTo>
                  <a:pt x="2265734" y="563276"/>
                </a:moveTo>
                <a:lnTo>
                  <a:pt x="2239212" y="563276"/>
                </a:lnTo>
                <a:lnTo>
                  <a:pt x="2239212" y="463503"/>
                </a:lnTo>
                <a:lnTo>
                  <a:pt x="2265734" y="463503"/>
                </a:lnTo>
                <a:lnTo>
                  <a:pt x="2265734" y="563276"/>
                </a:lnTo>
                <a:close/>
                <a:moveTo>
                  <a:pt x="488762" y="0"/>
                </a:moveTo>
                <a:lnTo>
                  <a:pt x="488762" y="0"/>
                </a:lnTo>
                <a:lnTo>
                  <a:pt x="488762" y="56833"/>
                </a:lnTo>
                <a:lnTo>
                  <a:pt x="538017" y="56833"/>
                </a:lnTo>
                <a:lnTo>
                  <a:pt x="314475" y="232383"/>
                </a:lnTo>
                <a:lnTo>
                  <a:pt x="169235" y="118717"/>
                </a:lnTo>
                <a:lnTo>
                  <a:pt x="79566" y="188180"/>
                </a:lnTo>
                <a:lnTo>
                  <a:pt x="79566" y="260168"/>
                </a:lnTo>
                <a:lnTo>
                  <a:pt x="169235" y="190706"/>
                </a:lnTo>
                <a:lnTo>
                  <a:pt x="314475" y="304371"/>
                </a:lnTo>
                <a:lnTo>
                  <a:pt x="577169" y="98510"/>
                </a:lnTo>
                <a:lnTo>
                  <a:pt x="577169" y="147765"/>
                </a:lnTo>
                <a:lnTo>
                  <a:pt x="634002" y="147765"/>
                </a:lnTo>
                <a:lnTo>
                  <a:pt x="634002" y="0"/>
                </a:lnTo>
                <a:lnTo>
                  <a:pt x="488762" y="0"/>
                </a:lnTo>
                <a:close/>
                <a:moveTo>
                  <a:pt x="578431" y="174287"/>
                </a:moveTo>
                <a:lnTo>
                  <a:pt x="562013" y="174287"/>
                </a:lnTo>
                <a:lnTo>
                  <a:pt x="512758" y="298056"/>
                </a:lnTo>
                <a:lnTo>
                  <a:pt x="512758" y="359941"/>
                </a:lnTo>
                <a:lnTo>
                  <a:pt x="493814" y="378885"/>
                </a:lnTo>
                <a:lnTo>
                  <a:pt x="493814" y="457188"/>
                </a:lnTo>
                <a:lnTo>
                  <a:pt x="477395" y="473607"/>
                </a:lnTo>
                <a:lnTo>
                  <a:pt x="477395" y="529176"/>
                </a:lnTo>
                <a:lnTo>
                  <a:pt x="449611" y="538017"/>
                </a:lnTo>
                <a:lnTo>
                  <a:pt x="449611" y="454662"/>
                </a:lnTo>
                <a:lnTo>
                  <a:pt x="407933" y="454662"/>
                </a:lnTo>
                <a:lnTo>
                  <a:pt x="361204" y="431929"/>
                </a:lnTo>
                <a:lnTo>
                  <a:pt x="314475" y="454662"/>
                </a:lnTo>
                <a:lnTo>
                  <a:pt x="272797" y="454662"/>
                </a:lnTo>
                <a:lnTo>
                  <a:pt x="272797" y="588535"/>
                </a:lnTo>
                <a:lnTo>
                  <a:pt x="242487" y="596113"/>
                </a:lnTo>
                <a:lnTo>
                  <a:pt x="242487" y="520336"/>
                </a:lnTo>
                <a:lnTo>
                  <a:pt x="222279" y="524125"/>
                </a:lnTo>
                <a:lnTo>
                  <a:pt x="222279" y="444559"/>
                </a:lnTo>
                <a:lnTo>
                  <a:pt x="200809" y="447085"/>
                </a:lnTo>
                <a:lnTo>
                  <a:pt x="173024" y="294268"/>
                </a:lnTo>
                <a:lnTo>
                  <a:pt x="188180" y="305634"/>
                </a:lnTo>
                <a:lnTo>
                  <a:pt x="181865" y="284164"/>
                </a:lnTo>
                <a:lnTo>
                  <a:pt x="199546" y="271534"/>
                </a:lnTo>
                <a:lnTo>
                  <a:pt x="178076" y="271534"/>
                </a:lnTo>
                <a:lnTo>
                  <a:pt x="171761" y="250064"/>
                </a:lnTo>
                <a:lnTo>
                  <a:pt x="165447" y="271534"/>
                </a:lnTo>
                <a:lnTo>
                  <a:pt x="143976" y="271534"/>
                </a:lnTo>
                <a:lnTo>
                  <a:pt x="161658" y="284164"/>
                </a:lnTo>
                <a:lnTo>
                  <a:pt x="155343" y="305634"/>
                </a:lnTo>
                <a:lnTo>
                  <a:pt x="170498" y="294268"/>
                </a:lnTo>
                <a:lnTo>
                  <a:pt x="141451" y="445822"/>
                </a:lnTo>
                <a:lnTo>
                  <a:pt x="121243" y="443296"/>
                </a:lnTo>
                <a:lnTo>
                  <a:pt x="121243" y="522862"/>
                </a:lnTo>
                <a:lnTo>
                  <a:pt x="101036" y="519073"/>
                </a:lnTo>
                <a:lnTo>
                  <a:pt x="101036" y="637790"/>
                </a:lnTo>
                <a:lnTo>
                  <a:pt x="88407" y="641579"/>
                </a:lnTo>
                <a:cubicBezTo>
                  <a:pt x="87144" y="641579"/>
                  <a:pt x="85881" y="640316"/>
                  <a:pt x="85881" y="640316"/>
                </a:cubicBezTo>
                <a:cubicBezTo>
                  <a:pt x="68199" y="627687"/>
                  <a:pt x="55570" y="607479"/>
                  <a:pt x="55570" y="586009"/>
                </a:cubicBezTo>
                <a:lnTo>
                  <a:pt x="55570" y="56833"/>
                </a:lnTo>
                <a:lnTo>
                  <a:pt x="464766" y="56833"/>
                </a:lnTo>
                <a:lnTo>
                  <a:pt x="464766" y="0"/>
                </a:lnTo>
                <a:lnTo>
                  <a:pt x="0" y="0"/>
                </a:lnTo>
                <a:lnTo>
                  <a:pt x="0" y="588535"/>
                </a:lnTo>
                <a:cubicBezTo>
                  <a:pt x="0" y="657997"/>
                  <a:pt x="59359" y="713567"/>
                  <a:pt x="132610" y="713567"/>
                </a:cubicBezTo>
                <a:lnTo>
                  <a:pt x="194494" y="713567"/>
                </a:lnTo>
                <a:cubicBezTo>
                  <a:pt x="274061" y="713567"/>
                  <a:pt x="318264" y="766611"/>
                  <a:pt x="318264" y="766611"/>
                </a:cubicBezTo>
                <a:cubicBezTo>
                  <a:pt x="318264" y="766611"/>
                  <a:pt x="362467" y="713567"/>
                  <a:pt x="442033" y="713567"/>
                </a:cubicBezTo>
                <a:lnTo>
                  <a:pt x="503917" y="713567"/>
                </a:lnTo>
                <a:cubicBezTo>
                  <a:pt x="577169" y="713567"/>
                  <a:pt x="636527" y="657997"/>
                  <a:pt x="636527" y="588535"/>
                </a:cubicBezTo>
                <a:lnTo>
                  <a:pt x="636527" y="174287"/>
                </a:lnTo>
                <a:lnTo>
                  <a:pt x="578431" y="174287"/>
                </a:lnTo>
                <a:lnTo>
                  <a:pt x="578431" y="174287"/>
                </a:lnTo>
                <a:close/>
                <a:moveTo>
                  <a:pt x="578431" y="588535"/>
                </a:moveTo>
                <a:cubicBezTo>
                  <a:pt x="578431" y="626424"/>
                  <a:pt x="544332" y="656734"/>
                  <a:pt x="501392" y="656734"/>
                </a:cubicBezTo>
                <a:lnTo>
                  <a:pt x="439507" y="656734"/>
                </a:lnTo>
                <a:cubicBezTo>
                  <a:pt x="396567" y="656734"/>
                  <a:pt x="353626" y="669364"/>
                  <a:pt x="317001" y="692097"/>
                </a:cubicBezTo>
                <a:cubicBezTo>
                  <a:pt x="315738" y="692097"/>
                  <a:pt x="315738" y="693360"/>
                  <a:pt x="314475" y="693360"/>
                </a:cubicBezTo>
                <a:cubicBezTo>
                  <a:pt x="313212" y="693360"/>
                  <a:pt x="313212" y="692097"/>
                  <a:pt x="311949" y="692097"/>
                </a:cubicBezTo>
                <a:cubicBezTo>
                  <a:pt x="275323" y="669364"/>
                  <a:pt x="233646" y="656734"/>
                  <a:pt x="189443" y="656734"/>
                </a:cubicBezTo>
                <a:lnTo>
                  <a:pt x="138925" y="656734"/>
                </a:lnTo>
                <a:lnTo>
                  <a:pt x="138925" y="573380"/>
                </a:lnTo>
                <a:lnTo>
                  <a:pt x="159132" y="577169"/>
                </a:lnTo>
                <a:lnTo>
                  <a:pt x="159132" y="495077"/>
                </a:lnTo>
                <a:lnTo>
                  <a:pt x="167972" y="495077"/>
                </a:lnTo>
                <a:lnTo>
                  <a:pt x="178076" y="496340"/>
                </a:lnTo>
                <a:lnTo>
                  <a:pt x="178076" y="578431"/>
                </a:lnTo>
                <a:lnTo>
                  <a:pt x="198283" y="574643"/>
                </a:lnTo>
                <a:lnTo>
                  <a:pt x="198283" y="656734"/>
                </a:lnTo>
                <a:lnTo>
                  <a:pt x="314475" y="622635"/>
                </a:lnTo>
                <a:lnTo>
                  <a:pt x="314475" y="498866"/>
                </a:lnTo>
                <a:lnTo>
                  <a:pt x="323316" y="498866"/>
                </a:lnTo>
                <a:lnTo>
                  <a:pt x="359941" y="481184"/>
                </a:lnTo>
                <a:lnTo>
                  <a:pt x="396567" y="498866"/>
                </a:lnTo>
                <a:lnTo>
                  <a:pt x="405407" y="498866"/>
                </a:lnTo>
                <a:lnTo>
                  <a:pt x="405407" y="593587"/>
                </a:lnTo>
                <a:lnTo>
                  <a:pt x="519073" y="559487"/>
                </a:lnTo>
                <a:lnTo>
                  <a:pt x="519073" y="493814"/>
                </a:lnTo>
                <a:lnTo>
                  <a:pt x="550647" y="463503"/>
                </a:lnTo>
                <a:lnTo>
                  <a:pt x="550647" y="399092"/>
                </a:lnTo>
                <a:lnTo>
                  <a:pt x="535491" y="412985"/>
                </a:lnTo>
                <a:lnTo>
                  <a:pt x="535491" y="399092"/>
                </a:lnTo>
                <a:lnTo>
                  <a:pt x="569591" y="363730"/>
                </a:lnTo>
                <a:lnTo>
                  <a:pt x="569591" y="298056"/>
                </a:lnTo>
                <a:lnTo>
                  <a:pt x="555698" y="315738"/>
                </a:lnTo>
                <a:lnTo>
                  <a:pt x="555698" y="310686"/>
                </a:lnTo>
                <a:lnTo>
                  <a:pt x="578431" y="250064"/>
                </a:lnTo>
                <a:lnTo>
                  <a:pt x="578431" y="588535"/>
                </a:lnTo>
                <a:close/>
              </a:path>
            </a:pathLst>
          </a:custGeom>
          <a:solidFill>
            <a:srgbClr val="A6A6A6"/>
          </a:solidFill>
          <a:ln w="12627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сновн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000" y="540000"/>
            <a:ext cx="2285581" cy="5400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906" y="1260000"/>
            <a:ext cx="9576000" cy="12667"/>
          </a:xfrm>
          <a:prstGeom prst="rect">
            <a:avLst/>
          </a:prstGeom>
        </p:spPr>
      </p:pic>
      <p:sp>
        <p:nvSpPr>
          <p:cNvPr id="9" name="Заголовок 1"/>
          <p:cNvSpPr txBox="1"/>
          <p:nvPr userDrawn="1"/>
        </p:nvSpPr>
        <p:spPr>
          <a:xfrm>
            <a:off x="9616273" y="7031465"/>
            <a:ext cx="517633" cy="1708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1007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fld id="{5DD2EFF6-9C78-4750-93E8-F1BCF287DC6D}" type="slidenum">
              <a:rPr lang="ru-RU" sz="1200" smtClean="0">
                <a:solidFill>
                  <a:schemeClr val="tx2"/>
                </a:solidFill>
              </a:rPr>
              <a:t>‹#›</a:t>
            </a:fld>
            <a:endParaRPr lang="ru-RU" sz="1200">
              <a:solidFill>
                <a:schemeClr val="tx2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20256" y="540000"/>
            <a:ext cx="2461395" cy="54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сновной длинный за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000" y="540000"/>
            <a:ext cx="2285581" cy="5400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906" y="1780700"/>
            <a:ext cx="9576000" cy="12667"/>
          </a:xfrm>
          <a:prstGeom prst="rect">
            <a:avLst/>
          </a:prstGeom>
        </p:spPr>
      </p:pic>
      <p:sp>
        <p:nvSpPr>
          <p:cNvPr id="9" name="Заголовок 1"/>
          <p:cNvSpPr txBox="1"/>
          <p:nvPr userDrawn="1"/>
        </p:nvSpPr>
        <p:spPr>
          <a:xfrm>
            <a:off x="9616273" y="7031465"/>
            <a:ext cx="517633" cy="1708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1007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fld id="{5DD2EFF6-9C78-4750-93E8-F1BCF287DC6D}" type="slidenum">
              <a:rPr lang="ru-RU" sz="1200" smtClean="0">
                <a:solidFill>
                  <a:schemeClr val="tx2"/>
                </a:solidFill>
              </a:rPr>
              <a:t>‹#›</a:t>
            </a:fld>
            <a:endParaRPr lang="ru-RU" sz="1200">
              <a:solidFill>
                <a:schemeClr val="tx2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20256" y="540000"/>
            <a:ext cx="2461395" cy="540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>
          <a:xfrm>
            <a:off x="10828105" y="402483"/>
            <a:ext cx="230420" cy="750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10828105" y="1133077"/>
            <a:ext cx="230420" cy="7500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0828105" y="1863672"/>
            <a:ext cx="230420" cy="75004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10828105" y="2594265"/>
            <a:ext cx="230420" cy="75004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1007745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95" indent="-252095" algn="l" defTabSz="1007745" rtl="0" eaLnBrk="1" latinLnBrk="0" hangingPunct="1">
        <a:lnSpc>
          <a:spcPct val="90000"/>
        </a:lnSpc>
        <a:spcBef>
          <a:spcPts val="1100"/>
        </a:spcBef>
        <a:buFont typeface="Arial" panose="020B0704020202020204" pitchFamily="34" charset="0"/>
        <a:buChar char="•"/>
        <a:defRPr sz="3085" kern="1200">
          <a:solidFill>
            <a:schemeClr val="tx1"/>
          </a:solidFill>
          <a:latin typeface="+mn-lt"/>
          <a:ea typeface="+mn-ea"/>
          <a:cs typeface="+mn-cs"/>
        </a:defRPr>
      </a:lvl1pPr>
      <a:lvl2pPr marL="75565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70402020202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2pPr>
      <a:lvl3pPr marL="125984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7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403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7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26758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7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77177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7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596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7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7952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7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371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7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774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193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12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1968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387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806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161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zakupki.mos.ru/" TargetMode="Externa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250F28F-632E-4A81-843B-59DB19909969}"/>
              </a:ext>
            </a:extLst>
          </p:cNvPr>
          <p:cNvSpPr/>
          <p:nvPr/>
        </p:nvSpPr>
        <p:spPr>
          <a:xfrm>
            <a:off x="534996" y="3270518"/>
            <a:ext cx="591316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>
                <a:latin typeface="+mj-lt"/>
                <a:ea typeface="+mj-ea"/>
                <a:cs typeface="+mj-cs"/>
              </a:rPr>
              <a:t>Интеллектуальный помощник РЭМ</a:t>
            </a:r>
          </a:p>
          <a:p>
            <a:r>
              <a:rPr lang="ru-RU" sz="3600" b="1" dirty="0">
                <a:latin typeface="+mj-lt"/>
                <a:ea typeface="+mj-ea"/>
                <a:cs typeface="+mj-cs"/>
              </a:rPr>
              <a:t>на Портале поставщиков</a:t>
            </a:r>
            <a:endParaRPr lang="ru-RU" sz="32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21553CFC-548D-4F10-A339-8DDB16175786}"/>
              </a:ext>
            </a:extLst>
          </p:cNvPr>
          <p:cNvSpPr txBox="1">
            <a:spLocks/>
          </p:cNvSpPr>
          <p:nvPr/>
        </p:nvSpPr>
        <p:spPr>
          <a:xfrm>
            <a:off x="690860" y="7028818"/>
            <a:ext cx="2353552" cy="7525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51986" indent="-251986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Char char="•"/>
              <a:defRPr sz="30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177" dirty="0">
                <a:solidFill>
                  <a:schemeClr val="bg1">
                    <a:lumMod val="10000"/>
                  </a:schemeClr>
                </a:solidFill>
              </a:rPr>
              <a:t>СЕНТЯБРЬ 2026</a:t>
            </a:r>
          </a:p>
          <a:p>
            <a:pPr marL="0" indent="0">
              <a:buNone/>
            </a:pPr>
            <a:endParaRPr lang="ru-RU" sz="2177" dirty="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41F6CB8-2535-4AA2-93D2-958938192DD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137855" y="3178278"/>
            <a:ext cx="4518942" cy="348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084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5636521" y="855469"/>
            <a:ext cx="4493503" cy="3131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2200" b="1" dirty="0">
                <a:solidFill>
                  <a:schemeClr val="tx2"/>
                </a:solidFill>
              </a:rPr>
              <a:t>Бизнес-ассистент РЭМ</a:t>
            </a: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 flipV="1">
            <a:off x="554182" y="1260475"/>
            <a:ext cx="9579725" cy="92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6587" y="1408471"/>
            <a:ext cx="7470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РЭМ - </a:t>
            </a:r>
            <a:r>
              <a:rPr lang="ru-RU" dirty="0">
                <a:latin typeface="TT Moscow Economy" panose="020B0103030101020204" pitchFamily="34" charset="0"/>
                <a:ea typeface="Calibri" panose="020F0502020204030204" pitchFamily="34" charset="0"/>
              </a:rPr>
              <a:t>личный помощник на базе искусственного интеллекта </a:t>
            </a:r>
            <a:br>
              <a:rPr lang="ru-RU" dirty="0">
                <a:latin typeface="TT Moscow Economy" panose="020B0103030101020204" pitchFamily="34" charset="0"/>
                <a:ea typeface="Calibri" panose="020F0502020204030204" pitchFamily="34" charset="0"/>
              </a:rPr>
            </a:br>
            <a:r>
              <a:rPr lang="ru-RU" dirty="0">
                <a:latin typeface="TT Moscow Economy" panose="020B0103030101020204" pitchFamily="34" charset="0"/>
                <a:ea typeface="Calibri" panose="020F0502020204030204" pitchFamily="34" charset="0"/>
              </a:rPr>
              <a:t>для работы с закупками и контрактами</a:t>
            </a:r>
            <a:endParaRPr lang="ru-RU" dirty="0"/>
          </a:p>
        </p:txBody>
      </p:sp>
      <p:grpSp>
        <p:nvGrpSpPr>
          <p:cNvPr id="93" name="Группа 92"/>
          <p:cNvGrpSpPr/>
          <p:nvPr/>
        </p:nvGrpSpPr>
        <p:grpSpPr>
          <a:xfrm>
            <a:off x="284557" y="3039565"/>
            <a:ext cx="3996489" cy="827645"/>
            <a:chOff x="539814" y="3985939"/>
            <a:chExt cx="3996489" cy="827645"/>
          </a:xfrm>
        </p:grpSpPr>
        <p:sp>
          <p:nvSpPr>
            <p:cNvPr id="94" name="Прямоугольник 93"/>
            <p:cNvSpPr/>
            <p:nvPr/>
          </p:nvSpPr>
          <p:spPr>
            <a:xfrm>
              <a:off x="638559" y="4290364"/>
              <a:ext cx="389774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ru-RU" sz="1400" dirty="0">
                  <a:latin typeface="TT Moscow Economy" panose="020B0103030101020204" pitchFamily="34" charset="0"/>
                  <a:ea typeface="Calibri" panose="020F0502020204030204" pitchFamily="34" charset="0"/>
                </a:rPr>
                <a:t>Отвечает на вопросы по работе портала </a:t>
              </a:r>
              <a:r>
                <a:rPr lang="ru-RU" sz="1400" b="1" dirty="0">
                  <a:latin typeface="TT Moscow Economy" panose="020B0103030101020204" pitchFamily="34" charset="0"/>
                  <a:ea typeface="Calibri" panose="020F0502020204030204" pitchFamily="34" charset="0"/>
                </a:rPr>
                <a:t>24/7 без ожидания ответа техподдержки</a:t>
              </a:r>
            </a:p>
          </p:txBody>
        </p:sp>
        <p:sp>
          <p:nvSpPr>
            <p:cNvPr id="95" name="Прямоугольник 94"/>
            <p:cNvSpPr/>
            <p:nvPr/>
          </p:nvSpPr>
          <p:spPr>
            <a:xfrm>
              <a:off x="539814" y="3985939"/>
              <a:ext cx="353814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RU" sz="1600" b="1" dirty="0">
                  <a:solidFill>
                    <a:srgbClr val="C00000"/>
                  </a:solidFill>
                  <a:latin typeface="TT Moscow Economy" panose="020B0103030101020204" pitchFamily="34" charset="0"/>
                  <a:ea typeface="Calibri" panose="020F0502020204030204" pitchFamily="34" charset="0"/>
                </a:rPr>
                <a:t>ПОМОГАЕТ РЕШАТЬ ВОПРОСЫ</a:t>
              </a:r>
            </a:p>
          </p:txBody>
        </p:sp>
      </p:grpSp>
      <p:grpSp>
        <p:nvGrpSpPr>
          <p:cNvPr id="96" name="Группа 95"/>
          <p:cNvGrpSpPr/>
          <p:nvPr/>
        </p:nvGrpSpPr>
        <p:grpSpPr>
          <a:xfrm>
            <a:off x="284557" y="4011949"/>
            <a:ext cx="4378884" cy="844663"/>
            <a:chOff x="540685" y="5177667"/>
            <a:chExt cx="4378884" cy="844663"/>
          </a:xfrm>
        </p:grpSpPr>
        <p:sp>
          <p:nvSpPr>
            <p:cNvPr id="97" name="Прямоугольник 96"/>
            <p:cNvSpPr/>
            <p:nvPr/>
          </p:nvSpPr>
          <p:spPr>
            <a:xfrm>
              <a:off x="618630" y="5499110"/>
              <a:ext cx="4300939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1400" dirty="0">
                  <a:latin typeface="TT Moscow Economy" panose="020B0103030101020204" pitchFamily="34" charset="0"/>
                  <a:ea typeface="Calibri" panose="020F0502020204030204" pitchFamily="34" charset="0"/>
                </a:rPr>
                <a:t>Рекомендует корректные действия и </a:t>
              </a:r>
              <a:r>
                <a:rPr lang="ru-RU" sz="1400" b="1" dirty="0">
                  <a:latin typeface="TT Moscow Economy" panose="020B0103030101020204" pitchFamily="34" charset="0"/>
                  <a:ea typeface="Calibri" panose="020F0502020204030204" pitchFamily="34" charset="0"/>
                </a:rPr>
                <a:t>снижает риск типовых ошибок</a:t>
              </a:r>
            </a:p>
          </p:txBody>
        </p:sp>
        <p:sp>
          <p:nvSpPr>
            <p:cNvPr id="98" name="Прямоугольник 97"/>
            <p:cNvSpPr/>
            <p:nvPr/>
          </p:nvSpPr>
          <p:spPr>
            <a:xfrm>
              <a:off x="540685" y="5177667"/>
              <a:ext cx="318548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RU" sz="1600" b="1" dirty="0">
                  <a:solidFill>
                    <a:srgbClr val="C00000"/>
                  </a:solidFill>
                  <a:latin typeface="TT Moscow Economy" panose="020B0103030101020204" pitchFamily="34" charset="0"/>
                  <a:ea typeface="Calibri" panose="020F0502020204030204" pitchFamily="34" charset="0"/>
                </a:rPr>
                <a:t>ПРЕДОТВРАЩАЕТ ОШИБКИ</a:t>
              </a:r>
            </a:p>
          </p:txBody>
        </p:sp>
      </p:grpSp>
      <p:grpSp>
        <p:nvGrpSpPr>
          <p:cNvPr id="99" name="Группа 98"/>
          <p:cNvGrpSpPr/>
          <p:nvPr/>
        </p:nvGrpSpPr>
        <p:grpSpPr>
          <a:xfrm>
            <a:off x="284557" y="2159444"/>
            <a:ext cx="5351964" cy="790765"/>
            <a:chOff x="697140" y="1498827"/>
            <a:chExt cx="5351964" cy="790765"/>
          </a:xfrm>
        </p:grpSpPr>
        <p:sp>
          <p:nvSpPr>
            <p:cNvPr id="100" name="Прямоугольник 99"/>
            <p:cNvSpPr/>
            <p:nvPr/>
          </p:nvSpPr>
          <p:spPr>
            <a:xfrm>
              <a:off x="697140" y="1498827"/>
              <a:ext cx="277511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RU" sz="1600" b="1" dirty="0">
                  <a:solidFill>
                    <a:srgbClr val="C00000"/>
                  </a:solidFill>
                  <a:latin typeface="TT Moscow Economy" panose="020B0103030101020204" pitchFamily="34" charset="0"/>
                  <a:ea typeface="Calibri" panose="020F0502020204030204" pitchFamily="34" charset="0"/>
                </a:rPr>
                <a:t>ИЗБАВЛЯЕТ ОТ РУТИНЫ</a:t>
              </a:r>
            </a:p>
          </p:txBody>
        </p:sp>
        <p:sp>
          <p:nvSpPr>
            <p:cNvPr id="101" name="Прямоугольник 100"/>
            <p:cNvSpPr/>
            <p:nvPr/>
          </p:nvSpPr>
          <p:spPr>
            <a:xfrm>
              <a:off x="774903" y="1766372"/>
              <a:ext cx="527420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1400" b="1" dirty="0">
                  <a:latin typeface="TT Moscow Economy" panose="020B0103030101020204" pitchFamily="34" charset="0"/>
                  <a:ea typeface="Calibri" panose="020F0502020204030204" pitchFamily="34" charset="0"/>
                </a:rPr>
                <a:t>Автоматизирует повторяющиеся действия</a:t>
              </a:r>
              <a:r>
                <a:rPr lang="ru-RU" sz="1400" dirty="0">
                  <a:latin typeface="TT Moscow Economy" panose="020B0103030101020204" pitchFamily="34" charset="0"/>
                  <a:ea typeface="Calibri" panose="020F0502020204030204" pitchFamily="34" charset="0"/>
                </a:rPr>
                <a:t>: </a:t>
              </a:r>
              <a:br>
                <a:rPr lang="ru-RU" sz="1400" dirty="0">
                  <a:latin typeface="TT Moscow Economy" panose="020B0103030101020204" pitchFamily="34" charset="0"/>
                  <a:ea typeface="Calibri" panose="020F0502020204030204" pitchFamily="34" charset="0"/>
                </a:rPr>
              </a:br>
              <a:r>
                <a:rPr lang="ru-RU" sz="1400" dirty="0">
                  <a:latin typeface="TT Moscow Economy" panose="020B0103030101020204" pitchFamily="34" charset="0"/>
                  <a:ea typeface="Calibri" panose="020F0502020204030204" pitchFamily="34" charset="0"/>
                </a:rPr>
                <a:t>поиск информации, заполнение форм, отслеживание сроков</a:t>
              </a:r>
              <a:endParaRPr lang="ru-RU" sz="1400" dirty="0"/>
            </a:p>
          </p:txBody>
        </p:sp>
      </p:grpSp>
      <p:pic>
        <p:nvPicPr>
          <p:cNvPr id="105" name="Рисунок 10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2029" y="2026116"/>
            <a:ext cx="5039784" cy="4366931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6B7B8D97-82FE-42F0-B886-07A60E8936D2}"/>
              </a:ext>
            </a:extLst>
          </p:cNvPr>
          <p:cNvGrpSpPr/>
          <p:nvPr/>
        </p:nvGrpSpPr>
        <p:grpSpPr>
          <a:xfrm>
            <a:off x="352010" y="4902266"/>
            <a:ext cx="4687774" cy="1702830"/>
            <a:chOff x="597648" y="5181275"/>
            <a:chExt cx="4687774" cy="1702830"/>
          </a:xfrm>
        </p:grpSpPr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D4BBE1F9-75ED-4E16-8BB8-2F37E4583EFE}"/>
                </a:ext>
              </a:extLst>
            </p:cNvPr>
            <p:cNvSpPr/>
            <p:nvPr/>
          </p:nvSpPr>
          <p:spPr>
            <a:xfrm>
              <a:off x="618630" y="5499110"/>
              <a:ext cx="4666792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1400" dirty="0">
                  <a:ea typeface="Calibri" panose="020F0502020204030204" pitchFamily="34" charset="0"/>
                  <a:cs typeface="Times New Roman" panose="02020603050405020304" pitchFamily="18" charset="0"/>
                </a:rPr>
                <a:t>Виджет - </a:t>
              </a:r>
              <a:r>
                <a:rPr lang="en-US" sz="1400" b="1" dirty="0">
                  <a:ea typeface="Calibri" panose="020F0502020204030204" pitchFamily="34" charset="0"/>
                  <a:cs typeface="Times New Roman" panose="02020603050405020304" pitchFamily="18" charset="0"/>
                </a:rPr>
                <a:t>React</a:t>
              </a:r>
            </a:p>
            <a:p>
              <a:r>
                <a:rPr lang="en-US" sz="1400" dirty="0" err="1">
                  <a:ea typeface="Calibri" panose="020F0502020204030204" pitchFamily="34" charset="0"/>
                  <a:cs typeface="Times New Roman" panose="02020603050405020304" pitchFamily="18" charset="0"/>
                </a:rPr>
                <a:t>Backand</a:t>
              </a:r>
              <a:r>
                <a:rPr lang="ru-RU" sz="1400" dirty="0">
                  <a:ea typeface="Calibri" panose="020F0502020204030204" pitchFamily="34" charset="0"/>
                  <a:cs typeface="Times New Roman" panose="02020603050405020304" pitchFamily="18" charset="0"/>
                </a:rPr>
                <a:t> - </a:t>
              </a:r>
              <a:r>
                <a:rPr lang="en-US" sz="1400" b="1" dirty="0">
                  <a:ea typeface="Calibri" panose="020F0502020204030204" pitchFamily="34" charset="0"/>
                  <a:cs typeface="Times New Roman" panose="02020603050405020304" pitchFamily="18" charset="0"/>
                </a:rPr>
                <a:t>Python</a:t>
              </a:r>
            </a:p>
            <a:p>
              <a:r>
                <a:rPr lang="ru-RU" sz="1400" dirty="0">
                  <a:ea typeface="Calibri" panose="020F0502020204030204" pitchFamily="34" charset="0"/>
                  <a:cs typeface="Times New Roman" panose="02020603050405020304" pitchFamily="18" charset="0"/>
                </a:rPr>
                <a:t>Супервизор - </a:t>
              </a:r>
              <a:r>
                <a:rPr lang="en-US" sz="1400" b="1" dirty="0">
                  <a:ea typeface="Calibri" panose="020F0502020204030204" pitchFamily="34" charset="0"/>
                  <a:cs typeface="Times New Roman" panose="02020603050405020304" pitchFamily="18" charset="0"/>
                </a:rPr>
                <a:t>Python, Elasticsearch</a:t>
              </a:r>
            </a:p>
            <a:p>
              <a:r>
                <a:rPr lang="ru-RU" sz="1400" dirty="0">
                  <a:ea typeface="Calibri" panose="020F0502020204030204" pitchFamily="34" charset="0"/>
                  <a:cs typeface="Times New Roman" panose="02020603050405020304" pitchFamily="18" charset="0"/>
                </a:rPr>
                <a:t>СУБД - </a:t>
              </a:r>
              <a:r>
                <a:rPr lang="en-US" sz="1400" b="1" dirty="0" err="1">
                  <a:ea typeface="Calibri" panose="020F0502020204030204" pitchFamily="34" charset="0"/>
                  <a:cs typeface="Times New Roman" panose="02020603050405020304" pitchFamily="18" charset="0"/>
                </a:rPr>
                <a:t>PostgresSQL</a:t>
              </a:r>
              <a:endParaRPr lang="en-US" sz="1400" b="1" dirty="0"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r>
                <a:rPr lang="en-US" sz="1400" dirty="0">
                  <a:ea typeface="Calibri" panose="020F0502020204030204" pitchFamily="34" charset="0"/>
                  <a:cs typeface="Times New Roman" panose="02020603050405020304" pitchFamily="18" charset="0"/>
                </a:rPr>
                <a:t>LLM </a:t>
              </a:r>
              <a:r>
                <a:rPr lang="ru-RU" sz="1400" dirty="0">
                  <a:ea typeface="Calibri" panose="020F0502020204030204" pitchFamily="34" charset="0"/>
                  <a:cs typeface="Times New Roman" panose="02020603050405020304" pitchFamily="18" charset="0"/>
                </a:rPr>
                <a:t>платформа – </a:t>
              </a:r>
              <a:r>
                <a:rPr lang="en-US" sz="1400" b="1" dirty="0">
                  <a:ea typeface="Calibri" panose="020F0502020204030204" pitchFamily="34" charset="0"/>
                  <a:cs typeface="Times New Roman" panose="02020603050405020304" pitchFamily="18" charset="0"/>
                </a:rPr>
                <a:t>GPT-OSS</a:t>
              </a:r>
              <a:endParaRPr lang="ru-RU" sz="1400" b="1" dirty="0"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r>
                <a:rPr lang="ru-RU" sz="1400" dirty="0">
                  <a:ea typeface="Calibri" panose="020F0502020204030204" pitchFamily="34" charset="0"/>
                  <a:cs typeface="Times New Roman" panose="02020603050405020304" pitchFamily="18" charset="0"/>
                </a:rPr>
                <a:t>Взаимодействие с Порталом поставщиков - </a:t>
              </a:r>
              <a:r>
                <a:rPr lang="en-US" sz="1400" b="1" dirty="0">
                  <a:ea typeface="Calibri" panose="020F0502020204030204" pitchFamily="34" charset="0"/>
                  <a:cs typeface="Times New Roman" panose="02020603050405020304" pitchFamily="18" charset="0"/>
                </a:rPr>
                <a:t>Rest API</a:t>
              </a:r>
              <a:endParaRPr lang="ru-RU" sz="1400" b="1" dirty="0"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AA04768C-9A42-4345-8024-1EDCEFEFB5F8}"/>
                </a:ext>
              </a:extLst>
            </p:cNvPr>
            <p:cNvSpPr/>
            <p:nvPr/>
          </p:nvSpPr>
          <p:spPr>
            <a:xfrm>
              <a:off x="597648" y="5181275"/>
              <a:ext cx="297709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RU" sz="1600" b="1" dirty="0">
                  <a:solidFill>
                    <a:srgbClr val="C00000"/>
                  </a:solidFill>
                  <a:latin typeface="TT Moscow Economy" panose="020B0103030101020204" pitchFamily="34" charset="0"/>
                  <a:ea typeface="Calibri" panose="020F0502020204030204" pitchFamily="34" charset="0"/>
                </a:rPr>
                <a:t>ТЕХНОЛОГИЧЕСКИЙ СТЕК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4795879" y="913913"/>
            <a:ext cx="5449547" cy="3131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2200" b="1" dirty="0">
                <a:solidFill>
                  <a:schemeClr val="tx2"/>
                </a:solidFill>
              </a:rPr>
              <a:t>Функции РЭМ</a:t>
            </a: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 flipV="1">
            <a:off x="554182" y="1260475"/>
            <a:ext cx="9579725" cy="92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54182" y="1311102"/>
            <a:ext cx="5603270" cy="6185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Что уже умеет:</a:t>
            </a: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dirty="0"/>
              <a:t>Консультировать по базе знаний Портала и НПА</a:t>
            </a: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dirty="0"/>
              <a:t>Уточнять термины и сокращения</a:t>
            </a: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dirty="0"/>
              <a:t>Собирать статистику по компании из Личного кабинета </a:t>
            </a: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dirty="0"/>
              <a:t>Предоставлять информацию по срокам контрактов </a:t>
            </a: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dirty="0"/>
              <a:t>Предоставлять информацию по действующим </a:t>
            </a:r>
            <a:r>
              <a:rPr lang="ru-RU" dirty="0" err="1"/>
              <a:t>автоставкам</a:t>
            </a:r>
            <a:endParaRPr lang="ru-RU" dirty="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dirty="0"/>
              <a:t>Предоставлять информацию по срокам ЭЦП и МЧД</a:t>
            </a: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dirty="0"/>
              <a:t>Подбирать закупки по необходимым параметрам</a:t>
            </a: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dirty="0"/>
              <a:t>Выводить краткое содержание проекта контракта по закупке</a:t>
            </a: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dirty="0"/>
              <a:t>Находить открытые сведения об организациях</a:t>
            </a: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dirty="0"/>
              <a:t>Предоставить информацию по обращениям пользователя из личного кабинета </a:t>
            </a: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dirty="0"/>
              <a:t>Открывать страницы портала по запросу пользователя</a:t>
            </a: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dirty="0"/>
              <a:t>Помогать с навигацией по Порталу</a:t>
            </a:r>
          </a:p>
        </p:txBody>
      </p:sp>
      <p:pic>
        <p:nvPicPr>
          <p:cNvPr id="48" name="Рисунок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7452" y="2816542"/>
            <a:ext cx="4383103" cy="16540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5659655" y="942693"/>
            <a:ext cx="4474252" cy="3131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2200" b="1" dirty="0">
                <a:solidFill>
                  <a:schemeClr val="tx2"/>
                </a:solidFill>
              </a:rPr>
              <a:t>РЭМ как помощник </a:t>
            </a: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 flipV="1">
            <a:off x="554182" y="1260475"/>
            <a:ext cx="9579725" cy="92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Рисунок 38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10170" y="2768155"/>
            <a:ext cx="1551415" cy="1551415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9616" y="2610365"/>
            <a:ext cx="1866996" cy="18669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30270" y="4232910"/>
            <a:ext cx="19481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Сотрудник СТП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83971" y="4262283"/>
            <a:ext cx="67350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РЭМ</a:t>
            </a: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4508" y="2621989"/>
            <a:ext cx="1866996" cy="18669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44560" y="4262120"/>
            <a:ext cx="20923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Информация из БЗ</a:t>
            </a:r>
          </a:p>
        </p:txBody>
      </p:sp>
      <p:cxnSp>
        <p:nvCxnSpPr>
          <p:cNvPr id="20" name="Прямая со стрелкой 19"/>
          <p:cNvCxnSpPr>
            <a:stCxn id="14" idx="3"/>
            <a:endCxn id="39" idx="1"/>
          </p:cNvCxnSpPr>
          <p:nvPr/>
        </p:nvCxnSpPr>
        <p:spPr>
          <a:xfrm>
            <a:off x="5226612" y="3543863"/>
            <a:ext cx="88328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>
            <a:stCxn id="39" idx="3"/>
            <a:endCxn id="17" idx="1"/>
          </p:cNvCxnSpPr>
          <p:nvPr/>
        </p:nvCxnSpPr>
        <p:spPr>
          <a:xfrm>
            <a:off x="7661585" y="3543863"/>
            <a:ext cx="883285" cy="114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2"/>
          <p:cNvSpPr txBox="1"/>
          <p:nvPr/>
        </p:nvSpPr>
        <p:spPr>
          <a:xfrm>
            <a:off x="722630" y="6000115"/>
            <a:ext cx="95796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/>
              <a:t>РЭМ применяется сотрудниками технической поддержки Портала поставщиков для обработки обращений пользователей</a:t>
            </a:r>
          </a:p>
        </p:txBody>
      </p:sp>
      <p:pic>
        <p:nvPicPr>
          <p:cNvPr id="4" name="Picture 3" descr="Иконка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485" y="2610485"/>
            <a:ext cx="1866900" cy="1866900"/>
          </a:xfrm>
          <a:prstGeom prst="rect">
            <a:avLst/>
          </a:prstGeom>
        </p:spPr>
      </p:pic>
      <p:cxnSp>
        <p:nvCxnSpPr>
          <p:cNvPr id="7" name="Прямая со стрелкой 19"/>
          <p:cNvCxnSpPr/>
          <p:nvPr/>
        </p:nvCxnSpPr>
        <p:spPr>
          <a:xfrm>
            <a:off x="2699312" y="3543863"/>
            <a:ext cx="88328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>
            <a:off x="393700" y="4128770"/>
            <a:ext cx="24955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1600"/>
              <a:t>Пользователь Портала поставщиков</a:t>
            </a:r>
          </a:p>
        </p:txBody>
      </p:sp>
      <p:cxnSp>
        <p:nvCxnSpPr>
          <p:cNvPr id="5" name="Elbow Connector 4"/>
          <p:cNvCxnSpPr/>
          <p:nvPr/>
        </p:nvCxnSpPr>
        <p:spPr>
          <a:xfrm rot="16200000" flipV="1">
            <a:off x="6879590" y="24130"/>
            <a:ext cx="11430" cy="5184775"/>
          </a:xfrm>
          <a:prstGeom prst="bentConnector3">
            <a:avLst>
              <a:gd name="adj1" fmla="val 6175000"/>
            </a:avLst>
          </a:prstGeom>
          <a:ln w="190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Text Box 8"/>
          <p:cNvSpPr txBox="1"/>
          <p:nvPr/>
        </p:nvSpPr>
        <p:spPr>
          <a:xfrm>
            <a:off x="5226685" y="1553210"/>
            <a:ext cx="35242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1400"/>
              <a:t>Сформированный ответ на запрос</a:t>
            </a:r>
          </a:p>
        </p:txBody>
      </p:sp>
      <p:cxnSp>
        <p:nvCxnSpPr>
          <p:cNvPr id="10" name="Elbow Connector 9"/>
          <p:cNvCxnSpPr>
            <a:stCxn id="15" idx="2"/>
            <a:endCxn id="8" idx="2"/>
          </p:cNvCxnSpPr>
          <p:nvPr/>
        </p:nvCxnSpPr>
        <p:spPr>
          <a:xfrm rot="5400000">
            <a:off x="2951480" y="3259455"/>
            <a:ext cx="142240" cy="2762885"/>
          </a:xfrm>
          <a:prstGeom prst="bentConnector3">
            <a:avLst>
              <a:gd name="adj1" fmla="val 406026"/>
            </a:avLst>
          </a:prstGeom>
          <a:ln w="190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1572260" y="5215890"/>
            <a:ext cx="27622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1400"/>
              <a:t>Ответ на запрос пользователя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 flipV="1">
            <a:off x="554182" y="1260475"/>
            <a:ext cx="9579725" cy="92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>
            <a:hlinkClick r:id="rId2"/>
            <a:extLst>
              <a:ext uri="{FF2B5EF4-FFF2-40B4-BE49-F238E27FC236}">
                <a16:creationId xmlns:a16="http://schemas.microsoft.com/office/drawing/2014/main" id="{17C939D4-D623-4482-A508-B40232C46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698" y="2285629"/>
            <a:ext cx="2988415" cy="2988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4CC4FC-8CBA-4B49-AB2E-D3F0A3C9C35B}"/>
              </a:ext>
            </a:extLst>
          </p:cNvPr>
          <p:cNvSpPr txBox="1"/>
          <p:nvPr/>
        </p:nvSpPr>
        <p:spPr>
          <a:xfrm>
            <a:off x="2364327" y="5464544"/>
            <a:ext cx="5963156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ru-RU"/>
            </a:defPPr>
            <a:lvl1pPr>
              <a:defRPr sz="1200" b="1">
                <a:solidFill>
                  <a:srgbClr val="C00000"/>
                </a:solidFill>
                <a:latin typeface="TT Moscow Economy "/>
              </a:defRPr>
            </a:lvl1pPr>
          </a:lstStyle>
          <a:p>
            <a:pPr algn="ctr"/>
            <a:r>
              <a:rPr lang="ru-RU" sz="2800" dirty="0"/>
              <a:t>ДО ВСТРЕЧИ </a:t>
            </a:r>
            <a:br>
              <a:rPr lang="ru-RU" sz="2800" dirty="0"/>
            </a:br>
            <a:r>
              <a:rPr lang="ru-RU" sz="2800" dirty="0"/>
              <a:t>НА ПОРТАЛЕ ПОСТАВЩИКОВ!</a:t>
            </a:r>
          </a:p>
        </p:txBody>
      </p:sp>
    </p:spTree>
    <p:extLst>
      <p:ext uri="{BB962C8B-B14F-4D97-AF65-F5344CB8AC3E}">
        <p14:creationId xmlns:p14="http://schemas.microsoft.com/office/powerpoint/2010/main" val="15826475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ЭМ">
      <a:dk1>
        <a:sysClr val="windowText" lastClr="000000"/>
      </a:dk1>
      <a:lt1>
        <a:sysClr val="window" lastClr="FFFFFF"/>
      </a:lt1>
      <a:dk2>
        <a:srgbClr val="2E2E2E"/>
      </a:dk2>
      <a:lt2>
        <a:srgbClr val="CCCCCC"/>
      </a:lt2>
      <a:accent1>
        <a:srgbClr val="B91827"/>
      </a:accent1>
      <a:accent2>
        <a:srgbClr val="9B1827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ЭМ">
      <a:majorFont>
        <a:latin typeface="TT Moscow Economy"/>
        <a:ea typeface=""/>
        <a:cs typeface=""/>
      </a:majorFont>
      <a:minorFont>
        <a:latin typeface="TT Moscow Economy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</TotalTime>
  <Words>208</Words>
  <Application>Microsoft Office PowerPoint</Application>
  <PresentationFormat>Произвольный</PresentationFormat>
  <Paragraphs>42</Paragraphs>
  <Slides>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Times New Roman</vt:lpstr>
      <vt:lpstr>TT Moscow Economy </vt:lpstr>
      <vt:lpstr>TT Moscow Economy</vt:lpstr>
      <vt:lpstr>Arial</vt:lpstr>
      <vt:lpstr>Calibri</vt:lpstr>
      <vt:lpstr>Тема Office</vt:lpstr>
      <vt:lpstr>Презентация PowerPoint</vt:lpstr>
      <vt:lpstr>Бизнес-ассистент РЭМ</vt:lpstr>
      <vt:lpstr>Функции РЭМ</vt:lpstr>
      <vt:lpstr>РЭМ как помощник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презентации короткое</dc:title>
  <dc:creator>Dina Yota</dc:creator>
  <cp:lastModifiedBy>Голдаков Сергей Владимирович</cp:lastModifiedBy>
  <cp:revision>362</cp:revision>
  <cp:lastPrinted>2026-09-09T12:43:10Z</cp:lastPrinted>
  <dcterms:created xsi:type="dcterms:W3CDTF">2026-09-09T12:43:10Z</dcterms:created>
  <dcterms:modified xsi:type="dcterms:W3CDTF">2026-09-10T10:58:41Z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1033-12.1.28492.28492</vt:lpwstr>
  </property>
  <property fmtid="{D5CDD505-2E9C-101B-9397-08002B2CF9AE}" pid="3" name="ICV">
    <vt:lpwstr>3E28EC84F4A7DBCFE9F9A06A4B955372_42</vt:lpwstr>
  </property>
</Properties>
</file>